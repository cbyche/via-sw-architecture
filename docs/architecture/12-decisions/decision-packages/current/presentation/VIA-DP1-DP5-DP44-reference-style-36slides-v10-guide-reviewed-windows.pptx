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notesMasters/dp3parallelv3_notesMaster1.xml" ContentType="application/vnd.openxmlformats-officedocument.presentationml.notesMaster+xml"/>
  <Override PartName="/ppt/notesMasters/theme/dp3parallelv3_theme3.xml" ContentType="application/vnd.openxmlformats-officedocument.them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slideLayouts/dp3parallelv3_slideLayout1.xml" ContentType="application/vnd.openxmlformats-officedocument.presentationml.slideLayout+xml"/>
  <Override PartName="/ppt/slideLayouts/dp3parallelv3_slideLayout2.xml" ContentType="application/vnd.openxmlformats-officedocument.presentationml.slideLayout+xml"/>
  <Override PartName="/ppt/slideLayouts/dp3parallelv3_slideLayout3.xml" ContentType="application/vnd.openxmlformats-officedocument.presentationml.slideLayout+xml"/>
  <Override PartName="/ppt/slideLayouts/dp3parallelv3_slideLayout4.xml" ContentType="application/vnd.openxmlformats-officedocument.presentationml.slideLayout+xml"/>
  <Override PartName="/ppt/slideLayouts/dp3parallelv3_slideLayout5.xml" ContentType="application/vnd.openxmlformats-officedocument.presentationml.slideLayout+xml"/>
  <Override PartName="/ppt/slideLayouts/dp3parallelv3_slideLayout6.xml" ContentType="application/vnd.openxmlformats-officedocument.presentationml.slideLayout+xml"/>
  <Override PartName="/ppt/slideMasters/dp3parallelv3_slideMaster1.xml" ContentType="application/vnd.openxmlformats-officedocument.presentationml.slideMaster+xml"/>
  <Override PartName="/ppt/slideMasters/theme/dp3parallelv3_theme2.xml" ContentType="application/vnd.openxmlformats-officedocument.them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dp5v5_notesMaster1.xml" ContentType="application/vnd.openxmlformats-officedocument.presentationml.notesMaster+xml"/>
  <Override PartName="/ppt/notesMasters/theme/dp5v5_theme3.xml" ContentType="application/vnd.openxmlformats-officedocument.them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slideLayouts/dp5v5_slideLayout1.xml" ContentType="application/vnd.openxmlformats-officedocument.presentationml.slideLayout+xml"/>
  <Override PartName="/ppt/slideLayouts/dp5v5_slideLayout2.xml" ContentType="application/vnd.openxmlformats-officedocument.presentationml.slideLayout+xml"/>
  <Override PartName="/ppt/slideLayouts/dp5v5_slideLayout3.xml" ContentType="application/vnd.openxmlformats-officedocument.presentationml.slideLayout+xml"/>
  <Override PartName="/ppt/slideLayouts/dp5v5_slideLayout4.xml" ContentType="application/vnd.openxmlformats-officedocument.presentationml.slideLayout+xml"/>
  <Override PartName="/ppt/slideLayouts/dp5v5_slideLayout5.xml" ContentType="application/vnd.openxmlformats-officedocument.presentationml.slideLayout+xml"/>
  <Override PartName="/ppt/slideLayouts/dp5v5_slideLayout6.xml" ContentType="application/vnd.openxmlformats-officedocument.presentationml.slideLayout+xml"/>
  <Override PartName="/ppt/slideMasters/dp5v5_slideMaster1.xml" ContentType="application/vnd.openxmlformats-officedocument.presentationml.slideMaster+xml"/>
  <Override PartName="/ppt/slideMasters/theme/dp5v5_theme2.xml" ContentType="application/vnd.openxmlformats-officedocument.them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notesMasters/dp3cpuv6_notesMaster1.xml" ContentType="application/vnd.openxmlformats-officedocument.presentationml.notesMaster+xml"/>
  <Override PartName="/ppt/notesMasters/theme/dp3cpuv6_theme3.xml" ContentType="application/vnd.openxmlformats-officedocument.them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slideLayouts/dp3cpuv6_slideLayout1.xml" ContentType="application/vnd.openxmlformats-officedocument.presentationml.slideLayout+xml"/>
  <Override PartName="/ppt/slideLayouts/dp3cpuv6_slideLayout2.xml" ContentType="application/vnd.openxmlformats-officedocument.presentationml.slideLayout+xml"/>
  <Override PartName="/ppt/slideLayouts/dp3cpuv6_slideLayout3.xml" ContentType="application/vnd.openxmlformats-officedocument.presentationml.slideLayout+xml"/>
  <Override PartName="/ppt/slideLayouts/dp3cpuv6_slideLayout4.xml" ContentType="application/vnd.openxmlformats-officedocument.presentationml.slideLayout+xml"/>
  <Override PartName="/ppt/slideLayouts/dp3cpuv6_slideLayout5.xml" ContentType="application/vnd.openxmlformats-officedocument.presentationml.slideLayout+xml"/>
  <Override PartName="/ppt/slideLayouts/dp3cpuv6_slideLayout6.xml" ContentType="application/vnd.openxmlformats-officedocument.presentationml.slideLayout+xml"/>
  <Override PartName="/ppt/slideMasters/dp3cpuv6_slideMaster1.xml" ContentType="application/vnd.openxmlformats-officedocument.presentationml.slideMaster+xml"/>
  <Override PartName="/ppt/slideMasters/theme/dp3cpuv6_theme2.xml" ContentType="application/vnd.openxmlformats-officedocument.them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notesMasters/dp3cpuv7_notesMaster1.xml" ContentType="application/vnd.openxmlformats-officedocument.presentationml.notesMaster+xml"/>
  <Override PartName="/ppt/notesMasters/theme/dp3cpuv7_theme3.xml" ContentType="application/vnd.openxmlformats-officedocument.them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slideLayouts/dp3cpuv7_slideLayout1.xml" ContentType="application/vnd.openxmlformats-officedocument.presentationml.slideLayout+xml"/>
  <Override PartName="/ppt/slideLayouts/dp3cpuv7_slideLayout2.xml" ContentType="application/vnd.openxmlformats-officedocument.presentationml.slideLayout+xml"/>
  <Override PartName="/ppt/slideLayouts/dp3cpuv7_slideLayout3.xml" ContentType="application/vnd.openxmlformats-officedocument.presentationml.slideLayout+xml"/>
  <Override PartName="/ppt/slideLayouts/dp3cpuv7_slideLayout4.xml" ContentType="application/vnd.openxmlformats-officedocument.presentationml.slideLayout+xml"/>
  <Override PartName="/ppt/slideLayouts/dp3cpuv7_slideLayout5.xml" ContentType="application/vnd.openxmlformats-officedocument.presentationml.slideLayout+xml"/>
  <Override PartName="/ppt/slideLayouts/dp3cpuv7_slideLayout6.xml" ContentType="application/vnd.openxmlformats-officedocument.presentationml.slideLayout+xml"/>
  <Override PartName="/ppt/slideMasters/dp3cpuv7_slideMaster1.xml" ContentType="application/vnd.openxmlformats-officedocument.presentationml.slideMaster+xml"/>
  <Override PartName="/ppt/slideMasters/theme/dp3cpuv7_theme2.xml" ContentType="application/vnd.openxmlformats-officedocument.them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notesMasters/dp3cpuv8_notesMaster1.xml" ContentType="application/vnd.openxmlformats-officedocument.presentationml.notesMaster+xml"/>
  <Override PartName="/ppt/notesMasters/theme/dp3cpuv8_theme3.xml" ContentType="application/vnd.openxmlformats-officedocument.theme+xml"/>
  <Override PartName="/ppt/notesSlides/notesSlide510.xml" ContentType="application/vnd.openxmlformats-officedocument.presentationml.notesSlide+xml"/>
  <Override PartName="/ppt/notesSlides/notesSlide511.xml" ContentType="application/vnd.openxmlformats-officedocument.presentationml.notesSlide+xml"/>
  <Override PartName="/ppt/notesSlides/notesSlide512.xml" ContentType="application/vnd.openxmlformats-officedocument.presentationml.notesSlide+xml"/>
  <Override PartName="/ppt/slideLayouts/dp3cpuv8_slideLayout1.xml" ContentType="application/vnd.openxmlformats-officedocument.presentationml.slideLayout+xml"/>
  <Override PartName="/ppt/slideLayouts/dp3cpuv8_slideLayout2.xml" ContentType="application/vnd.openxmlformats-officedocument.presentationml.slideLayout+xml"/>
  <Override PartName="/ppt/slideLayouts/dp3cpuv8_slideLayout3.xml" ContentType="application/vnd.openxmlformats-officedocument.presentationml.slideLayout+xml"/>
  <Override PartName="/ppt/slideLayouts/dp3cpuv8_slideLayout4.xml" ContentType="application/vnd.openxmlformats-officedocument.presentationml.slideLayout+xml"/>
  <Override PartName="/ppt/slideLayouts/dp3cpuv8_slideLayout5.xml" ContentType="application/vnd.openxmlformats-officedocument.presentationml.slideLayout+xml"/>
  <Override PartName="/ppt/slideLayouts/dp3cpuv8_slideLayout6.xml" ContentType="application/vnd.openxmlformats-officedocument.presentationml.slideLayout+xml"/>
  <Override PartName="/ppt/slideMasters/dp3cpuv8_slideMaster1.xml" ContentType="application/vnd.openxmlformats-officedocument.presentationml.slideMaster+xml"/>
  <Override PartName="/ppt/slideMasters/theme/dp3cpuv8_theme2.xml" ContentType="application/vnd.openxmlformats-officedocument.them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notesMasters/dp44v9_notesMaster1.xml" ContentType="application/vnd.openxmlformats-officedocument.presentationml.notesMaster+xml"/>
  <Override PartName="/ppt/notesMasters/theme/dp44v9_theme3.xml" ContentType="application/vnd.openxmlformats-officedocument.theme+xml"/>
  <Override PartName="/ppt/notesSlides/notesSlide624.xml" ContentType="application/vnd.openxmlformats-officedocument.presentationml.notesSlide+xml"/>
  <Override PartName="/ppt/notesSlides/notesSlide625.xml" ContentType="application/vnd.openxmlformats-officedocument.presentationml.notesSlide+xml"/>
  <Override PartName="/ppt/notesSlides/notesSlide626.xml" ContentType="application/vnd.openxmlformats-officedocument.presentationml.notesSlide+xml"/>
  <Override PartName="/ppt/notesSlides/notesSlide627.xml" ContentType="application/vnd.openxmlformats-officedocument.presentationml.notesSlide+xml"/>
  <Override PartName="/ppt/notesSlides/notesSlide628.xml" ContentType="application/vnd.openxmlformats-officedocument.presentationml.notesSlide+xml"/>
  <Override PartName="/ppt/notesSlides/notesSlide629.xml" ContentType="application/vnd.openxmlformats-officedocument.presentationml.notesSlide+xml"/>
  <Override PartName="/ppt/notesSlides/notesSlide630.xml" ContentType="application/vnd.openxmlformats-officedocument.presentationml.notesSlide+xml"/>
  <Override PartName="/ppt/slideLayouts/dp44v9_slideLayout1.xml" ContentType="application/vnd.openxmlformats-officedocument.presentationml.slideLayout+xml"/>
  <Override PartName="/ppt/slideLayouts/dp44v9_slideLayout2.xml" ContentType="application/vnd.openxmlformats-officedocument.presentationml.slideLayout+xml"/>
  <Override PartName="/ppt/slideLayouts/dp44v9_slideLayout3.xml" ContentType="application/vnd.openxmlformats-officedocument.presentationml.slideLayout+xml"/>
  <Override PartName="/ppt/slideLayouts/dp44v9_slideLayout4.xml" ContentType="application/vnd.openxmlformats-officedocument.presentationml.slideLayout+xml"/>
  <Override PartName="/ppt/slideLayouts/dp44v9_slideLayout5.xml" ContentType="application/vnd.openxmlformats-officedocument.presentationml.slideLayout+xml"/>
  <Override PartName="/ppt/slideLayouts/dp44v9_slideLayout6.xml" ContentType="application/vnd.openxmlformats-officedocument.presentationml.slideLayout+xml"/>
  <Override PartName="/ppt/slideMasters/dp44v9_slideMaster1.xml" ContentType="application/vnd.openxmlformats-officedocument.presentationml.slideMaster+xml"/>
  <Override PartName="/ppt/slideMasters/theme/dp44v9_theme2.xml" ContentType="application/vnd.openxmlformats-officedocument.them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0.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4c2d3044122a4212" /><Relationship Type="http://schemas.openxmlformats.org/officeDocument/2006/relationships/extended-properties" Target="/docProps/app.xml" Id="R17f02e86c62a435e" /><Relationship Type="http://schemas.openxmlformats.org/officeDocument/2006/relationships/officeDocument" Target="/ppt/presentation.xml" Id="R54599d7fdb6849b9"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f1ad71371b8245be"/>
    <p:sldMasterId r:id="Via_ppt_slideMasters_dp3parallelv3_slideMaster1_xml" id="2147483649"/>
    <p:sldMasterId r:id="Via_ppt_slideMasters_dp5v5_slideMaster1_xml" id="2147483650"/>
    <p:sldMasterId r:id="Via_ppt_slideMasters_dp3cpuv6_slideMaster1_xml" id="2147483651"/>
    <p:sldMasterId r:id="Via_ppt_slideMasters_dp3cpuv7_slideMaster1_xml" id="2147483652"/>
    <p:sldMasterId r:id="Via_ppt_slideMasters_dp3cpuv8_slideMaster1_xml" id="2147483653"/>
    <p:sldMasterId r:id="Via_ppt_slideMasters_dp44v9_slideMaster1_xml" id="2147483654"/>
  </p:sldMasterIdLst>
  <p:notesMasterIdLst>
    <p:notesMasterId r:id="Rfb29300d6ed74006"/>
  </p:notesMasterIdLst>
  <p:sldIdLst>
    <p:sldId id="256" r:id="Dp3ParallelV3Slide1"/>
    <p:sldId id="257" r:id="Dp3ParallelV3Slide2"/>
    <p:sldId id="258" r:id="Dp3ParallelV3Slide3"/>
    <p:sldId id="259" r:id="Dp3ParallelV3Slide4"/>
    <p:sldId id="260" r:id="Dp3ParallelV3Slide5"/>
    <p:sldId id="261" r:id="Dp3ParallelV3Slide6"/>
    <p:sldId id="262" r:id="Dp3ParallelV3Slide7"/>
    <p:sldId id="263" r:id="Dp3ParallelV3Slide8"/>
    <p:sldId id="277" r:id="Dp3CpuV6Slide1"/>
    <p:sldId id="278" r:id="Dp3CpuV6Slide2"/>
    <p:sldId id="279" r:id="Dp3CpuV6Slide3"/>
    <p:sldId id="280" r:id="Dp3CpuV6Slide4"/>
    <p:sldId id="281" r:id="Dp3CpuV6Slide5"/>
    <p:sldId id="282" r:id="Dp3CpuV6Slide6"/>
    <p:sldId id="283" r:id="Dp3CpuV6Slide7"/>
    <p:sldId id="269" r:id="Dp3ParallelV3Slide14"/>
    <p:sldId id="270" r:id="Dp3ParallelV3Slide15"/>
    <p:sldId id="271" r:id="Dp3ParallelV3Slide16"/>
    <p:sldId id="272" r:id="Dp3ParallelV3Slide17"/>
    <p:sldId id="273" r:id="Dp5V5Append1"/>
    <p:sldId id="274" r:id="Dp5V5Append2"/>
    <p:sldId id="275" r:id="Dp5V5Append3"/>
    <p:sldId id="276" r:id="Dp5V5Append4"/>
    <p:sldId id="285" r:id="rIdDP44v9_1"/>
    <p:sldId id="286" r:id="rIdDP44v9_2"/>
    <p:sldId id="287" r:id="rIdDP44v9_3"/>
    <p:sldId id="288" r:id="rIdDP44v9_4"/>
    <p:sldId id="289" r:id="rIdDP44v9_5"/>
    <p:sldId id="290" r:id="rIdDP44v9_6"/>
    <p:sldId id="291" r:id="rIdDP44v9_7"/>
    <p:sldId id="284" r:id="Dp3CpuV6Slide8"/>
    <p:sldId id="264" r:id="Dp3ParallelV3Slide9"/>
    <p:sldId id="265" r:id="Dp3ParallelV3Slide10"/>
    <p:sldId id="266" r:id="Dp3ParallelV3Slide11"/>
    <p:sldId id="267" r:id="Dp3ParallelV3Slide12"/>
    <p:sldId id="268" r:id="Dp3ParallelV3Slide13"/>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2a325b29fd034a5d" /><Relationship Type="http://schemas.openxmlformats.org/officeDocument/2006/relationships/slideMaster" Target="/ppt/slideMasters/slideMaster1.xml" Id="Rf1ad71371b8245be" /><Relationship Type="http://schemas.openxmlformats.org/officeDocument/2006/relationships/notesMaster" Target="/ppt/notesMasters/notesMaster1.xml" Id="Rfb29300d6ed74006" /><Relationship Type="http://schemas.openxmlformats.org/officeDocument/2006/relationships/presProps" Target="/ppt/presProps.xml" Id="Rc080b43a7f0949d2" /><Relationship Type="http://schemas.openxmlformats.org/officeDocument/2006/relationships/tableStyles" Target="/ppt/tableStyles.xml" Id="R81cb20b8ff6a40f3" /><Relationship Id="Via_ppt_slideMasters_dp3parallelv3_slideMaster1_xml" Type="http://schemas.openxmlformats.org/officeDocument/2006/relationships/slideMaster" Target="/ppt/slideMasters/dp3parallelv3_slideMaster1.xml" /><Relationship Id="Dp3ParallelV3Slide1" Type="http://schemas.openxmlformats.org/officeDocument/2006/relationships/slide" Target="/ppt/slides/slide1.xml" /><Relationship Id="Dp3ParallelV3Slide2" Type="http://schemas.openxmlformats.org/officeDocument/2006/relationships/slide" Target="/ppt/slides/slide2.xml" /><Relationship Id="Dp3ParallelV3Slide3" Type="http://schemas.openxmlformats.org/officeDocument/2006/relationships/slide" Target="/ppt/slides/slide3.xml" /><Relationship Id="Dp3ParallelV3Slide4" Type="http://schemas.openxmlformats.org/officeDocument/2006/relationships/slide" Target="/ppt/slides/slide4.xml" /><Relationship Id="Dp3ParallelV3Slide5" Type="http://schemas.openxmlformats.org/officeDocument/2006/relationships/slide" Target="/ppt/slides/slide5.xml" /><Relationship Id="Dp3ParallelV3Slide6" Type="http://schemas.openxmlformats.org/officeDocument/2006/relationships/slide" Target="/ppt/slides/slide6.xml" /><Relationship Id="Dp3ParallelV3Slide7" Type="http://schemas.openxmlformats.org/officeDocument/2006/relationships/slide" Target="/ppt/slides/slide7.xml" /><Relationship Id="Dp3ParallelV3Slide8" Type="http://schemas.openxmlformats.org/officeDocument/2006/relationships/slide" Target="/ppt/slides/slide8.xml" /><Relationship Id="Dp3ParallelV3Slide9" Type="http://schemas.openxmlformats.org/officeDocument/2006/relationships/slide" Target="/ppt/slides/slide109.xml" /><Relationship Id="Dp3ParallelV3Slide10" Type="http://schemas.openxmlformats.org/officeDocument/2006/relationships/slide" Target="/ppt/slides/slide110.xml" /><Relationship Id="Dp3ParallelV3Slide11" Type="http://schemas.openxmlformats.org/officeDocument/2006/relationships/slide" Target="/ppt/slides/slide111.xml" /><Relationship Id="Dp3ParallelV3Slide12" Type="http://schemas.openxmlformats.org/officeDocument/2006/relationships/slide" Target="/ppt/slides/slide112.xml" /><Relationship Id="Dp3ParallelV3Slide13" Type="http://schemas.openxmlformats.org/officeDocument/2006/relationships/slide" Target="/ppt/slides/slide113.xml" /><Relationship Id="Dp3ParallelV3Slide14" Type="http://schemas.openxmlformats.org/officeDocument/2006/relationships/slide" Target="/ppt/slides/slide13.xml" /><Relationship Id="Dp3ParallelV3Slide15" Type="http://schemas.openxmlformats.org/officeDocument/2006/relationships/slide" Target="/ppt/slides/slide14.xml" /><Relationship Id="Dp3ParallelV3Slide16" Type="http://schemas.openxmlformats.org/officeDocument/2006/relationships/slide" Target="/ppt/slides/slide15.xml" /><Relationship Id="Dp3ParallelV3Slide17" Type="http://schemas.openxmlformats.org/officeDocument/2006/relationships/slide" Target="/ppt/slides/slide16.xml" /><Relationship Id="Via_ppt_slideMasters_dp5v5_slideMaster1_xml" Type="http://schemas.openxmlformats.org/officeDocument/2006/relationships/slideMaster" Target="/ppt/slideMasters/dp5v5_slideMaster1.xml" /><Relationship Id="Dp5V5Append1" Type="http://schemas.openxmlformats.org/officeDocument/2006/relationships/slide" Target="/ppt/slides/slide218.xml" /><Relationship Id="Dp5V5Append2" Type="http://schemas.openxmlformats.org/officeDocument/2006/relationships/slide" Target="/ppt/slides/slide219.xml" /><Relationship Id="Dp5V5Append3" Type="http://schemas.openxmlformats.org/officeDocument/2006/relationships/slide" Target="/ppt/slides/slide220.xml" /><Relationship Id="Dp5V5Append4" Type="http://schemas.openxmlformats.org/officeDocument/2006/relationships/slide" Target="/ppt/slides/slide221.xml" /><Relationship Id="Via_ppt_slideMasters_dp3cpuv6_slideMaster1_xml" Type="http://schemas.openxmlformats.org/officeDocument/2006/relationships/slideMaster" Target="/ppt/slideMasters/dp3cpuv6_slideMaster1.xml" /><Relationship Id="Dp3CpuV6Slide1" Type="http://schemas.openxmlformats.org/officeDocument/2006/relationships/slide" Target="/ppt/slides/slide309.xml" /><Relationship Id="Dp3CpuV6Slide2" Type="http://schemas.openxmlformats.org/officeDocument/2006/relationships/slide" Target="/ppt/slides/slide510.xml" /><Relationship Id="Dp3CpuV6Slide3" Type="http://schemas.openxmlformats.org/officeDocument/2006/relationships/slide" Target="/ppt/slides/slide511.xml" /><Relationship Id="Dp3CpuV6Slide4" Type="http://schemas.openxmlformats.org/officeDocument/2006/relationships/slide" Target="/ppt/slides/slide512.xml" /><Relationship Id="Dp3CpuV6Slide5" Type="http://schemas.openxmlformats.org/officeDocument/2006/relationships/slide" Target="/ppt/slides/slide313.xml" /><Relationship Id="Dp3CpuV6Slide6" Type="http://schemas.openxmlformats.org/officeDocument/2006/relationships/slide" Target="/ppt/slides/slide314.xml" /><Relationship Id="Dp3CpuV6Slide7" Type="http://schemas.openxmlformats.org/officeDocument/2006/relationships/slide" Target="/ppt/slides/slide315.xml" /><Relationship Id="Dp3CpuV6Slide8" Type="http://schemas.openxmlformats.org/officeDocument/2006/relationships/slide" Target="/ppt/slides/slide316.xml" /><Relationship Id="Via_ppt_slideMasters_dp3cpuv7_slideMaster1_xml" Type="http://schemas.openxmlformats.org/officeDocument/2006/relationships/slideMaster" Target="/ppt/slideMasters/dp3cpuv7_slideMaster1.xml" /><Relationship Id="Via_ppt_slideMasters_dp3cpuv8_slideMaster1_xml" Type="http://schemas.openxmlformats.org/officeDocument/2006/relationships/slideMaster" Target="/ppt/slideMasters/dp3cpuv8_slideMaster1.xml" /><Relationship Id="Via_ppt_slideMasters_dp44v9_slideMaster1_xml" Type="http://schemas.openxmlformats.org/officeDocument/2006/relationships/slideMaster" Target="/ppt/slideMasters/dp44v9_slideMaster1.xml" /><Relationship Id="rIdDP44v9_1" Type="http://schemas.openxmlformats.org/officeDocument/2006/relationships/slide" Target="/ppt/slides/slide624.xml" /><Relationship Id="rIdDP44v9_2" Type="http://schemas.openxmlformats.org/officeDocument/2006/relationships/slide" Target="/ppt/slides/slide625.xml" /><Relationship Id="rIdDP44v9_3" Type="http://schemas.openxmlformats.org/officeDocument/2006/relationships/slide" Target="/ppt/slides/slide626.xml" /><Relationship Id="rIdDP44v9_4" Type="http://schemas.openxmlformats.org/officeDocument/2006/relationships/slide" Target="/ppt/slides/slide627.xml" /><Relationship Id="rIdDP44v9_5" Type="http://schemas.openxmlformats.org/officeDocument/2006/relationships/slide" Target="/ppt/slides/slide628.xml" /><Relationship Id="rIdDP44v9_6" Type="http://schemas.openxmlformats.org/officeDocument/2006/relationships/slide" Target="/ppt/slides/slide629.xml" /><Relationship Id="rIdDP44v9_7" Type="http://schemas.openxmlformats.org/officeDocument/2006/relationships/slide" Target="/ppt/slides/slide630.xml" /></Relationships>
</file>

<file path=ppt/notesMasters/_rels/dp3cpuv6_notesMaster1.xml.rels><?xml version='1.0' encoding='utf-8'?>
<Relationships xmlns="http://schemas.openxmlformats.org/package/2006/relationships"><Relationship Type="http://schemas.openxmlformats.org/officeDocument/2006/relationships/theme" Target="/ppt/notesMasters/theme/dp3cpuv6_theme3.xml" Id="R7b1c3f0bcdf749ab" /></Relationships>
</file>

<file path=ppt/notesMasters/_rels/dp3cpuv7_notesMaster1.xml.rels><?xml version='1.0' encoding='utf-8'?>
<Relationships xmlns="http://schemas.openxmlformats.org/package/2006/relationships"><Relationship Type="http://schemas.openxmlformats.org/officeDocument/2006/relationships/theme" Target="/ppt/notesMasters/theme/dp3cpuv7_theme3.xml" Id="R708d998679314eda" /></Relationships>
</file>

<file path=ppt/notesMasters/_rels/dp3cpuv8_notesMaster1.xml.rels><?xml version='1.0' encoding='utf-8'?>
<Relationships xmlns="http://schemas.openxmlformats.org/package/2006/relationships"><Relationship Type="http://schemas.openxmlformats.org/officeDocument/2006/relationships/theme" Target="/ppt/notesMasters/theme/dp3cpuv8_theme3.xml" Id="Ra15ac00cc5c64300" /></Relationships>
</file>

<file path=ppt/notesMasters/_rels/dp3parallelv3_notesMaster1.xml.rels><?xml version='1.0' encoding='utf-8'?>
<Relationships xmlns="http://schemas.openxmlformats.org/package/2006/relationships"><Relationship Type="http://schemas.openxmlformats.org/officeDocument/2006/relationships/theme" Target="/ppt/notesMasters/theme/dp3parallelv3_theme3.xml" Id="Recaaa2478c264715" /></Relationships>
</file>

<file path=ppt/notesMasters/_rels/dp5v5_notesMaster1.xml.rels><?xml version='1.0' encoding='utf-8'?>
<Relationships xmlns="http://schemas.openxmlformats.org/package/2006/relationships"><Relationship Type="http://schemas.openxmlformats.org/officeDocument/2006/relationships/theme" Target="/ppt/notesMasters/theme/dp5v5_theme3.xml" Id="R57f3706fd338477e" /></Relationships>
</file>

<file path=ppt/notesMasters/_rels/dp44v9_notesMaster1.xml.rels><?xml version='1.0' encoding='utf-8'?>
<Relationships xmlns="http://schemas.openxmlformats.org/package/2006/relationships"><Relationship Type="http://schemas.openxmlformats.org/officeDocument/2006/relationships/theme" Target="/ppt/notesMasters/theme/dp44v9_theme3.xml" Id="R6c73e7fc08b548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5d43cfdb0e4cd5" /></Relationships>
</file>

<file path=ppt/notesMasters/dp3cpuv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3cpuv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3cpuv8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3parallelv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5v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44v9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dp3cpuv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3cpuv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3cpuv8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3parallelv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5v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44v9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6f9f24abfc4f14" /><Relationship Type="http://schemas.openxmlformats.org/officeDocument/2006/relationships/notesMaster" Target="/ppt/notesMasters/notesMaster1.xml" Id="Refb0989b618245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1aa841d5f34655" /><Relationship Type="http://schemas.openxmlformats.org/officeDocument/2006/relationships/notesMaster" Target="/ppt/notesMasters/notesMaster1.xml" Id="R45200d1456ad43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ce025784034756" /><Relationship Type="http://schemas.openxmlformats.org/officeDocument/2006/relationships/notesMaster" Target="/ppt/notesMasters/notesMaster1.xml" Id="R1084708f268d4c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740c31ddf64b7e" /><Relationship Type="http://schemas.openxmlformats.org/officeDocument/2006/relationships/notesMaster" Target="/ppt/notesMasters/notesMaster1.xml" Id="R2784b2fa88bc48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38b723306d4e53" /><Relationship Type="http://schemas.openxmlformats.org/officeDocument/2006/relationships/notesMaster" Target="/ppt/notesMasters/notesMaster1.xml" Id="R52250ae8534847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6766fadc0e4010" /><Relationship Type="http://schemas.openxmlformats.org/officeDocument/2006/relationships/notesMaster" Target="/ppt/notesMasters/notesMaster1.xml" Id="R010d343c2e1349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9d1eeff2941f2" /><Relationship Type="http://schemas.openxmlformats.org/officeDocument/2006/relationships/notesMaster" Target="/ppt/notesMasters/notesMaster1.xml" Id="Rb6b29d59389142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6c150385744477" /><Relationship Type="http://schemas.openxmlformats.org/officeDocument/2006/relationships/notesMaster" Target="/ppt/notesMasters/notesMaster1.xml" Id="R7bdd5015667e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58063962f44c55" /><Relationship Type="http://schemas.openxmlformats.org/officeDocument/2006/relationships/notesMaster" Target="/ppt/notesMasters/notesMaster1.xml" Id="R94ca7b3ea66645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c981ffd7af491d" /><Relationship Type="http://schemas.openxmlformats.org/officeDocument/2006/relationships/notesMaster" Target="/ppt/notesMasters/notesMaster1.xml" Id="Rebefa658f4aa4f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52573963ff4546" /><Relationship Type="http://schemas.openxmlformats.org/officeDocument/2006/relationships/notesMaster" Target="/ppt/notesMasters/notesMaster1.xml" Id="Ra9f91cdbb07e4a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64ee858ac4dcb" /><Relationship Type="http://schemas.openxmlformats.org/officeDocument/2006/relationships/notesMaster" Target="/ppt/notesMasters/notesMaster1.xml" Id="R743704f8ef4b48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42ce33505f4269" /><Relationship Type="http://schemas.openxmlformats.org/officeDocument/2006/relationships/notesMaster" Target="/ppt/notesMasters/notesMaster1.xml" Id="R85f552786fae41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1e521459c54515" /><Relationship Type="http://schemas.openxmlformats.org/officeDocument/2006/relationships/notesMaster" Target="/ppt/notesMasters/notesMaster1.xml" Id="R53d9d0e83c244a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6c178e8e204ffc" /><Relationship Type="http://schemas.openxmlformats.org/officeDocument/2006/relationships/notesMaster" Target="/ppt/notesMasters/notesMaster1.xml" Id="R4a69a9fa9cfd45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d56c467d5b4e43" /><Relationship Type="http://schemas.openxmlformats.org/officeDocument/2006/relationships/notesMaster" Target="/ppt/notesMasters/notesMaster1.xml" Id="R3366736aa76b461b" /></Relationships>
</file>

<file path=ppt/notesSlides/_rels/notesSlide109.xml.rels><?xml version='1.0' encoding='utf-8'?>
<Relationships xmlns="http://schemas.openxmlformats.org/package/2006/relationships"><Relationship Type="http://schemas.openxmlformats.org/officeDocument/2006/relationships/slide" Target="/ppt/slides/slide109.xml" Id="R548eed633c124c44" /><Relationship Type="http://schemas.openxmlformats.org/officeDocument/2006/relationships/notesMaster" Target="/ppt/notesMasters/dp3parallelv3_notesMaster1.xml" Id="R8339f5d1461e405d" /></Relationships>
</file>

<file path=ppt/notesSlides/_rels/notesSlide110.xml.rels><?xml version='1.0' encoding='utf-8'?>
<Relationships xmlns="http://schemas.openxmlformats.org/package/2006/relationships"><Relationship Type="http://schemas.openxmlformats.org/officeDocument/2006/relationships/slide" Target="/ppt/slides/slide110.xml" Id="Ra857dbe4055146e5" /><Relationship Type="http://schemas.openxmlformats.org/officeDocument/2006/relationships/notesMaster" Target="/ppt/notesMasters/dp3parallelv3_notesMaster1.xml" Id="R50a59f6537034f15" /></Relationships>
</file>

<file path=ppt/notesSlides/_rels/notesSlide111.xml.rels><?xml version='1.0' encoding='utf-8'?>
<Relationships xmlns="http://schemas.openxmlformats.org/package/2006/relationships"><Relationship Type="http://schemas.openxmlformats.org/officeDocument/2006/relationships/slide" Target="/ppt/slides/slide111.xml" Id="R66c17b2d04344224" /><Relationship Type="http://schemas.openxmlformats.org/officeDocument/2006/relationships/notesMaster" Target="/ppt/notesMasters/dp3parallelv3_notesMaster1.xml" Id="Rd4caa42a0b8146f2" /></Relationships>
</file>

<file path=ppt/notesSlides/_rels/notesSlide112.xml.rels><?xml version='1.0' encoding='utf-8'?>
<Relationships xmlns="http://schemas.openxmlformats.org/package/2006/relationships"><Relationship Type="http://schemas.openxmlformats.org/officeDocument/2006/relationships/slide" Target="/ppt/slides/slide112.xml" Id="R55875212109f4746" /><Relationship Type="http://schemas.openxmlformats.org/officeDocument/2006/relationships/notesMaster" Target="/ppt/notesMasters/dp3parallelv3_notesMaster1.xml" Id="R94919111deeb4037" /></Relationships>
</file>

<file path=ppt/notesSlides/_rels/notesSlide113.xml.rels><?xml version='1.0' encoding='utf-8'?>
<Relationships xmlns="http://schemas.openxmlformats.org/package/2006/relationships"><Relationship Type="http://schemas.openxmlformats.org/officeDocument/2006/relationships/slide" Target="/ppt/slides/slide113.xml" Id="R54947714149743ea" /><Relationship Type="http://schemas.openxmlformats.org/officeDocument/2006/relationships/notesMaster" Target="/ppt/notesMasters/dp3parallelv3_notesMaster1.xml" Id="R59142628a1c24e79" /></Relationships>
</file>

<file path=ppt/notesSlides/_rels/notesSlide218.xml.rels><?xml version='1.0' encoding='utf-8'?>
<Relationships xmlns="http://schemas.openxmlformats.org/package/2006/relationships"><Relationship Type="http://schemas.openxmlformats.org/officeDocument/2006/relationships/slide" Target="/ppt/slides/slide218.xml" Id="R793b0722ee7b4652" /><Relationship Type="http://schemas.openxmlformats.org/officeDocument/2006/relationships/notesMaster" Target="/ppt/notesMasters/dp5v5_notesMaster1.xml" Id="R24f89122e79348f5" /></Relationships>
</file>

<file path=ppt/notesSlides/_rels/notesSlide219.xml.rels><?xml version='1.0' encoding='utf-8'?>
<Relationships xmlns="http://schemas.openxmlformats.org/package/2006/relationships"><Relationship Type="http://schemas.openxmlformats.org/officeDocument/2006/relationships/slide" Target="/ppt/slides/slide219.xml" Id="R6fa23f1214854a69" /><Relationship Type="http://schemas.openxmlformats.org/officeDocument/2006/relationships/notesMaster" Target="/ppt/notesMasters/dp5v5_notesMaster1.xml" Id="R7cf2974b8f5e45a6" /></Relationships>
</file>

<file path=ppt/notesSlides/_rels/notesSlide220.xml.rels><?xml version='1.0' encoding='utf-8'?>
<Relationships xmlns="http://schemas.openxmlformats.org/package/2006/relationships"><Relationship Type="http://schemas.openxmlformats.org/officeDocument/2006/relationships/slide" Target="/ppt/slides/slide220.xml" Id="Rad0916a690cc42d9" /><Relationship Type="http://schemas.openxmlformats.org/officeDocument/2006/relationships/notesMaster" Target="/ppt/notesMasters/dp5v5_notesMaster1.xml" Id="R0de2d88c22bb462a" /></Relationships>
</file>

<file path=ppt/notesSlides/_rels/notesSlide221.xml.rels><?xml version='1.0' encoding='utf-8'?>
<Relationships xmlns="http://schemas.openxmlformats.org/package/2006/relationships"><Relationship Type="http://schemas.openxmlformats.org/officeDocument/2006/relationships/slide" Target="/ppt/slides/slide221.xml" Id="Rf718bb6a4cf94f49" /><Relationship Type="http://schemas.openxmlformats.org/officeDocument/2006/relationships/notesMaster" Target="/ppt/notesMasters/dp5v5_notesMaster1.xml" Id="R0cc84ca6875b41e4" /></Relationships>
</file>

<file path=ppt/notesSlides/_rels/notesSlide309.xml.rels><?xml version='1.0' encoding='utf-8'?>
<Relationships xmlns="http://schemas.openxmlformats.org/package/2006/relationships"><Relationship Type="http://schemas.openxmlformats.org/officeDocument/2006/relationships/slide" Target="/ppt/slides/slide309.xml" Id="R2d8eb2b9e4ae4dae" /><Relationship Type="http://schemas.openxmlformats.org/officeDocument/2006/relationships/notesMaster" Target="/ppt/notesMasters/dp3cpuv6_notesMaster1.xml" Id="Rbf735899900e465a" /></Relationships>
</file>

<file path=ppt/notesSlides/_rels/notesSlide310.xml.rels><?xml version='1.0' encoding='utf-8'?>
<Relationships xmlns="http://schemas.openxmlformats.org/package/2006/relationships"><Relationship Type="http://schemas.openxmlformats.org/officeDocument/2006/relationships/slide" Target="/ppt/slides/slide310.xml" Id="R24dd4ef14a4c45d6" /><Relationship Type="http://schemas.openxmlformats.org/officeDocument/2006/relationships/notesMaster" Target="/ppt/notesMasters/dp3cpuv6_notesMaster1.xml" Id="R03d1627aebb946e4" /></Relationships>
</file>

<file path=ppt/notesSlides/_rels/notesSlide311.xml.rels><?xml version='1.0' encoding='utf-8'?>
<Relationships xmlns="http://schemas.openxmlformats.org/package/2006/relationships"><Relationship Type="http://schemas.openxmlformats.org/officeDocument/2006/relationships/slide" Target="/ppt/slides/slide311.xml" Id="R8f71166d93624c82" /><Relationship Type="http://schemas.openxmlformats.org/officeDocument/2006/relationships/notesMaster" Target="/ppt/notesMasters/dp3cpuv6_notesMaster1.xml" Id="R77b7c48e30d74f66" /></Relationships>
</file>

<file path=ppt/notesSlides/_rels/notesSlide312.xml.rels><?xml version='1.0' encoding='utf-8'?>
<Relationships xmlns="http://schemas.openxmlformats.org/package/2006/relationships"><Relationship Type="http://schemas.openxmlformats.org/officeDocument/2006/relationships/slide" Target="/ppt/slides/slide312.xml" Id="Re59cd184889a428d" /><Relationship Type="http://schemas.openxmlformats.org/officeDocument/2006/relationships/notesMaster" Target="/ppt/notesMasters/dp3cpuv6_notesMaster1.xml" Id="R2947e11723b849c9" /></Relationships>
</file>

<file path=ppt/notesSlides/_rels/notesSlide313.xml.rels><?xml version='1.0' encoding='utf-8'?>
<Relationships xmlns="http://schemas.openxmlformats.org/package/2006/relationships"><Relationship Type="http://schemas.openxmlformats.org/officeDocument/2006/relationships/slide" Target="/ppt/slides/slide313.xml" Id="R76b05513d39c421d" /><Relationship Type="http://schemas.openxmlformats.org/officeDocument/2006/relationships/notesMaster" Target="/ppt/notesMasters/dp3cpuv6_notesMaster1.xml" Id="Raede9628f1b1452c" /></Relationships>
</file>

<file path=ppt/notesSlides/_rels/notesSlide314.xml.rels><?xml version='1.0' encoding='utf-8'?>
<Relationships xmlns="http://schemas.openxmlformats.org/package/2006/relationships"><Relationship Type="http://schemas.openxmlformats.org/officeDocument/2006/relationships/slide" Target="/ppt/slides/slide314.xml" Id="Rc354c90c73234401" /><Relationship Type="http://schemas.openxmlformats.org/officeDocument/2006/relationships/notesMaster" Target="/ppt/notesMasters/dp3cpuv6_notesMaster1.xml" Id="Recfa8c1e853a4110" /></Relationships>
</file>

<file path=ppt/notesSlides/_rels/notesSlide315.xml.rels><?xml version='1.0' encoding='utf-8'?>
<Relationships xmlns="http://schemas.openxmlformats.org/package/2006/relationships"><Relationship Type="http://schemas.openxmlformats.org/officeDocument/2006/relationships/slide" Target="/ppt/slides/slide315.xml" Id="R0a4f2988ee7f4277" /><Relationship Type="http://schemas.openxmlformats.org/officeDocument/2006/relationships/notesMaster" Target="/ppt/notesMasters/dp3cpuv6_notesMaster1.xml" Id="R78459043adc24770" /></Relationships>
</file>

<file path=ppt/notesSlides/_rels/notesSlide316.xml.rels><?xml version='1.0' encoding='utf-8'?>
<Relationships xmlns="http://schemas.openxmlformats.org/package/2006/relationships"><Relationship Type="http://schemas.openxmlformats.org/officeDocument/2006/relationships/slide" Target="/ppt/slides/slide316.xml" Id="R1118bbc540104d73" /><Relationship Type="http://schemas.openxmlformats.org/officeDocument/2006/relationships/notesMaster" Target="/ppt/notesMasters/dp3cpuv6_notesMaster1.xml" Id="R64e3b4f232264ed9" /></Relationships>
</file>

<file path=ppt/notesSlides/_rels/notesSlide410.xml.rels><?xml version='1.0' encoding='utf-8'?>
<Relationships xmlns="http://schemas.openxmlformats.org/package/2006/relationships"><Relationship Type="http://schemas.openxmlformats.org/officeDocument/2006/relationships/slide" Target="/ppt/slides/slide410.xml" Id="R597e93d77cc649c9" /><Relationship Type="http://schemas.openxmlformats.org/officeDocument/2006/relationships/notesMaster" Target="/ppt/notesMasters/dp3cpuv7_notesMaster1.xml" Id="R9e4830fb223249a2" /></Relationships>
</file>

<file path=ppt/notesSlides/_rels/notesSlide411.xml.rels><?xml version='1.0' encoding='utf-8'?>
<Relationships xmlns="http://schemas.openxmlformats.org/package/2006/relationships"><Relationship Type="http://schemas.openxmlformats.org/officeDocument/2006/relationships/slide" Target="/ppt/slides/slide411.xml" Id="R51dfcdbd421a4f00" /><Relationship Type="http://schemas.openxmlformats.org/officeDocument/2006/relationships/notesMaster" Target="/ppt/notesMasters/dp3cpuv7_notesMaster1.xml" Id="R2ac84727b6e441f6" /></Relationships>
</file>

<file path=ppt/notesSlides/_rels/notesSlide412.xml.rels><?xml version='1.0' encoding='utf-8'?>
<Relationships xmlns="http://schemas.openxmlformats.org/package/2006/relationships"><Relationship Type="http://schemas.openxmlformats.org/officeDocument/2006/relationships/slide" Target="/ppt/slides/slide412.xml" Id="Rb8a8089771134518" /><Relationship Type="http://schemas.openxmlformats.org/officeDocument/2006/relationships/notesMaster" Target="/ppt/notesMasters/dp3cpuv7_notesMaster1.xml" Id="Re02870f4cf9949ed" /></Relationships>
</file>

<file path=ppt/notesSlides/_rels/notesSlide510.xml.rels><?xml version='1.0' encoding='utf-8'?>
<Relationships xmlns="http://schemas.openxmlformats.org/package/2006/relationships"><Relationship Type="http://schemas.openxmlformats.org/officeDocument/2006/relationships/slide" Target="/ppt/slides/slide510.xml" Id="R388d85fe0c994c88" /><Relationship Type="http://schemas.openxmlformats.org/officeDocument/2006/relationships/notesMaster" Target="/ppt/notesMasters/dp3cpuv8_notesMaster1.xml" Id="R22abfc1e626c496e" /></Relationships>
</file>

<file path=ppt/notesSlides/_rels/notesSlide511.xml.rels><?xml version='1.0' encoding='utf-8'?>
<Relationships xmlns="http://schemas.openxmlformats.org/package/2006/relationships"><Relationship Type="http://schemas.openxmlformats.org/officeDocument/2006/relationships/slide" Target="/ppt/slides/slide511.xml" Id="Rba5f480683a94a86" /><Relationship Type="http://schemas.openxmlformats.org/officeDocument/2006/relationships/notesMaster" Target="/ppt/notesMasters/dp3cpuv8_notesMaster1.xml" Id="R422cd69e4d3842bc" /></Relationships>
</file>

<file path=ppt/notesSlides/_rels/notesSlide512.xml.rels><?xml version='1.0' encoding='utf-8'?>
<Relationships xmlns="http://schemas.openxmlformats.org/package/2006/relationships"><Relationship Type="http://schemas.openxmlformats.org/officeDocument/2006/relationships/slide" Target="/ppt/slides/slide512.xml" Id="R2506ea4a8ce44ebe" /><Relationship Type="http://schemas.openxmlformats.org/officeDocument/2006/relationships/notesMaster" Target="/ppt/notesMasters/dp3cpuv8_notesMaster1.xml" Id="Rf29d406601f84aad" /></Relationships>
</file>

<file path=ppt/notesSlides/_rels/notesSlide624.xml.rels><?xml version='1.0' encoding='utf-8'?>
<Relationships xmlns="http://schemas.openxmlformats.org/package/2006/relationships"><Relationship Type="http://schemas.openxmlformats.org/officeDocument/2006/relationships/slide" Target="/ppt/slides/slide624.xml" Id="Rd95033d65fb14a91" /><Relationship Type="http://schemas.openxmlformats.org/officeDocument/2006/relationships/notesMaster" Target="/ppt/notesMasters/dp44v9_notesMaster1.xml" Id="R99b736a993a94cbe" /></Relationships>
</file>

<file path=ppt/notesSlides/_rels/notesSlide625.xml.rels><?xml version='1.0' encoding='utf-8'?>
<Relationships xmlns="http://schemas.openxmlformats.org/package/2006/relationships"><Relationship Type="http://schemas.openxmlformats.org/officeDocument/2006/relationships/slide" Target="/ppt/slides/slide625.xml" Id="Rbf912f34c0d54458" /><Relationship Type="http://schemas.openxmlformats.org/officeDocument/2006/relationships/notesMaster" Target="/ppt/notesMasters/dp44v9_notesMaster1.xml" Id="R395ece1f7cb44cae" /></Relationships>
</file>

<file path=ppt/notesSlides/_rels/notesSlide626.xml.rels><?xml version='1.0' encoding='utf-8'?>
<Relationships xmlns="http://schemas.openxmlformats.org/package/2006/relationships"><Relationship Type="http://schemas.openxmlformats.org/officeDocument/2006/relationships/slide" Target="/ppt/slides/slide626.xml" Id="Rda1242039ca0459e" /><Relationship Type="http://schemas.openxmlformats.org/officeDocument/2006/relationships/notesMaster" Target="/ppt/notesMasters/dp44v9_notesMaster1.xml" Id="R5ee14af9065142b3" /></Relationships>
</file>

<file path=ppt/notesSlides/_rels/notesSlide627.xml.rels><?xml version='1.0' encoding='utf-8'?>
<Relationships xmlns="http://schemas.openxmlformats.org/package/2006/relationships"><Relationship Type="http://schemas.openxmlformats.org/officeDocument/2006/relationships/slide" Target="/ppt/slides/slide627.xml" Id="R796a9a04f4ec48a7" /><Relationship Type="http://schemas.openxmlformats.org/officeDocument/2006/relationships/notesMaster" Target="/ppt/notesMasters/dp44v9_notesMaster1.xml" Id="R278fe01da96b48c4" /></Relationships>
</file>

<file path=ppt/notesSlides/_rels/notesSlide628.xml.rels><?xml version='1.0' encoding='utf-8'?>
<Relationships xmlns="http://schemas.openxmlformats.org/package/2006/relationships"><Relationship Type="http://schemas.openxmlformats.org/officeDocument/2006/relationships/slide" Target="/ppt/slides/slide628.xml" Id="R23873107c4cb4d8f" /><Relationship Type="http://schemas.openxmlformats.org/officeDocument/2006/relationships/notesMaster" Target="/ppt/notesMasters/dp44v9_notesMaster1.xml" Id="Rf0416fcbe8d14ce6" /></Relationships>
</file>

<file path=ppt/notesSlides/_rels/notesSlide629.xml.rels><?xml version='1.0' encoding='utf-8'?>
<Relationships xmlns="http://schemas.openxmlformats.org/package/2006/relationships"><Relationship Type="http://schemas.openxmlformats.org/officeDocument/2006/relationships/slide" Target="/ppt/slides/slide629.xml" Id="Rd88e559f45a049ae" /><Relationship Type="http://schemas.openxmlformats.org/officeDocument/2006/relationships/notesMaster" Target="/ppt/notesMasters/dp44v9_notesMaster1.xml" Id="R372a4106b055444a" /></Relationships>
</file>

<file path=ppt/notesSlides/_rels/notesSlide630.xml.rels><?xml version='1.0' encoding='utf-8'?>
<Relationships xmlns="http://schemas.openxmlformats.org/package/2006/relationships"><Relationship Type="http://schemas.openxmlformats.org/officeDocument/2006/relationships/slide" Target="/ppt/slides/slide630.xml" Id="R6251d8bc7c4f4b4c" /><Relationship Type="http://schemas.openxmlformats.org/officeDocument/2006/relationships/notesMaster" Target="/ppt/notesMasters/dp44v9_notesMaster1.xml" Id="R842f4b9bd5184bd5"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 /Users/changbae/Workspace/via-sw-architecture/docs/architecture/12-decisions/decision-packages/seven-problem-review/01-evidence-supply.md §1~6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사용자 제공 DP3/DP4 배경 이미지. 모든 설명 도형과 문서는 편집 가능한 native shape다.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v10 가이드 검토에 따른 도식 설명 (기존 노트와 QA 근거 보존)</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구조 칸만 교체. 모든 대안의 Request Controller가 읽기 허가, 새 범위 재허가 및 현재 revision의 의미 채택을 수행한다. A는 첫 해석 전에 RC→CM 초기 문맥 조회→RC→RI의 경로로 유효 작업 문맥을 공급한다. 부족/변경 시에는 RI→RC→CM→원본→CM→RC→RI로 보완한다. 이 구조도는 실행 순서를 강제하는 숫자를 사용하지 않는다. 원본 owner는 VIA 내부의 기존 책임자이며 Context Manager로 권위가 이전되지 않는다. A의 문맥 갱신은 의미 채택 후, B의 임시 묶음은 요청 수명, C의 게시 근거는 별도 생산 수명이다. 공통 Model Access 모델 연동 구간은 이 근거 공급 확대도 밖에 있다. C의 관계 생산기는 자유문 해석이 필요할 때만 공통 Model Access를 사용한다. 색: 검정 공통, 파랑 A 고유, 초록 B/C 교체 구조. A2는 변경 조각만 읽되 전체 현재성 검증은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v10 가이드 검토에 따른 도식 설명 (기존 노트와 QA 근거 보존)</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구조 칸만 교체. 모든 대안의 Request Controller가 읽기 허가, 새 범위 재허가 및 현재 revision의 의미 채택을 수행한다. A는 첫 해석 전에 RC→CM 초기 문맥 조회→RC→RI의 경로로 유효 작업 문맥을 공급한다. 부족/변경 시에는 RI→RC→CM→원본→CM→RC→RI로 보완한다. 이 구조도는 실행 순서를 강제하는 숫자를 사용하지 않는다. 원본 owner는 VIA 내부의 기존 책임자이며 Context Manager로 권위가 이전되지 않는다. A의 문맥 갱신은 의미 채택 후, B의 임시 묶음은 요청 수명, C의 게시 근거는 별도 생산 수명이다. 공통 Model Access 모델 연동 구간은 이 근거 공급 확대도 밖에 있다. C의 관계 생산기는 자유문 해석이 필요할 때만 공통 Model Access를 사용한다. 색: 검정 공통, 파랑 A 고유, 초록 B/C 교체 구조. A2는 변경 조각만 읽되 전체 현재성 검증은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선택은 후속 근거 재사용 조건의 발표상 권고이며 accepted ADR을 변경하지 않는다. QA01의 A/B 구조 우열은 미확정이다. A2는 정정 사례에서 재조회 감소만 확인했으며 주요 성능 보완으로 채택하지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수치 출처: /Users/changbae/Workspace/via-sw-architecture/docs/architecture/12-decisions/decision-packages/seven-problem-review/17-presentation-results.md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v10 가이드 검토에 따른 도식 설명 (기존 노트와 QA 근거 보존)</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p4 좌측 기본 구조와 A2 그림만 갱신한다. Context Manager의 유효 작업 문맥이 최초 현재 입력에도 공급되며 Request Controller가 읽기 허가와 최종 의미를 채택한다. 현재성 확인을 통과한 문맥만 다음 요청에 재사용한다. 위아래 Context Manager는 동일 Component 책임을 기본 경로와 A2 확대 경로로 반복 표시한 것이며 두 인스턴스나 새 영속 저장소가 아니다. A2는 변경 구간만 읽고 전체 근거 판본을 다시 검사해 기존 문맥 갱신기에 전달한다. 영향 범위가 불명확하면 기존 전체 재구성으로 복귀한다. 파랑은 기존 A2 보완이다. 실제 근거의 A2 미채택 상태와 수치는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v10 가이드 검토에 따른 도식 설명 (기존 노트와 QA 근거 보존)</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같은 Model Access 호출 한도 K와 cloud 모델을 두 대안 각각에 동일하게 표시한다. 모델 가중치를 논리 실행별로 복제하지 않는다. 공통 대화와 요청 실행기의 모델 호출 및 반환은 각각 연결되어 있으며 모든 완료를 기다리는 join은 없다. A는 현재 모델/읽기 step 경계에서 새 입력을 반영하고 앞선 목표 전체 종료를 기다리지 않는다. 공통 Context Manager 근거 정책, 실제 표시와 외부 Agent 업무는 이 의미 실행 확대도 밖에 있다. R1/R2는 논리 실행 인스턴스이며 OS process가 아니다. B1은 불변 자료만 공유하고 R1/R2 가변 상태를 보존한다. 색: 검정 공통, 파랑 A 고유, 초록 B 고유, B1 파랑은 보완 강조.</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v10 가이드 검토에 따른 도식 설명 (기존 노트와 QA 근거 보존)</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같은 Model Access 호출 한도 K와 cloud 모델을 두 대안 각각에 동일하게 표시한다. 모델 가중치를 논리 실행별로 복제하지 않는다. 공통 대화와 요청 실행기의 모델 호출 및 반환은 각각 연결되어 있으며 모든 완료를 기다리는 join은 없다. A는 현재 모델/읽기 step 경계에서 새 입력을 반영하고 앞선 목표 전체 종료를 기다리지 않는다. 공통 Context Manager 근거 정책, 실제 표시와 외부 Agent 업무는 이 의미 실행 확대도 밖에 있다. R1/R2는 논리 실행 인스턴스이며 OS process가 아니다. B1은 불변 자료만 공유하고 R1/R2 가변 상태를 보존한다. 색: 검정 공통, 파랑 A 고유, 초록 B 고유, B1 파랑은 보완 강조.</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v10 가이드 검토에 따른 도식 설명 (기존 노트와 QA 근거 보존)</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p8 좌측 불변 입력 복사와 B1 공유 구조만 갱신한다. 위는 기본 B, 아래는 B1을 적용한 같은 Request Interpreter 책임의 비교이며 두 Component 인스턴스를 동시 실행하는 뜻이 아니다. R1/R2는 논리 실행이고 별도 process 또는 모델 복제가 아니다. 공통 Model Access 호출 한도는 p6/7과 같다. 기본 B는 실행별 입력 사본을 보유하고 B1은 불변 입력만 공유한다. R1/R2 가변 상태와 복구 규칙은 그대로 분리된다. 파랑은 기존 B1 보완이며 QA 원값과 재생 비교의 적용 범위를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도식으로 실제 외부 상용 Agent 수행 화면이 아니다. 조건 예시는 C1 근거의 가격 동률 전제를 설명하며 빨간 전달 예는 의미 손실을 보여주는 설명 문구다. 실제 모든 출력이 이 문구와 동일했다고 주장하지 않는다. Agent의 비공개 상태가 아닌 공개 자료와 채택 조건을 인계한다.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v10 가이드 검토에 따른 도식 설명 (기존 노트와 QA 근거 보존)</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인계 구조 칸만 교체. 원본은 기존 VIA owner의 권위이며 Context Manager의 자체 DB로 바꾸지 않는다. Request Controller가 현재 목적에 대한 준비를 요청하고 구성된 후보를 반환받은 뒤 현재 조건과 전송 권한을 확인한다. 그 허가를 Task Manager가 Agent Command로 확정하고 Agent Gateway가 실제 전송과 수신 사실을 관리한다. A는 위임 수명 인계 묶음, B는 공개 사건에서 생산한 내구 업무 기록과 목적별 추출, C는 필수 명세와 수신자 READ 왕복이다. C의 read 제공기는 범위/권한/판본/철회를 매번 검사한다. 접근 원장과 읽기 영수증의 물리 저장 방식은 이 그림에서 확정하지 않으며 재시작 시 접근 원장 복원 및 유효성 재검사를 유지한다. B의 목적별 추출기는 게시 근거가 부족하면 생산을 기다리지 않고 현재 원본을 직접 읽어 보완한다. C1 선택 장에서는 이미 채택한 조건 원문을 manifest에 추가하는 보완만 파랑으로 강조한다. A/B에도 기확보 원문과 유효 참조 재사용이 있다. 공통 모델 가공은 필요 시 Model Access를 사용하며 이 인계 확대도 밖에 있다. B의 공개 원본 변경 흐름은 현재 위임의 1~5 요청 흐름과 별도다. 색: 검정 공통, 파랑 A 고유, 초록 B/C 교체, 선택 장 C1 파랑은 보완 강조.</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v10 가이드 검토에 따른 도식 설명 (기존 노트와 QA 근거 보존)</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인계 구조 칸만 교체. 원본은 기존 VIA owner의 권위이며 Context Manager의 자체 DB로 바꾸지 않는다. Request Controller가 현재 목적에 대한 준비를 요청하고 구성된 후보를 반환받은 뒤 현재 조건과 전송 권한을 확인한다. 그 허가를 Task Manager가 Agent Command로 확정하고 Agent Gateway가 실제 전송과 수신 사실을 관리한다. A는 위임 수명 인계 묶음, B는 공개 사건에서 생산한 내구 업무 기록과 목적별 추출, C는 필수 명세와 수신자 READ 왕복이다. C의 read 제공기는 범위/권한/판본/철회를 매번 검사한다. 접근 원장과 읽기 영수증의 물리 저장 방식은 이 그림에서 확정하지 않으며 재시작 시 접근 원장 복원 및 유효성 재검사를 유지한다. B의 목적별 추출기는 게시 근거가 부족하면 생산을 기다리지 않고 현재 원본을 직접 읽어 보완한다. C1 선택 장에서는 이미 채택한 조건 원문을 manifest에 추가하는 보완만 파랑으로 강조한다. A/B에도 기확보 원문과 유효 참조 재사용이 있다. 공통 모델 가공은 필요 시 Model Access를 사용하며 이 인계 확대도 밖에 있다. B의 공개 원본 변경 흐름은 현재 위임의 1~5 요청 흐름과 별도다. 색: 검정 공통, 파랑 A 고유, 초록 B/C 교체, 선택 장 C1 파랑은 보완 강조.</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17쪽의 before/after는 PREFETCH_TACTIC E3 각3episode만 사용한다. QA03 모든관측 평균은8/9와9/9이며 공통8의 VIA시간4.302→4.284초를 별도로 보존한다. 공통8전체경과30.532→31.519초와 전체모델비용을 함께 보고한다. C1 whole9전체경과31.614초를공통8값으로 혼용하지 않는다. 수신자조건읽기2→0이나 전체읽기20→21로 증가한다. source-read 요청1848byte, 로컬구간합계.201ms, 첨부상태최대직렬화323byte. C의 미표시1은fact상한계약문제이며 C1의원문만으로실패가원인적으로해결됐다고하지않는다.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v10 가이드 검토에 따른 도식 설명 (기존 노트와 QA 근거 보존)</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p19 좌측 C1 실행만 확대한다. 채택 조건의 출처가 이미 있는 경우에 한해 Context Manager가 원문 1~2행을 미리 읽고 필수 명세에 첨부한다. 조건 출처를 새로 만드는 기능과 비용을 발명하지 않는다. Request Controller가 구성된 명세를 검증하고 전송을 허가한 뒤 Task Manager가 명령을 확정하고 Agent Gateway가 보낸다. 이는 최종 의미를 새로 해석하는 LLM 호출 추가가 아니다. 조건 원문과 상세 자료 원본을 두 원본 범위로 구분해 표시하며 새로운 저장소를 추가하지 않는다. 상세 자료는 기존 C의 수신자 READ 경로를 유지하며 Context Manager의 조회기는 현재 허용 범위, 권한과 원본 판본을 검사하고 불가하면 거절한다. 원본과 조건의 기존 owner 권위를 바꾸지 않는다. 파랑은 C1의 사전 읽기와 원문 첨부이며 공통 명령/전송/READ는 검정이다. 원래 별도 실험 수치와 미확인 조건을 보존한다.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장면은 VIA에만 존재하는 문제라는 주장이 아니다. 연속 음성·화면 상호작용과 Agent 위임을 제품 책임으로 가진 VIA에서 결합되어 중요한 문제라는 설명이다. 입력 기록과 시간 대응만으로 지칭 의도를 확정하지 않는다. 근거 부족과 실제 모호함은 보존하고 필요한 확인을 수행한다.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B4의 실측을 현재 병렬 기본 B의 pixel 조건 관측으로 활용한다. 새 측정이나 기존 raw variant 이름의 변경은 아니다. 기존 48회 중 A BASIC과 B4 TACTIC 각각12episode는 같은 pixel 계약, 사례, 고정 모델, 공통 slot cap과 평가 정의를 사용했다. 실행 phase는 달랐고 실제 모델 반환도 달라질 수 있어 순수 병렬화 단독 인과나 정확도 개선을 확정하지 않는다. 정규화 A와 pixel B4를 한 쌍으로 놓지 않는다. 양쪽의 미완료 및 조건부 시간 평균과 미확정 비용을 보존한다. 기존 정규화 A/순차 B는 별도의 당시 비교로 유지한다.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13쪽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설명용 사례이며 실행 fixture가 아니다. 실제 display 증거가 D2/D3와 발화의 대응을 지지해야 한다. 원본도 모호하면 동일 확인 절차를 사용한다. 과거 feedback가 이미 현재 요청으로 확정되어 공통 상태에 있다면 B만의 생산 이익으로 세지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구조도 개정: A는 원본 조회 인터페이스와 요청 단위 Request Interpreter 작업 상태를 갖는다. B는 Context Manager 내부에 사건 기반 생산·게시, source revision/처리 cursor/dirty 상태, 영속 파생 관계, 검증된 조회 인터페이스를 추가한다. 작은 상자는 제안한 내부 책임이며 별도 정식 Component가 아니다. A도 명시적 연결과 채택한 사실을 재사용한다. A 임시 상태는 현재 요청에서 생성한 작업 후보를 뜻하며 확정 사실 삭제를 뜻하지 않는다. B의 변경 추적은 논리적 처리 목록으로 별도 broker나 강제 프로세스 격리가 아니다. source 변경과 의미 불일치는 사용을 무효화하며 갱신이 실패하거나 미완료면 요청은 원본을 보완한다. 의미 적용 중 발견한 부족함도 조회 인터페이스를 통해 같은 원본으로 보완한다. 생산에 필요한 원문은 같은 원본 읽기 경로를 사용한다. QA는 21장에 전체 비교한다.</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v10 가이드 검토에 따른 도식 설명 (기존 노트와 QA 근거 보존)</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기존 DP5 설계와 QA, 원본 권위 및 미선택 상태를 보존한다. Request Controller의 허가 및 의미 채택기는 현재 요청의 허용 범위를 검증하고 최종 제안을 채택하는 내부 책임이다. Context Manager의 조회는 그 범위에서 원본 권한과 현재 판본을 다시 확인한다.</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A 추가 읽기는 4→1→2→3으로 반복한다. B 조회는 유효한 관계가 없거나 coverage가 부족하면 현재 허가 범위에서 원본을 읽는다. 더 넓은 범위는 3으로 반환하고 Request Controller에서 재허가한 후 1을 반복한다. 의미 적용 중 불일치 또는 추가 필요가 나오면 5→1→2→3→4로 보완한다. 조회 불가나 원본 모호성은 동일 불확실성 및 확인 절차로 반환하며 성공으로 채택하지 않는다.</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B의 사건 생산은 사용자 요청 처리 번호에 포함하지 않는 별도 흐름이다. 원본 기록 후 변경 추적, 조건부 의미 생산, 원본 판본 및 권한 재검사, 파생 관계 게시를 수행한다. producer도 같은 원본 조회 계약을 사용한다. 모델 호출 횟수, process 분리, 모델 복제를 추가하지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기본안 선택은 보류다. 원본에 이미 존재하는 명시적 Task·작성자 관계와 확정 선호는 A도 조회한다. A1은 사실의 기본 보존이 아니라 추가 후속 검색 색인이다. B1은 batching으로 미소비 비용을 항상 없애는 구조가 아니며 게시 지연을 비용으로 가진다.</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v10 가이드 검토에 따른 도식 설명 (기존 노트와 QA 근거 보존)</a:t>
            </a:r>
            <a:endParaRPr lang="ko-KR">
              <a:latin typeface="Calibri"/>
              <a:ea typeface="Calibri"/>
              <a:cs typeface="Calibri"/>
            </a:endParaRPr>
          </a:p>
          <a:p>
            <a:pPr>
              <a:defRPr lang="ko-KR">
                <a:latin typeface="Calibri"/>
                <a:ea typeface="Calibri"/>
                <a:cs typeface="Calibri"/>
              </a:defRPr>
            </a:pPr>
            <a:r>
              <a:rPr lang="ko-KR" sz="1200">
                <a:latin typeface="Calibri"/>
                <a:ea typeface="Calibri"/>
                <a:cs typeface="Calibri"/>
              </a:rPr>
              <a:t>A1과 B1은 여전히 미평가 보완 후보다. A1 색인은 요청 후 재조회에 쓰도록 요청 사이에 보존하는 상태이며, 디스크 형식이나 재시작 복원 계약을 새로 확정하지 않는다. B1의 대기 사건은 생산 전 임시 RAM 상태이며 게시된 파생 관계 저장소와 구별한다. B1이 게시를 기다리지 못하는 요청은 기본안 B의 원본 보완을 계속 사용한다.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QA02는 첫 지칭 대상 집합, 새 QA07은 필수 요청 의미 전체다. 인계 후 조건 누락이나 실제 Agent 수행 성공을 정확성으로 대체하지 않는다. QA07 목표·우선순위·점수 미확정. 동일 원본·모델·예산에서 최초 재참조/반복/미사용/정정/상황 변경을 비교한다. A의 확인 사실 재사용을 허용한다. QA05는 같은 episode의 생산부터 요청·수신자까지 미사용·재시도 포함이다. 별도 모델 가중치를 B 비용으로 가정하지 않는다. B 원본 보완 또는 갱신과 요청 경합이 많으면 지연 이익이 사라질 수 있다. 표의 요청 경로 단축은 구조의 가능성으로, LLM 성능과 사례 분포를 넘는 확정 우위를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S3는 단순히 과거 화면을 조회하면 끝나는 사례가 아니다. 두 시점에 지칭한 것이 이동한 같은 견적인지 판단하여 중복 제거해야 한다. A도 두 원본과 포인터를 읽고 추가 crop을 요청할 수 있다. B는 UI seed와 SAM의 시각 대응을 사용하지만 그 track도 파생 근거이며 정답 보장은 없다. 실제 혼동과 근거 부족은 보존하고 확인한다.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A를 한 번의 LLM 호출로 제한하지 않는다. A의 원본 조회·crop·native ID·확정 상태 재사용을 허용한다. B는 최종 LLM에 원음을 다시 보내지 않는다. local UI는 OmniParser detector+EasyOCR이며 Florence captioner는 이 구성에서 제외한다. R1은 요청마다 runtime을 종료하지 않으며 모델 session만 교대한다. 모델 unload와 episode 삭제는 별개다.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R2/R3의 모델 상주는 최초 사용 이후다. cold에서는 로딩이 발생한다. R1/R2/R3는 같은 episode 보존 정책이다. R3의 독립 복구는 native crash/강제 종료에도 다른 worker를 유지하는 process boundary의 차이다. 정상 시나리오 QA04를 복구성 점수로 바꾸지 않는다. R2 역시 명시적 admission/메모리 예산을 갖추면 동시 추론이 가능하므로 병렬성은 R3만의 고유 이익이 아니다. 현재 비교는 동일 total CPU budget과 순차 heavy stage이며 IPC 0.06초 가정만 반영한다.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UI detector TorchScript 파일 281 MB(MIT), EasyOCR 별도, SAM2.1 Tiny checkpoint 약156 MB/38.9M. 디스크 파일 크기와 RAM을 동일시하지 않는다. 합성 모델 객체 UI420/SAM170 MB. runtime shared60+private280; R3 shared60 한 번+private280 두 번. 활성 SAMworkspace680+episode180. UIworkspace260과 임시 로딩380/156은 다른 시점 원장에 포함한다. R1 SAM peak에서는 UI session 회수 완료. allocator가 반환하지 않으면 R1 이익이 줄어든다. S2/S4는 SAM을 생략한다. worker executable은 번들 Python/의존 라이브러리를 시작하는 배포 단위이며 model weights만으로 실행하지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참고: https://huggingface.co/microsoft/OmniParser-v2.0 / https://github.com/microsoft/OmniParser / https://github.com/facebookresearch/sam2 / https://github.com/JaidedAI/EasyOCR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정확한 사용 artifact와 라이선스는 cpu-runtime-architecture.md의 inventory를 따르며 이 슬라이드는 상용 배포 승인 결론이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S3 준비는 현재 clip이 아니라 이전 별도 두 시점 견적 중복 제거 요청이다. 그래서 이미 UI/SAM 사용 이력이 있지만 현재 선택 정답은 준비 때 알 수 없다. S4/S5 준비는 UI만 필요하다. R1도 runtime/episode는 유지하지만 weights를 회수한다. S2 bbox로 처리 가능한 두 카드는 SAM을 쓰지 않는다. S5 A도 확정 내용 재사용. QA01 공통1.10=cloud S2S잔여.30+gateLLM.65+원본읽기.08+첫표시.07. QA03은 첫응답 뒤 공통2.5166667초를 이 합성 요청에서만 더한다:dispatch.15+resultlink.10+summaryLLM1.8666667+audio preparation.35+UI.05. 외부 Agent업무8초는 제외한다. 일반적으로 모든 DP의 QA03=QA01+상수라는 정의는 아니다. 작성변형20개는 통계적 모델반복시험20회가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QA01/03/02/07의 분모가120인 것은 이번 authored fixture가 입력당 새목표와지칭표현하나이기때문이지 일반계약이같다는뜻아님. QA04 C01..06 A=[1,1,1,3,2,3],B=[1,1,1,3,2,4],실제Rustdiff미실행. C06구간근거철회시candidate_dependencies 추가변경 가정. Python수/프로세스수를모듈수로계산하지않음. QA05 synthetic단가 textin$1/M,textout$4/M,imageequivalent$1/M,audioin$.001/sec,audioout$.002/sec. A평가2.60368+준비1.30152;B평가2.24928+준비1.16952. Agent .324각각별도. imageequivalent는provider실제tokenizer아님. A대상오류13,B5:공통4,A만9,B만1. 대상오류외의미오류5개공통. QA02/07차이는같은대상오류8개감소이다.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추천은 가정한 CPU latency와 기존합의QA01우선순위로A를선택한다는분석결론이며acceptedADR나제품채택아님. QA07새우선순위미부여. A보다B-R2정확도6.67pp/비용12.4552%이익은산식가정. R1대R2 .50sec/420MB,R3대R2 .04sec/288MB. QA04작은조건부차이는주선택근거아님. 공통guard면동률. A에추가지연1.8166667초보다더큰차이가실제로생기면R2시간역전. S5재사용비중만높이고나머지비율고정시91.7355%초과에서R2시간역전하지만실제빈도예측아님. B정확도우선은결과를본후A탈락용임계값조작이아니라사전합의필요. R3독립복구는현재7개정상QA외 별도필수요구로검토한다.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요청에 따라 원본21장중DP3 9~13쪽의본문/노트/의존자료를보존하여Appendix32~36쪽으로이동했다. 페이지번호만현행36장에맞춘다. 이전노트의옛페이지참조는역사적문맥으로유지한다. 이구분장은이전관측을무효화하는것이아니라현행새대안과섞지않기위한출처범위설명이다.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architecture v7. Representation and ownership correction only. All numeric assumptions remain DP3-GROUNDING-CPU-SYN-1.0 / SYNTHETIC_AUTHORED_NOT_MEASURED. Source contract: /Users/changbae/Workspace/via-sw-architecture/docs/architecture/12-decisions/decision-packages/seven-problem-review/dp3-grounding-architecture-20261021/presentation-architecture-contract.md. Models and queues are design proposals, not implemented components. Same ASR/timestamps and cloud S2S/meaning LLM.</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원본 읽기와 추가 해석을 허용. B는 Screen Target Producer가 소유하는 후보 revision을 Request Interpreter가 읽으며, 후보 부족 시 같은 생산기에 Expand를 요청한다. 6의 Infer 반환은 같은 호스트 모듈로 돌아온다. 모든 proposal은 Request Controller가 input/source revision, 권한, 현행성을 검증해 채택한다. Context Manager 원본은 Interaction Manager 관측과 동일 전사/시각에서 온다. 읽기 그림은 이미 허가된 범위이며 새 범위는 Request Controller가 별도 승인한다. Model Access의 host/worker는 같은 논리 Component의 분산 배치이다. R1 worker 내부 상세 및 episode와 model session의 서로 다른 수명은 12쪽. 번호는 각 대안 안에서 실행 순서를 나타낸다. 2/3 원본 재조회는 반복 가능하며 A의 호출횟수를1회로제한하지않는다.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architecture v7. Representation and ownership correction only. All numeric assumptions remain DP3-GROUNDING-CPU-SYN-1.0 / SYNTHETIC_AUTHORED_NOT_MEASURED. Source contract: /Users/changbae/Workspace/via-sw-architecture/docs/architecture/12-decisions/decision-packages/seven-problem-review/dp3-grounding-architecture-20261021/presentation-architecture-contract.md. Models and queues are design proposals, not implemented components. Same ASR/timestamps and cloud S2S/meaning LLM.</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p10의 Request Controller, Request Interpreter, cloud Model Access client는 공통이므로 이 배치 상세에서는 생략했다. 각 안의 Screen Target Producer는 p10과 같은 인스턴스다. Model Access는 host scheduler와 worker adapter/runtime를 포함하는 하나의 논리 Component이며 process마다 복제된 component권위가 아니다. UI/SAM session은 최초사용후상주. 기본heavy stage1개. 1UI명령→2UI결과host반환→seed검토→3필요시SAM→4mask결과host반환이다. R3의 fanout/join 없음. 한runtime의모델상주R2와별도runtimeR3차이는모델동시실행과별개. 작은candidate기록host, 실제SAMtensorworker. R2 crash는공유주소공간의두session영향,R3SAMcrash는UI주소공간보존. stalegeneration결과는host거절하고권한있는원본과seed로재생산한다.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architecture v7. Representation and ownership correction only. All numeric assumptions remain DP3-GROUNDING-CPU-SYN-1.0 / SYNTHETIC_AUTHORED_NOT_MEASURED. Source contract: /Users/changbae/Workspace/via-sw-architecture/docs/architecture/12-decisions/decision-packages/seven-problem-review/dp3-grounding-architecture-20261021/presentation-architecture-contract.md. Models and queues are design proposals, not implemented components. Same ASR/timestamps and cloud S2S/meaning LLM.</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상단은R1/R2동일배치의확대도. ModelSession은실행단계가아닌Runtime소유RAM상태. adapter가runtime을호출한다. UI/SAMweights는diskmanifest로검증하고EnsureModel에서load한다. 디스크파일은이그림의RAM표에가산하지않는다. bundledPython+PyTorchCPUworker는VIA가spawn하고namedpipecommand/result와sharedbufferhandles를사용한다. 1명령에는job/request/input_revision/source_revision/capability/frame_refs/coordinate_transforms/seed_or_prompt/model_generation. 2결과는동일식별자와candidate_or_mask_refs/uncertainty/model_version/error. ReadACK는bufferlease회수일뿐candidate채택아님. ReleaseModel과CloseEpisode는다른명령. R1runtime유지,한모델session교대. R2usedsessions상주.R3두process/runtimes. 이확대도는생산기를생략한Model Access의분산배치를보인다. 요청선은host실행제어기에서workerIPC Endpoint로,완료선은같은host제어상태로돌아온다. frame본문을namedpipe에복제하지않으며공유bufferhandle과읽기ACK를사용한다. QA06수치기존가정동일:560공통,UI420,SAM170,runtime60shared+280private,workspace680+episode180,IPC24/32. SAMpeak이며UIworkspace동시합산안함.</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v8 guide correction. SYNTHETIC_AUTHORED_NOT_MEASURED. Source: docs/architecture/12-decisions/decision-packages/seven-problem-review/dp3-grounding-architecture-20261021/presentation-architecture-contract.md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A의 최초 흐름은1조회허가,2원본반환,3해석,4모델요청,5모델결과,6의미제안또는원본부족이다. 원본부족이면6→1→2→3으로반복한다. B는1조회,2원본,3생산허가,4후보,5결합해석,6모델요청,7모델결과,8의미제안또는확장요청이다. 후보확장은8→3→4→5이고 새원본이필요하면8→1→2→3→4→5이다. 생산기자체가원본부족을반환하면4→1→2→3이다. 최초B가후보를만들기위해불필요한의미LLM호출을먼저수행하지않는다. 최종의미는Request Controller가현재입력과권한을검사하여채택한다.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CPU 시각 실행기는 11~12쪽 UI/SAM 어댑터와 CPU 추론 런타임의 축약 내부 Module 표기이다. 별도 Component나 새 process가 아니다. R1의 현재 모델과 추적 상태는 별개 RAM 상태이며 상세 load/release/close 경로는 12쪽이다.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v8 guide correction. SYNTHETIC_AUTHORED_NOT_MEASURED. Source: docs/architecture/12-decisions/decision-packages/seven-problem-review/dp3-grounding-architecture-20261021/presentation-architecture-contract.md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화면 생산의 요청과 반환은 1 생산기 UI 요청, 2 worker UI 실행, 3 UI 결과 생산기 반환, 4 정밀 경계가 필요할 때 생산기 SAM 요청, 5 worker SAM 실행, 6 SAM 결과 생산기 반환 순서다. 후보 구성기가 UI 결과에서 seed를 결정한 뒤에만 SAM 작업을 제출한다. native 후보가 충분하거나 UI bbox가 충분하면 해당 시각 추론은 생략한다. 단계 번호는 이 페이지의 host-worker 흐름이며 p10의 요청 의미 해석 번호와 별개다.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각 대안의 로컬 실행 제어기는 모든 시각 worker에 걸쳐 총 CPU 4 thread와 heavy stage 1개를 허가한다. 두 worker를 자동 병렬 실행하는 구조가 아니다. IPC 수신기는 Module이고 대기열은 별도의 RAM 저장이다. 모든 호출과 결과선은 실제 Module에 연결된다. UI/SAM 모델 세션은 최초 필요 시 로딩한 이후 유지하며, 영상 작업 상태의 종료는 모델 수명과 별도다. runtime와 adapter 내부 전후처리는 p12에서 확대한다.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R2 crash는 같은 주소 공간의 UI/SAM 모델 세션과 영상 tensor에 영향을 준다. R3 SAM crash는 UI worker 주소 공간을 직접 제거하지 않는다. host 후보 기록은 두 안 모두 남는다. 실행 세대 확인으로 이전 worker 결과를 거절하고 권한 있는 원본과 seed에서 필요한 tensor를 재생산한다.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v8 guide correction. SYNTHETIC_AUTHORED_NOT_MEASURED. Source: docs/architecture/12-decisions/decision-packages/seven-problem-review/dp3-grounding-architecture-20261021/presentation-architecture-contract.md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실행 제어기는 worker의 기동, CPU 실행 허가, 작업과 실행 세대, 취소 및 결과 유효성 확인을 책임진다. Model Access의 동일 논리 Component를 host와 worker에 나누어 배치한다. IPC 수신기에서 UI/SAM 어댑터로 명령을 분배하며 adapter가 CPU runtime을 호출한다. EnsureModel은 이미 설치된 disk 파일을 runtime으로 읽어 모델 객체와 weights를 구성한다. disk 파일은 RAM 합계에 넣지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RunStage, EnsureModel, ReleaseModel, CloseEpisode는 named pipe의 별도 명령이다. IPC와 adapter를 거쳐 ReleaseModel은 runtime의 모델 세션 회수로, CloseEpisode는 adapter가 소유한 영상 tensor 종료로 이어진다. 각 path는 그림에 실제로 연결되어 있다. 추론 결과는 runtime에서 adapter로 돌아온 뒤 전후처리와 판본을 갖춰 IPC에 반환한다. runtime을 호출하지 않는 CloseEpisode도 adapter에서 완료 또는 오류를 IPC로 반환하는 같은 경로를 갖는다. ReleaseModel이 사용 중이거나 tensor가 참조하는 model을 강제 삭제한다는 의미가 아니며 참조 확인 후 회수하고 실제 RAM을 따로 확인한다. 공통 원본과 host 후보 기록은 둘 중 어느 명령으로도 삭제하지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CPU runtime은 bundled Python + PyTorch CPU 실행기다. R1은 runtime을 유지하면서 필요한 모델 session을 교체한다. R2는 최초 필요 시 load한 모델 session을 유지한다. R3는 p11의 두 process에 같은 실행 구조가 각각 배치된다. 모델 상주만으로 영상 상태 보존이나 정확도 차이를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RAM 값은 v7의 합성 가정을 그대로 유지한다. 공통 560 MB, UI 객체 420 MB, SAM 객체 170 MB, shared runtime 60 MB와 process private 280 MB, 추론 workspace 680 MB와 영상 상태 180 MB, 입력 buffer A32/R1R2 24/R3 32 MB. SAM peak이며 UI workspace를 동시에 더하지 않는다. UI와 SAM의 실제 추론을 수행해 측정한 값이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This is a broad design scene including R0 playback. S03-05 numerical timeline on page 28 does not include R0 playback. S05 is the authored interruption/resumption case. Downstream response text is already complete; no response-authoring LLM is added.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Flow A 1 register, 2 launch response preparation, 3 select at eligibility, 4 text request, 5 audio return, 6 store, 7 read current revision, 8 enqueue. Flow B 1 register, 2 select, 3 request selected generation, 4 audio return, 5 buffer, 6 reuse, 7 enqueue. The two S2S symbols depict the same model configuration in exclusive alternatives, not simultaneous replicas. Device output receipts and input/echo path are expanded on page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VAD confirms local speech onset; A/B controllers issue the same halt command. Actual device receipt, not generation callbacks, feeds Delivery History. No model tool calling is granted to S2S. Capture includes common echo cancellation using device output reference; omitted internal AEC wire is not an alternative. Queries include facts before and during the utterance with timestamps, not only onset snapshot. Two controller boxes are exclusive alternatives; only the selected one runs. Diagram intentionally does not route S2S generation completion into presentation history.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Response Registry is the same instance repeated from page 26. Revision Admission explicitly sends the adopted revision to Generation Lifecycle and Turn Execution and the read order to Playback Selection. A revision key is (responseId, revision, range, generationId). Chunk admission rechecks revision and revocation tombstone. A superseded/revoked revision rejects late chunks. Cancellation for a speech switch does not revoke valid content: valid tail can remain buffered until generation terminal, as in S05. Cancel is best-effort and all tail usage remains billed. Playback Selection revalidates the current key before enqueue; Audio Playout rejects a stale epoch across the check/enqueue race. B Turn Execution rejects late invalid chunks before buffer admission and performs the same validation and keeps already generated valid audio on interruption. Under the basic B design current generation is retained through meaning adoption, cancelled on actual switch to Q1, and ungenerated suffix is generated at return, with additional input context. Short unconfirmed VAD may pause playback without cancelling. Diagram covers generation control; local halt/actual receipts on page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S03-05 exact times in synthetic-data.json: interpretation .866666667; adoption .906666667; first UI .946666667; A Q1 start -1.4, full -.3505, onset .946666667, playback end3.740666667; B .906666667,full1.956166667,onset1.347666667,end4.141666667. Old A generation stopped1.006666667 after .1s tail, actual6.586666668s not requested7.994s. New report source3.426666667, first UI3.466666667. A full5.784166667, onset3.875666667, end11.869666667; B full6.499166667,onset4.590666667,end12.584666667. These are wall-clock scene timestamps, not QA03. QA03 original report A3.924166667/B4.245166667, Q1 read goal A.946666667/B1.956166667. S03 has no R0 playback; interruption is S05. S03 costs include common .000664+.002+.00078+.0044; Q1 .005714; v2 .016162; A waste .013353333.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Canonical UI endpoint retained. QA04 concept modules could tie2/2 under a common invalidation interface. QA05 includes setup80 activities and evaluated80 inputs, all used/discarded generation, cancellation tail and suffix resume context. Self-hosted unbilled deployment removes this USD differential. Local RAM excludes remote weights/KV. QA03 is a causally projected DAG, not elapsed-minus-overlap arithmetic; S08 may have50ms physical voice gain but larger projected QA03 gain. No cross-DP sum or new score bands.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Author recommendation only, not adopted ADR or measured superiority. QA01 UI tie then QA02 fixed tie permits QA03 consideration in existing priority order; separate voice endpoint is additional value. QA04 hypothetical and RAM difference small. A1 changes preparation admission only; the underlying response-owned generation/storage authority remains A. No A1 before/after numeric claim is supplied. Revisit when useful preparation rate, generation onset cost, cancellation usage, or runtime pause/resume changes.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dp3cpuv6_slideLayout1.xml.rels><?xml version='1.0' encoding='utf-8'?>
<Relationships xmlns="http://schemas.openxmlformats.org/package/2006/relationships"><Relationship Type="http://schemas.openxmlformats.org/officeDocument/2006/relationships/slideMaster" Target="/ppt/slideMasters/dp3cpuv6_slideMaster1.xml" Id="Rc66781deebba4774" /></Relationships>
</file>

<file path=ppt/slideLayouts/_rels/dp3cpuv6_slideLayout2.xml.rels><?xml version='1.0' encoding='utf-8'?>
<Relationships xmlns="http://schemas.openxmlformats.org/package/2006/relationships"><Relationship Type="http://schemas.openxmlformats.org/officeDocument/2006/relationships/slideMaster" Target="/ppt/slideMasters/dp3cpuv6_slideMaster1.xml" Id="Rf90304f336af4baa" /></Relationships>
</file>

<file path=ppt/slideLayouts/_rels/dp3cpuv6_slideLayout3.xml.rels><?xml version='1.0' encoding='utf-8'?>
<Relationships xmlns="http://schemas.openxmlformats.org/package/2006/relationships"><Relationship Type="http://schemas.openxmlformats.org/officeDocument/2006/relationships/slideMaster" Target="/ppt/slideMasters/dp3cpuv6_slideMaster1.xml" Id="R4a09034e0ac84f54" /></Relationships>
</file>

<file path=ppt/slideLayouts/_rels/dp3cpuv6_slideLayout4.xml.rels><?xml version='1.0' encoding='utf-8'?>
<Relationships xmlns="http://schemas.openxmlformats.org/package/2006/relationships"><Relationship Type="http://schemas.openxmlformats.org/officeDocument/2006/relationships/slideMaster" Target="/ppt/slideMasters/dp3cpuv6_slideMaster1.xml" Id="R46a4be5e2a264878" /></Relationships>
</file>

<file path=ppt/slideLayouts/_rels/dp3cpuv6_slideLayout5.xml.rels><?xml version='1.0' encoding='utf-8'?>
<Relationships xmlns="http://schemas.openxmlformats.org/package/2006/relationships"><Relationship Type="http://schemas.openxmlformats.org/officeDocument/2006/relationships/slideMaster" Target="/ppt/slideMasters/dp3cpuv6_slideMaster1.xml" Id="R892b376c87e746c4" /></Relationships>
</file>

<file path=ppt/slideLayouts/_rels/dp3cpuv6_slideLayout6.xml.rels><?xml version='1.0' encoding='utf-8'?>
<Relationships xmlns="http://schemas.openxmlformats.org/package/2006/relationships"><Relationship Type="http://schemas.openxmlformats.org/officeDocument/2006/relationships/slideMaster" Target="/ppt/slideMasters/dp3cpuv6_slideMaster1.xml" Id="Rad3f8014932d41ab" /></Relationships>
</file>

<file path=ppt/slideLayouts/_rels/dp3cpuv7_slideLayout1.xml.rels><?xml version='1.0' encoding='utf-8'?>
<Relationships xmlns="http://schemas.openxmlformats.org/package/2006/relationships"><Relationship Type="http://schemas.openxmlformats.org/officeDocument/2006/relationships/slideMaster" Target="/ppt/slideMasters/dp3cpuv7_slideMaster1.xml" Id="Rad60c0bed7e840e9" /></Relationships>
</file>

<file path=ppt/slideLayouts/_rels/dp3cpuv7_slideLayout2.xml.rels><?xml version='1.0' encoding='utf-8'?>
<Relationships xmlns="http://schemas.openxmlformats.org/package/2006/relationships"><Relationship Type="http://schemas.openxmlformats.org/officeDocument/2006/relationships/slideMaster" Target="/ppt/slideMasters/dp3cpuv7_slideMaster1.xml" Id="R6ca0ced46fca4ea7" /></Relationships>
</file>

<file path=ppt/slideLayouts/_rels/dp3cpuv7_slideLayout3.xml.rels><?xml version='1.0' encoding='utf-8'?>
<Relationships xmlns="http://schemas.openxmlformats.org/package/2006/relationships"><Relationship Type="http://schemas.openxmlformats.org/officeDocument/2006/relationships/slideMaster" Target="/ppt/slideMasters/dp3cpuv7_slideMaster1.xml" Id="Rfafe8c4b158f4b27" /></Relationships>
</file>

<file path=ppt/slideLayouts/_rels/dp3cpuv7_slideLayout4.xml.rels><?xml version='1.0' encoding='utf-8'?>
<Relationships xmlns="http://schemas.openxmlformats.org/package/2006/relationships"><Relationship Type="http://schemas.openxmlformats.org/officeDocument/2006/relationships/slideMaster" Target="/ppt/slideMasters/dp3cpuv7_slideMaster1.xml" Id="R9fcfe31d69934064" /></Relationships>
</file>

<file path=ppt/slideLayouts/_rels/dp3cpuv7_slideLayout5.xml.rels><?xml version='1.0' encoding='utf-8'?>
<Relationships xmlns="http://schemas.openxmlformats.org/package/2006/relationships"><Relationship Type="http://schemas.openxmlformats.org/officeDocument/2006/relationships/slideMaster" Target="/ppt/slideMasters/dp3cpuv7_slideMaster1.xml" Id="R853beb1ad996459a" /></Relationships>
</file>

<file path=ppt/slideLayouts/_rels/dp3cpuv7_slideLayout6.xml.rels><?xml version='1.0' encoding='utf-8'?>
<Relationships xmlns="http://schemas.openxmlformats.org/package/2006/relationships"><Relationship Type="http://schemas.openxmlformats.org/officeDocument/2006/relationships/slideMaster" Target="/ppt/slideMasters/dp3cpuv7_slideMaster1.xml" Id="Rb1e27c8c1dac4d7d" /></Relationships>
</file>

<file path=ppt/slideLayouts/_rels/dp3cpuv8_slideLayout1.xml.rels><?xml version='1.0' encoding='utf-8'?>
<Relationships xmlns="http://schemas.openxmlformats.org/package/2006/relationships"><Relationship Type="http://schemas.openxmlformats.org/officeDocument/2006/relationships/slideMaster" Target="/ppt/slideMasters/dp3cpuv8_slideMaster1.xml" Id="R0a2fcd58eeca4bb4" /></Relationships>
</file>

<file path=ppt/slideLayouts/_rels/dp3cpuv8_slideLayout2.xml.rels><?xml version='1.0' encoding='utf-8'?>
<Relationships xmlns="http://schemas.openxmlformats.org/package/2006/relationships"><Relationship Type="http://schemas.openxmlformats.org/officeDocument/2006/relationships/slideMaster" Target="/ppt/slideMasters/dp3cpuv8_slideMaster1.xml" Id="R1ee4807c64014cd7" /></Relationships>
</file>

<file path=ppt/slideLayouts/_rels/dp3cpuv8_slideLayout3.xml.rels><?xml version='1.0' encoding='utf-8'?>
<Relationships xmlns="http://schemas.openxmlformats.org/package/2006/relationships"><Relationship Type="http://schemas.openxmlformats.org/officeDocument/2006/relationships/slideMaster" Target="/ppt/slideMasters/dp3cpuv8_slideMaster1.xml" Id="Re9f537b06cdd4210" /></Relationships>
</file>

<file path=ppt/slideLayouts/_rels/dp3cpuv8_slideLayout4.xml.rels><?xml version='1.0' encoding='utf-8'?>
<Relationships xmlns="http://schemas.openxmlformats.org/package/2006/relationships"><Relationship Type="http://schemas.openxmlformats.org/officeDocument/2006/relationships/slideMaster" Target="/ppt/slideMasters/dp3cpuv8_slideMaster1.xml" Id="Re532677e2b5d4885" /></Relationships>
</file>

<file path=ppt/slideLayouts/_rels/dp3cpuv8_slideLayout5.xml.rels><?xml version='1.0' encoding='utf-8'?>
<Relationships xmlns="http://schemas.openxmlformats.org/package/2006/relationships"><Relationship Type="http://schemas.openxmlformats.org/officeDocument/2006/relationships/slideMaster" Target="/ppt/slideMasters/dp3cpuv8_slideMaster1.xml" Id="Rc381041078a541c7" /></Relationships>
</file>

<file path=ppt/slideLayouts/_rels/dp3cpuv8_slideLayout6.xml.rels><?xml version='1.0' encoding='utf-8'?>
<Relationships xmlns="http://schemas.openxmlformats.org/package/2006/relationships"><Relationship Type="http://schemas.openxmlformats.org/officeDocument/2006/relationships/slideMaster" Target="/ppt/slideMasters/dp3cpuv8_slideMaster1.xml" Id="R29016ef4b5504417" /></Relationships>
</file>

<file path=ppt/slideLayouts/_rels/dp3parallelv3_slideLayout1.xml.rels><?xml version='1.0' encoding='utf-8'?>
<Relationships xmlns="http://schemas.openxmlformats.org/package/2006/relationships"><Relationship Type="http://schemas.openxmlformats.org/officeDocument/2006/relationships/slideMaster" Target="/ppt/slideMasters/dp3parallelv3_slideMaster1.xml" Id="R3eb3e05aa6e84170" /></Relationships>
</file>

<file path=ppt/slideLayouts/_rels/dp3parallelv3_slideLayout2.xml.rels><?xml version='1.0' encoding='utf-8'?>
<Relationships xmlns="http://schemas.openxmlformats.org/package/2006/relationships"><Relationship Type="http://schemas.openxmlformats.org/officeDocument/2006/relationships/slideMaster" Target="/ppt/slideMasters/dp3parallelv3_slideMaster1.xml" Id="Rc9850db5dad94d93" /></Relationships>
</file>

<file path=ppt/slideLayouts/_rels/dp3parallelv3_slideLayout3.xml.rels><?xml version='1.0' encoding='utf-8'?>
<Relationships xmlns="http://schemas.openxmlformats.org/package/2006/relationships"><Relationship Type="http://schemas.openxmlformats.org/officeDocument/2006/relationships/slideMaster" Target="/ppt/slideMasters/dp3parallelv3_slideMaster1.xml" Id="R7d9f3ded3f4146fa" /></Relationships>
</file>

<file path=ppt/slideLayouts/_rels/dp3parallelv3_slideLayout4.xml.rels><?xml version='1.0' encoding='utf-8'?>
<Relationships xmlns="http://schemas.openxmlformats.org/package/2006/relationships"><Relationship Type="http://schemas.openxmlformats.org/officeDocument/2006/relationships/slideMaster" Target="/ppt/slideMasters/dp3parallelv3_slideMaster1.xml" Id="R8ca0f25f3732467f" /></Relationships>
</file>

<file path=ppt/slideLayouts/_rels/dp3parallelv3_slideLayout5.xml.rels><?xml version='1.0' encoding='utf-8'?>
<Relationships xmlns="http://schemas.openxmlformats.org/package/2006/relationships"><Relationship Type="http://schemas.openxmlformats.org/officeDocument/2006/relationships/slideMaster" Target="/ppt/slideMasters/dp3parallelv3_slideMaster1.xml" Id="R379f0b57ce91452d" /></Relationships>
</file>

<file path=ppt/slideLayouts/_rels/dp3parallelv3_slideLayout6.xml.rels><?xml version='1.0' encoding='utf-8'?>
<Relationships xmlns="http://schemas.openxmlformats.org/package/2006/relationships"><Relationship Type="http://schemas.openxmlformats.org/officeDocument/2006/relationships/slideMaster" Target="/ppt/slideMasters/dp3parallelv3_slideMaster1.xml" Id="R9f399e95438845cf" /></Relationships>
</file>

<file path=ppt/slideLayouts/_rels/dp5v5_slideLayout1.xml.rels><?xml version='1.0' encoding='utf-8'?>
<Relationships xmlns="http://schemas.openxmlformats.org/package/2006/relationships"><Relationship Type="http://schemas.openxmlformats.org/officeDocument/2006/relationships/slideMaster" Target="/ppt/slideMasters/dp5v5_slideMaster1.xml" Id="R6184fd7e70de4501" /></Relationships>
</file>

<file path=ppt/slideLayouts/_rels/dp5v5_slideLayout2.xml.rels><?xml version='1.0' encoding='utf-8'?>
<Relationships xmlns="http://schemas.openxmlformats.org/package/2006/relationships"><Relationship Type="http://schemas.openxmlformats.org/officeDocument/2006/relationships/slideMaster" Target="/ppt/slideMasters/dp5v5_slideMaster1.xml" Id="Rf743d3efc2ea4d68" /></Relationships>
</file>

<file path=ppt/slideLayouts/_rels/dp5v5_slideLayout3.xml.rels><?xml version='1.0' encoding='utf-8'?>
<Relationships xmlns="http://schemas.openxmlformats.org/package/2006/relationships"><Relationship Type="http://schemas.openxmlformats.org/officeDocument/2006/relationships/slideMaster" Target="/ppt/slideMasters/dp5v5_slideMaster1.xml" Id="R818f8d6423a548cb" /></Relationships>
</file>

<file path=ppt/slideLayouts/_rels/dp5v5_slideLayout4.xml.rels><?xml version='1.0' encoding='utf-8'?>
<Relationships xmlns="http://schemas.openxmlformats.org/package/2006/relationships"><Relationship Type="http://schemas.openxmlformats.org/officeDocument/2006/relationships/slideMaster" Target="/ppt/slideMasters/dp5v5_slideMaster1.xml" Id="R7b4ac68cffbd46b7" /></Relationships>
</file>

<file path=ppt/slideLayouts/_rels/dp5v5_slideLayout5.xml.rels><?xml version='1.0' encoding='utf-8'?>
<Relationships xmlns="http://schemas.openxmlformats.org/package/2006/relationships"><Relationship Type="http://schemas.openxmlformats.org/officeDocument/2006/relationships/slideMaster" Target="/ppt/slideMasters/dp5v5_slideMaster1.xml" Id="R9fa785df075d4173" /></Relationships>
</file>

<file path=ppt/slideLayouts/_rels/dp5v5_slideLayout6.xml.rels><?xml version='1.0' encoding='utf-8'?>
<Relationships xmlns="http://schemas.openxmlformats.org/package/2006/relationships"><Relationship Type="http://schemas.openxmlformats.org/officeDocument/2006/relationships/slideMaster" Target="/ppt/slideMasters/dp5v5_slideMaster1.xml" Id="Rf2b78bbc43134f4d" /></Relationships>
</file>

<file path=ppt/slideLayouts/_rels/dp44v9_slideLayout1.xml.rels><?xml version='1.0' encoding='utf-8'?>
<Relationships xmlns="http://schemas.openxmlformats.org/package/2006/relationships"><Relationship Type="http://schemas.openxmlformats.org/officeDocument/2006/relationships/slideMaster" Target="/ppt/slideMasters/dp44v9_slideMaster1.xml" Id="Rbdbd73b87c744cda" /></Relationships>
</file>

<file path=ppt/slideLayouts/_rels/dp44v9_slideLayout2.xml.rels><?xml version='1.0' encoding='utf-8'?>
<Relationships xmlns="http://schemas.openxmlformats.org/package/2006/relationships"><Relationship Type="http://schemas.openxmlformats.org/officeDocument/2006/relationships/slideMaster" Target="/ppt/slideMasters/dp44v9_slideMaster1.xml" Id="R0c475b450bfe4c14" /></Relationships>
</file>

<file path=ppt/slideLayouts/_rels/dp44v9_slideLayout3.xml.rels><?xml version='1.0' encoding='utf-8'?>
<Relationships xmlns="http://schemas.openxmlformats.org/package/2006/relationships"><Relationship Type="http://schemas.openxmlformats.org/officeDocument/2006/relationships/slideMaster" Target="/ppt/slideMasters/dp44v9_slideMaster1.xml" Id="Red52159ff2714566" /></Relationships>
</file>

<file path=ppt/slideLayouts/_rels/dp44v9_slideLayout4.xml.rels><?xml version='1.0' encoding='utf-8'?>
<Relationships xmlns="http://schemas.openxmlformats.org/package/2006/relationships"><Relationship Type="http://schemas.openxmlformats.org/officeDocument/2006/relationships/slideMaster" Target="/ppt/slideMasters/dp44v9_slideMaster1.xml" Id="R6796a2ac9a5a4f32" /></Relationships>
</file>

<file path=ppt/slideLayouts/_rels/dp44v9_slideLayout5.xml.rels><?xml version='1.0' encoding='utf-8'?>
<Relationships xmlns="http://schemas.openxmlformats.org/package/2006/relationships"><Relationship Type="http://schemas.openxmlformats.org/officeDocument/2006/relationships/slideMaster" Target="/ppt/slideMasters/dp44v9_slideMaster1.xml" Id="Rf819ab6914e141cc" /></Relationships>
</file>

<file path=ppt/slideLayouts/_rels/dp44v9_slideLayout6.xml.rels><?xml version='1.0' encoding='utf-8'?>
<Relationships xmlns="http://schemas.openxmlformats.org/package/2006/relationships"><Relationship Type="http://schemas.openxmlformats.org/officeDocument/2006/relationships/slideMaster" Target="/ppt/slideMasters/dp44v9_slideMaster1.xml" Id="R6079e2002ed74746"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4acf7f85e040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cf360c7f24b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f272674e8745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51c1ebafb41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277a09111c45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5242b919db402f" /></Relationships>
</file>

<file path=ppt/slideLayouts/dp3cpuv6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CBF45250-AC14-40E2-8D2C-FA057D62C62E}"/>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4AB5A772-2C76-4D30-BB24-34AFCA78A6D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0639FEA-9766-4BAD-8FD2-BB88CC4D8D87}"/>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46F25C48-4C4B-4C12-96CB-0490DF48FE72}"/>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3F13150B-1A17-499B-9854-AB4B99FF9727}"/>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F72A7EE1-51B0-4E2D-A71E-8869E08A0A9E}"/>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5E6B6FAE-6898-44AA-8578-C95F8E1115E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AF7C3B5E-86D6-461A-A981-A1D604029C04}"/>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E6283965-492C-433D-A16E-7C25808B1DF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584E0143-F1E3-49FD-97F0-0036DA76A223}"/>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3cpuv7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BDE6CE1A-6659-48E6-904A-2DC4F0FC6E0C}"/>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FA1071C1-191F-4E03-8C2B-0FEEF4E593BE}"/>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D0E2402-DE04-4508-A3CC-CFD228290DE5}"/>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0EDCD008-8E2A-4D4A-BD14-8E498AB4C31D}"/>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A62AEDFB-79C7-418E-83C8-0995F0A18092}"/>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480F62D1-D843-4346-99BA-8B57787F3B22}"/>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EC33FDCC-AE95-45BB-8287-C107B273F1EF}"/>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1B53D49B-C017-48E2-9553-222FDD7FA51A}"/>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110A9E4C-DF16-4AF9-A902-FBD6711EC2FC}"/>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648351C1-6698-4E97-8421-0F40C7502F81}"/>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3cpuv8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2EF50FE5-8BC2-40E7-AF2E-BCEA059810BB}"/>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D3AC4574-7FB0-4FAC-9288-0D4394FF5047}"/>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52767ADB-3E55-4D7B-A0C6-391747ED2869}"/>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1A3CBC48-9393-4D9F-85A5-C9F6545993B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8F16F7AF-B8CA-49E6-8365-CBA926916BED}"/>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06E0A341-4A01-491D-9DE1-D23678116887}"/>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E8A6C09C-B8AF-437F-8577-62DB0E61D5A2}"/>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7898352B-106B-455D-B584-631500D8D110}"/>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A1A56AA1-BF61-498B-9ACB-9528E375C27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FF703422-FBDD-4A1B-AA5B-408719EDD63C}"/>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3parallelv3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4CFFF403-EEA0-4105-8CE1-B98CB4E4C184}"/>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58D241FA-52E7-43FE-968F-284EE9F9AFCE}"/>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5A7C7A-23F7-490E-A1DB-70B2C4261243}"/>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02C317E0-CD35-40A0-AFE8-790E061AEA7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8BFD3453-0FD2-43C0-A057-5DBD18AAACD5}"/>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35C77B14-BCC2-4672-83A9-54E33098649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41F9855-3A2F-4D66-BDAB-CA9F534CF38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81C9835C-2CDF-40C8-9C98-902316F035E9}"/>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B94BCF24-5AED-4D64-A36E-31AFABB8C07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DF18F3E2-22E1-4168-A882-7C410D7379C9}"/>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5v5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0CCD6CC1-3F64-4F48-A142-8BBD872537B3}"/>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ED276F71-D94E-4735-B9CC-D262CCB04F34}"/>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7CA38462-2B36-4DFA-91E4-CC6E29AF47D7}"/>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B775EB94-73E1-454A-922F-7B0896EBDDA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6039EE4F-87CB-4150-A563-F624E9475738}"/>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D42E0D7D-01D4-4DA8-B08B-8A3F68457D5E}"/>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362B8F8D-4355-41A0-968B-134EA566489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C8174F0B-DF4C-49AE-AEB5-5BDFA2202AB0}"/>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04D23854-78CF-4CF9-80AF-BEE88EFFAC3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958D97C-D1BF-446D-9EE1-843461BC343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44v9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34980E8C-2CDB-4A60-9391-AAF92E33418A}"/>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A3551855-5A19-4903-9F09-E1A7DCFFBDAB}"/>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9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A2397749-5F0B-464C-8CA4-40D4E26F783F}"/>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9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C0CE84CC-78E6-4A9F-BF32-7F8216614F4C}"/>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472F96B4-3351-4205-BE9C-9602F30AE7CA}"/>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9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D4A8EF36-27E0-47E9-9AFE-D72B73548F78}"/>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DEC1755E-0725-4770-87E1-FFAC66CC539D}"/>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EDB5B2DB-4724-4FA1-BCB8-6A8E42AFBE06}"/>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9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712F23E9-16C7-44C2-9361-B64AA1E6AD2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771412EB-FF59-4CED-84EF-2F24B84BD2C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9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8B088F5-1F1C-4F38-A9D3-269F347CD2FC}"/>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BEAE74DA-51E5-43C6-8296-13AE3C0D948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37774C-3CBD-41A6-A4DB-F7202C9DE6B0}"/>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E508394B-3ACE-4255-B9A8-3CE4675C3AC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D69BC807-A517-4E79-935A-627B6F813889}"/>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1D0D33FF-E697-45F1-8369-97F807F03F9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C89B73D-E12F-4BB8-B57B-305B6C21DD8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2EA0A893-92FA-4558-BB9C-6348866CD717}"/>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24DC3FE-91E5-476C-AE50-D4870C27E91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8739E2D-24BA-432A-A3B4-2FA70DC5757D}"/>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dp3cpuv6_slideMaster1.xml.rels><?xml version='1.0' encoding='utf-8'?>
<Relationships xmlns="http://schemas.openxmlformats.org/package/2006/relationships"><Relationship Type="http://schemas.openxmlformats.org/officeDocument/2006/relationships/theme" Target="/ppt/slideMasters/theme/dp3cpuv6_theme2.xml" Id="R772883d6ddc04e22" /><Relationship Type="http://schemas.openxmlformats.org/officeDocument/2006/relationships/slideLayout" Target="/ppt/slideLayouts/dp3cpuv6_slideLayout1.xml" Id="R7282f2ed279e4c37" /><Relationship Type="http://schemas.openxmlformats.org/officeDocument/2006/relationships/slideLayout" Target="/ppt/slideLayouts/dp3cpuv6_slideLayout2.xml" Id="R5668674e4d084711" /><Relationship Type="http://schemas.openxmlformats.org/officeDocument/2006/relationships/slideLayout" Target="/ppt/slideLayouts/dp3cpuv6_slideLayout3.xml" Id="Rc11c614762b64655" /><Relationship Type="http://schemas.openxmlformats.org/officeDocument/2006/relationships/slideLayout" Target="/ppt/slideLayouts/dp3cpuv6_slideLayout4.xml" Id="R3280ec8bf85c45d6" /><Relationship Type="http://schemas.openxmlformats.org/officeDocument/2006/relationships/slideLayout" Target="/ppt/slideLayouts/dp3cpuv6_slideLayout5.xml" Id="R2d5d552818354396" /><Relationship Type="http://schemas.openxmlformats.org/officeDocument/2006/relationships/slideLayout" Target="/ppt/slideLayouts/dp3cpuv6_slideLayout6.xml" Id="R2293cd0953574a95" /></Relationships>
</file>

<file path=ppt/slideMasters/_rels/dp3cpuv7_slideMaster1.xml.rels><?xml version='1.0' encoding='utf-8'?>
<Relationships xmlns="http://schemas.openxmlformats.org/package/2006/relationships"><Relationship Type="http://schemas.openxmlformats.org/officeDocument/2006/relationships/theme" Target="/ppt/slideMasters/theme/dp3cpuv7_theme2.xml" Id="R4de59d7c50cf4cd5" /><Relationship Type="http://schemas.openxmlformats.org/officeDocument/2006/relationships/slideLayout" Target="/ppt/slideLayouts/dp3cpuv7_slideLayout1.xml" Id="Rf517bba5aaab44b6" /><Relationship Type="http://schemas.openxmlformats.org/officeDocument/2006/relationships/slideLayout" Target="/ppt/slideLayouts/dp3cpuv7_slideLayout2.xml" Id="R12bc93f63d3d4912" /><Relationship Type="http://schemas.openxmlformats.org/officeDocument/2006/relationships/slideLayout" Target="/ppt/slideLayouts/dp3cpuv7_slideLayout3.xml" Id="R7c6e560541114aa3" /><Relationship Type="http://schemas.openxmlformats.org/officeDocument/2006/relationships/slideLayout" Target="/ppt/slideLayouts/dp3cpuv7_slideLayout4.xml" Id="Rbde0c0b3a7584da3" /><Relationship Type="http://schemas.openxmlformats.org/officeDocument/2006/relationships/slideLayout" Target="/ppt/slideLayouts/dp3cpuv7_slideLayout5.xml" Id="R52d0af1844a044ff" /><Relationship Type="http://schemas.openxmlformats.org/officeDocument/2006/relationships/slideLayout" Target="/ppt/slideLayouts/dp3cpuv7_slideLayout6.xml" Id="Rc0a63c04bf164f6d" /></Relationships>
</file>

<file path=ppt/slideMasters/_rels/dp3cpuv8_slideMaster1.xml.rels><?xml version='1.0' encoding='utf-8'?>
<Relationships xmlns="http://schemas.openxmlformats.org/package/2006/relationships"><Relationship Type="http://schemas.openxmlformats.org/officeDocument/2006/relationships/theme" Target="/ppt/slideMasters/theme/dp3cpuv8_theme2.xml" Id="R368a7a440f7a4b66" /><Relationship Type="http://schemas.openxmlformats.org/officeDocument/2006/relationships/slideLayout" Target="/ppt/slideLayouts/dp3cpuv8_slideLayout1.xml" Id="R6ce7ab4fa0a74a07" /><Relationship Type="http://schemas.openxmlformats.org/officeDocument/2006/relationships/slideLayout" Target="/ppt/slideLayouts/dp3cpuv8_slideLayout2.xml" Id="R3a3896773fda4ee2" /><Relationship Type="http://schemas.openxmlformats.org/officeDocument/2006/relationships/slideLayout" Target="/ppt/slideLayouts/dp3cpuv8_slideLayout3.xml" Id="R2ac35507ec6f4348" /><Relationship Type="http://schemas.openxmlformats.org/officeDocument/2006/relationships/slideLayout" Target="/ppt/slideLayouts/dp3cpuv8_slideLayout4.xml" Id="Rd4ca343451b94d53" /><Relationship Type="http://schemas.openxmlformats.org/officeDocument/2006/relationships/slideLayout" Target="/ppt/slideLayouts/dp3cpuv8_slideLayout5.xml" Id="R2db51921ca3c49ff" /><Relationship Type="http://schemas.openxmlformats.org/officeDocument/2006/relationships/slideLayout" Target="/ppt/slideLayouts/dp3cpuv8_slideLayout6.xml" Id="R9aa59cd783f94880" /></Relationships>
</file>

<file path=ppt/slideMasters/_rels/dp3parallelv3_slideMaster1.xml.rels><?xml version='1.0' encoding='utf-8'?>
<Relationships xmlns="http://schemas.openxmlformats.org/package/2006/relationships"><Relationship Type="http://schemas.openxmlformats.org/officeDocument/2006/relationships/theme" Target="/ppt/slideMasters/theme/dp3parallelv3_theme2.xml" Id="Rf87fc6e2b0d14f91" /><Relationship Type="http://schemas.openxmlformats.org/officeDocument/2006/relationships/slideLayout" Target="/ppt/slideLayouts/dp3parallelv3_slideLayout1.xml" Id="R0830c310ae4e4594" /><Relationship Type="http://schemas.openxmlformats.org/officeDocument/2006/relationships/slideLayout" Target="/ppt/slideLayouts/dp3parallelv3_slideLayout2.xml" Id="R3fd5c0a700a5451d" /><Relationship Type="http://schemas.openxmlformats.org/officeDocument/2006/relationships/slideLayout" Target="/ppt/slideLayouts/dp3parallelv3_slideLayout3.xml" Id="R76cc8e0054db4975" /><Relationship Type="http://schemas.openxmlformats.org/officeDocument/2006/relationships/slideLayout" Target="/ppt/slideLayouts/dp3parallelv3_slideLayout4.xml" Id="R211be443d46b4fdd" /><Relationship Type="http://schemas.openxmlformats.org/officeDocument/2006/relationships/slideLayout" Target="/ppt/slideLayouts/dp3parallelv3_slideLayout5.xml" Id="Rb0fda7f23b59410b" /><Relationship Type="http://schemas.openxmlformats.org/officeDocument/2006/relationships/slideLayout" Target="/ppt/slideLayouts/dp3parallelv3_slideLayout6.xml" Id="R883870a31f8a48b7" /></Relationships>
</file>

<file path=ppt/slideMasters/_rels/dp5v5_slideMaster1.xml.rels><?xml version='1.0' encoding='utf-8'?>
<Relationships xmlns="http://schemas.openxmlformats.org/package/2006/relationships"><Relationship Type="http://schemas.openxmlformats.org/officeDocument/2006/relationships/theme" Target="/ppt/slideMasters/theme/dp5v5_theme2.xml" Id="R36f0dfe5f7cb40d8" /><Relationship Type="http://schemas.openxmlformats.org/officeDocument/2006/relationships/slideLayout" Target="/ppt/slideLayouts/dp5v5_slideLayout1.xml" Id="R1a08bf158d754086" /><Relationship Type="http://schemas.openxmlformats.org/officeDocument/2006/relationships/slideLayout" Target="/ppt/slideLayouts/dp5v5_slideLayout2.xml" Id="Radfc24e831b641a4" /><Relationship Type="http://schemas.openxmlformats.org/officeDocument/2006/relationships/slideLayout" Target="/ppt/slideLayouts/dp5v5_slideLayout3.xml" Id="R69eb72bc4db84884" /><Relationship Type="http://schemas.openxmlformats.org/officeDocument/2006/relationships/slideLayout" Target="/ppt/slideLayouts/dp5v5_slideLayout4.xml" Id="R5430487d202c47b4" /><Relationship Type="http://schemas.openxmlformats.org/officeDocument/2006/relationships/slideLayout" Target="/ppt/slideLayouts/dp5v5_slideLayout5.xml" Id="Redacf981b3c64389" /><Relationship Type="http://schemas.openxmlformats.org/officeDocument/2006/relationships/slideLayout" Target="/ppt/slideLayouts/dp5v5_slideLayout6.xml" Id="R8746ae886b104afc" /></Relationships>
</file>

<file path=ppt/slideMasters/_rels/dp44v9_slideMaster1.xml.rels><?xml version='1.0' encoding='utf-8'?>
<Relationships xmlns="http://schemas.openxmlformats.org/package/2006/relationships"><Relationship Type="http://schemas.openxmlformats.org/officeDocument/2006/relationships/theme" Target="/ppt/slideMasters/theme/dp44v9_theme2.xml" Id="R2075646436694778" /><Relationship Type="http://schemas.openxmlformats.org/officeDocument/2006/relationships/slideLayout" Target="/ppt/slideLayouts/dp44v9_slideLayout1.xml" Id="Rebb71350e07a4c20" /><Relationship Type="http://schemas.openxmlformats.org/officeDocument/2006/relationships/slideLayout" Target="/ppt/slideLayouts/dp44v9_slideLayout2.xml" Id="R507eb4b1e30b483d" /><Relationship Type="http://schemas.openxmlformats.org/officeDocument/2006/relationships/slideLayout" Target="/ppt/slideLayouts/dp44v9_slideLayout3.xml" Id="R322841fe30a14039" /><Relationship Type="http://schemas.openxmlformats.org/officeDocument/2006/relationships/slideLayout" Target="/ppt/slideLayouts/dp44v9_slideLayout4.xml" Id="Rc3e729abff9e4732" /><Relationship Type="http://schemas.openxmlformats.org/officeDocument/2006/relationships/slideLayout" Target="/ppt/slideLayouts/dp44v9_slideLayout5.xml" Id="R384b5486e55e4716" /><Relationship Type="http://schemas.openxmlformats.org/officeDocument/2006/relationships/slideLayout" Target="/ppt/slideLayouts/dp44v9_slideLayout6.xml" Id="R120dd747d0784d0b" /></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7008111a130f4ef9" /><Relationship Type="http://schemas.openxmlformats.org/officeDocument/2006/relationships/slideLayout" Target="/ppt/slideLayouts/slideLayout1.xml" Id="Re7ca02eff6f64bb0" /><Relationship Type="http://schemas.openxmlformats.org/officeDocument/2006/relationships/slideLayout" Target="/ppt/slideLayouts/slideLayout2.xml" Id="R831aab4b7b214043" /><Relationship Type="http://schemas.openxmlformats.org/officeDocument/2006/relationships/slideLayout" Target="/ppt/slideLayouts/slideLayout3.xml" Id="R54c3747964a94f5a" /><Relationship Type="http://schemas.openxmlformats.org/officeDocument/2006/relationships/slideLayout" Target="/ppt/slideLayouts/slideLayout4.xml" Id="R4be48aa2e2274c67" /><Relationship Type="http://schemas.openxmlformats.org/officeDocument/2006/relationships/slideLayout" Target="/ppt/slideLayouts/slideLayout5.xml" Id="Rbedb2986b0ca47ea" /><Relationship Type="http://schemas.openxmlformats.org/officeDocument/2006/relationships/slideLayout" Target="/ppt/slideLayouts/slideLayout6.xml" Id="R51b7079438344c26" /></Relationships>
</file>

<file path=ppt/slideMasters/dp3cpuv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282f2ed279e4c37"/>
    <p:sldLayoutId id="2147483650" r:id="R5668674e4d084711"/>
    <p:sldLayoutId id="2147483651" r:id="Rc11c614762b64655"/>
    <p:sldLayoutId id="2147483652" r:id="R3280ec8bf85c45d6"/>
    <p:sldLayoutId id="2147483653" r:id="R2d5d552818354396"/>
    <p:sldLayoutId id="2147483654" r:id="R2293cd0953574a95"/>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3cpuv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f517bba5aaab44b6"/>
    <p:sldLayoutId id="2147483650" r:id="R12bc93f63d3d4912"/>
    <p:sldLayoutId id="2147483651" r:id="R7c6e560541114aa3"/>
    <p:sldLayoutId id="2147483652" r:id="Rbde0c0b3a7584da3"/>
    <p:sldLayoutId id="2147483653" r:id="R52d0af1844a044ff"/>
    <p:sldLayoutId id="2147483654" r:id="Rc0a63c04bf164f6d"/>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3cpuv8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ce7ab4fa0a74a07"/>
    <p:sldLayoutId id="2147483650" r:id="R3a3896773fda4ee2"/>
    <p:sldLayoutId id="2147483651" r:id="R2ac35507ec6f4348"/>
    <p:sldLayoutId id="2147483652" r:id="Rd4ca343451b94d53"/>
    <p:sldLayoutId id="2147483653" r:id="R2db51921ca3c49ff"/>
    <p:sldLayoutId id="2147483654" r:id="R9aa59cd783f94880"/>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3parallelv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830c310ae4e4594"/>
    <p:sldLayoutId id="2147483650" r:id="R3fd5c0a700a5451d"/>
    <p:sldLayoutId id="2147483651" r:id="R76cc8e0054db4975"/>
    <p:sldLayoutId id="2147483652" r:id="R211be443d46b4fdd"/>
    <p:sldLayoutId id="2147483653" r:id="Rb0fda7f23b59410b"/>
    <p:sldLayoutId id="2147483654" r:id="R883870a31f8a48b7"/>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5v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1a08bf158d754086"/>
    <p:sldLayoutId id="2147483650" r:id="Radfc24e831b641a4"/>
    <p:sldLayoutId id="2147483651" r:id="R69eb72bc4db84884"/>
    <p:sldLayoutId id="2147483652" r:id="R5430487d202c47b4"/>
    <p:sldLayoutId id="2147483653" r:id="Redacf981b3c64389"/>
    <p:sldLayoutId id="2147483654" r:id="R8746ae886b104afc"/>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44v9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bb71350e07a4c20"/>
    <p:sldLayoutId id="2147483650" r:id="R507eb4b1e30b483d"/>
    <p:sldLayoutId id="2147483651" r:id="R322841fe30a14039"/>
    <p:sldLayoutId id="2147483652" r:id="Rc3e729abff9e4732"/>
    <p:sldLayoutId id="2147483653" r:id="R384b5486e55e4716"/>
    <p:sldLayoutId id="2147483654" r:id="R120dd747d0784d0b"/>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7ca02eff6f64bb0"/>
    <p:sldLayoutId id="2147483650" r:id="R831aab4b7b214043"/>
    <p:sldLayoutId id="2147483651" r:id="R54c3747964a94f5a"/>
    <p:sldLayoutId id="2147483652" r:id="R4be48aa2e2274c67"/>
    <p:sldLayoutId id="2147483653" r:id="Rbedb2986b0ca47ea"/>
    <p:sldLayoutId id="2147483654" r:id="R51b7079438344c2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dp3cpuv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3cpuv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3cpuv8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3parallelv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5v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44v9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3dbac57b6e49ac" /><Relationship Type="http://schemas.openxmlformats.org/officeDocument/2006/relationships/notesSlide" Target="/ppt/notesSlides/notesSlide1.xml" Id="R9dd099a2e2d547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3ca4d4065f4db1" /><Relationship Type="http://schemas.openxmlformats.org/officeDocument/2006/relationships/notesSlide" Target="/ppt/notesSlides/notesSlide2.xml" Id="R9d82736907004f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01dab747fa4fce" /><Relationship Type="http://schemas.openxmlformats.org/officeDocument/2006/relationships/notesSlide" Target="/ppt/notesSlides/notesSlide3.xml" Id="R3239f997899749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b5b5cd5a5c494c" /><Relationship Type="http://schemas.openxmlformats.org/officeDocument/2006/relationships/notesSlide" Target="/ppt/notesSlides/notesSlide4.xml" Id="R4b404fd1f87d45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6e02b519184ebc" /><Relationship Type="http://schemas.openxmlformats.org/officeDocument/2006/relationships/notesSlide" Target="/ppt/notesSlides/notesSlide5.xml" Id="Rc22f4e203d6247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f1b252975042a2" /><Relationship Type="http://schemas.openxmlformats.org/officeDocument/2006/relationships/notesSlide" Target="/ppt/notesSlides/notesSlide6.xml" Id="R306c56c2f0784c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08f56cdd934fd8" /><Relationship Type="http://schemas.openxmlformats.org/officeDocument/2006/relationships/notesSlide" Target="/ppt/notesSlides/notesSlide7.xml" Id="R7e82de5f8d984c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b4ccd82614d4493" /><Relationship Type="http://schemas.openxmlformats.org/officeDocument/2006/relationships/notesSlide" Target="/ppt/notesSlides/notesSlide8.xml" Id="Ra258fd6d827344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26c3e7cd2fa4c3f" /><Relationship Type="http://schemas.openxmlformats.org/officeDocument/2006/relationships/notesSlide" Target="/ppt/notesSlides/notesSlide9.xml" Id="Rff7e25aba8e0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427840046d4a2b" /><Relationship Type="http://schemas.openxmlformats.org/officeDocument/2006/relationships/notesSlide" Target="/ppt/notesSlides/notesSlide10.xml" Id="Rc7c9a95c38314c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ce91f1a3e04885" /><Relationship Type="http://schemas.openxmlformats.org/officeDocument/2006/relationships/notesSlide" Target="/ppt/notesSlides/notesSlide11.xml" Id="Rf558771425ad4e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4f7de223344f17" /><Relationship Type="http://schemas.openxmlformats.org/officeDocument/2006/relationships/notesSlide" Target="/ppt/notesSlides/notesSlide12.xml" Id="Rabe56650171a44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b4728ba3534951" /><Relationship Type="http://schemas.openxmlformats.org/officeDocument/2006/relationships/notesSlide" Target="/ppt/notesSlides/notesSlide13.xml" Id="Rac6774525c584b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28e84e963c4094" /><Relationship Type="http://schemas.openxmlformats.org/officeDocument/2006/relationships/notesSlide" Target="/ppt/notesSlides/notesSlide14.xml" Id="R025e67c04ee44c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5819bd58aa4b89" /><Relationship Type="http://schemas.openxmlformats.org/officeDocument/2006/relationships/notesSlide" Target="/ppt/notesSlides/notesSlide15.xml" Id="R428716dfa68947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3bbd21f8c54fb1" /><Relationship Type="http://schemas.openxmlformats.org/officeDocument/2006/relationships/notesSlide" Target="/ppt/notesSlides/notesSlide16.xml" Id="R83639b8ab6524f49" /></Relationships>
</file>

<file path=ppt/slides/_rels/slide109.xml.rels><?xml version='1.0' encoding='utf-8'?>
<Relationships xmlns="http://schemas.openxmlformats.org/package/2006/relationships"><Relationship Type="http://schemas.openxmlformats.org/officeDocument/2006/relationships/slideLayout" Target="/ppt/slideLayouts/dp3parallelv3_slideLayout6.xml" Id="Rf599bd2bd15146a6" /><Relationship Type="http://schemas.openxmlformats.org/officeDocument/2006/relationships/notesSlide" Target="/ppt/notesSlides/notesSlide109.xml" Id="Red77f98b92b04f05" /></Relationships>
</file>

<file path=ppt/slides/_rels/slide110.xml.rels><?xml version='1.0' encoding='utf-8'?>
<Relationships xmlns="http://schemas.openxmlformats.org/package/2006/relationships"><Relationship Type="http://schemas.openxmlformats.org/officeDocument/2006/relationships/slideLayout" Target="/ppt/slideLayouts/dp3parallelv3_slideLayout6.xml" Id="Rb13e3d2b8b0b40f0" /><Relationship Type="http://schemas.openxmlformats.org/officeDocument/2006/relationships/notesSlide" Target="/ppt/notesSlides/notesSlide110.xml" Id="R7d673c9804704acf" /></Relationships>
</file>

<file path=ppt/slides/_rels/slide111.xml.rels><?xml version='1.0' encoding='utf-8'?>
<Relationships xmlns="http://schemas.openxmlformats.org/package/2006/relationships"><Relationship Type="http://schemas.openxmlformats.org/officeDocument/2006/relationships/slideLayout" Target="/ppt/slideLayouts/dp3parallelv3_slideLayout6.xml" Id="R90b9a82a21c74977" /><Relationship Type="http://schemas.openxmlformats.org/officeDocument/2006/relationships/notesSlide" Target="/ppt/notesSlides/notesSlide111.xml" Id="R40d0f0dbf827446c" /></Relationships>
</file>

<file path=ppt/slides/_rels/slide112.xml.rels><?xml version='1.0' encoding='utf-8'?>
<Relationships xmlns="http://schemas.openxmlformats.org/package/2006/relationships"><Relationship Type="http://schemas.openxmlformats.org/officeDocument/2006/relationships/slideLayout" Target="/ppt/slideLayouts/dp3parallelv3_slideLayout6.xml" Id="R37b57ee9be684920" /><Relationship Type="http://schemas.openxmlformats.org/officeDocument/2006/relationships/notesSlide" Target="/ppt/notesSlides/notesSlide112.xml" Id="R2c4b94d975fc4ec6" /></Relationships>
</file>

<file path=ppt/slides/_rels/slide113.xml.rels><?xml version='1.0' encoding='utf-8'?>
<Relationships xmlns="http://schemas.openxmlformats.org/package/2006/relationships"><Relationship Type="http://schemas.openxmlformats.org/officeDocument/2006/relationships/slideLayout" Target="/ppt/slideLayouts/dp3parallelv3_slideLayout6.xml" Id="Reb175b09d75241ee" /><Relationship Type="http://schemas.openxmlformats.org/officeDocument/2006/relationships/notesSlide" Target="/ppt/notesSlides/notesSlide113.xml" Id="R04fc713ba3b1424d" /></Relationships>
</file>

<file path=ppt/slides/_rels/slide218.xml.rels><?xml version='1.0' encoding='utf-8'?>
<Relationships xmlns="http://schemas.openxmlformats.org/package/2006/relationships"><Relationship Type="http://schemas.openxmlformats.org/officeDocument/2006/relationships/slideLayout" Target="/ppt/slideLayouts/dp5v5_slideLayout6.xml" Id="R4a9378c304674473" /><Relationship Type="http://schemas.openxmlformats.org/officeDocument/2006/relationships/notesSlide" Target="/ppt/notesSlides/notesSlide218.xml" Id="R5e64ead75f4c4119" /></Relationships>
</file>

<file path=ppt/slides/_rels/slide219.xml.rels><?xml version='1.0' encoding='utf-8'?>
<Relationships xmlns="http://schemas.openxmlformats.org/package/2006/relationships"><Relationship Type="http://schemas.openxmlformats.org/officeDocument/2006/relationships/slideLayout" Target="/ppt/slideLayouts/dp5v5_slideLayout6.xml" Id="Re734ce8dbe4e45a7" /><Relationship Type="http://schemas.openxmlformats.org/officeDocument/2006/relationships/notesSlide" Target="/ppt/notesSlides/notesSlide219.xml" Id="Ra5c84e11eece4ced" /></Relationships>
</file>

<file path=ppt/slides/_rels/slide220.xml.rels><?xml version='1.0' encoding='utf-8'?>
<Relationships xmlns="http://schemas.openxmlformats.org/package/2006/relationships"><Relationship Type="http://schemas.openxmlformats.org/officeDocument/2006/relationships/slideLayout" Target="/ppt/slideLayouts/dp5v5_slideLayout6.xml" Id="R1a33b73f4fd641db" /><Relationship Type="http://schemas.openxmlformats.org/officeDocument/2006/relationships/notesSlide" Target="/ppt/notesSlides/notesSlide220.xml" Id="R90b0eec5f5354eaa" /></Relationships>
</file>

<file path=ppt/slides/_rels/slide221.xml.rels><?xml version='1.0' encoding='utf-8'?>
<Relationships xmlns="http://schemas.openxmlformats.org/package/2006/relationships"><Relationship Type="http://schemas.openxmlformats.org/officeDocument/2006/relationships/slideLayout" Target="/ppt/slideLayouts/dp5v5_slideLayout6.xml" Id="R5c18f81b50a04c1c" /><Relationship Type="http://schemas.openxmlformats.org/officeDocument/2006/relationships/notesSlide" Target="/ppt/notesSlides/notesSlide221.xml" Id="R532f55b44fe04cb8" /></Relationships>
</file>

<file path=ppt/slides/_rels/slide309.xml.rels><?xml version='1.0' encoding='utf-8'?>
<Relationships xmlns="http://schemas.openxmlformats.org/package/2006/relationships"><Relationship Type="http://schemas.openxmlformats.org/officeDocument/2006/relationships/slideLayout" Target="/ppt/slideLayouts/dp3cpuv6_slideLayout6.xml" Id="R152da9668e7d44c6" /><Relationship Type="http://schemas.openxmlformats.org/officeDocument/2006/relationships/notesSlide" Target="/ppt/notesSlides/notesSlide309.xml" Id="R73440f79ba644d30" /></Relationships>
</file>

<file path=ppt/slides/_rels/slide310.xml.rels><?xml version='1.0' encoding='utf-8'?>
<Relationships xmlns="http://schemas.openxmlformats.org/package/2006/relationships"><Relationship Type="http://schemas.openxmlformats.org/officeDocument/2006/relationships/slideLayout" Target="/ppt/slideLayouts/dp3cpuv6_slideLayout6.xml" Id="R36504d07b49740c9" /><Relationship Type="http://schemas.openxmlformats.org/officeDocument/2006/relationships/notesSlide" Target="/ppt/notesSlides/notesSlide310.xml" Id="R5bf6e26a2fb849e7" /></Relationships>
</file>

<file path=ppt/slides/_rels/slide311.xml.rels><?xml version='1.0' encoding='utf-8'?>
<Relationships xmlns="http://schemas.openxmlformats.org/package/2006/relationships"><Relationship Type="http://schemas.openxmlformats.org/officeDocument/2006/relationships/slideLayout" Target="/ppt/slideLayouts/dp3cpuv6_slideLayout6.xml" Id="R24defea0356d40f5" /><Relationship Type="http://schemas.openxmlformats.org/officeDocument/2006/relationships/notesSlide" Target="/ppt/notesSlides/notesSlide311.xml" Id="R1c29e053be2b44c7" /></Relationships>
</file>

<file path=ppt/slides/_rels/slide312.xml.rels><?xml version='1.0' encoding='utf-8'?>
<Relationships xmlns="http://schemas.openxmlformats.org/package/2006/relationships"><Relationship Type="http://schemas.openxmlformats.org/officeDocument/2006/relationships/slideLayout" Target="/ppt/slideLayouts/dp3cpuv6_slideLayout6.xml" Id="R6d7002be3e1e4cd6" /><Relationship Type="http://schemas.openxmlformats.org/officeDocument/2006/relationships/notesSlide" Target="/ppt/notesSlides/notesSlide312.xml" Id="Rd7edd91af73a474c" /></Relationships>
</file>

<file path=ppt/slides/_rels/slide313.xml.rels><?xml version='1.0' encoding='utf-8'?>
<Relationships xmlns="http://schemas.openxmlformats.org/package/2006/relationships"><Relationship Type="http://schemas.openxmlformats.org/officeDocument/2006/relationships/slideLayout" Target="/ppt/slideLayouts/dp3cpuv6_slideLayout6.xml" Id="R729a849b3ba04797" /><Relationship Type="http://schemas.openxmlformats.org/officeDocument/2006/relationships/notesSlide" Target="/ppt/notesSlides/notesSlide313.xml" Id="Rd1af8a945cc74445" /></Relationships>
</file>

<file path=ppt/slides/_rels/slide314.xml.rels><?xml version='1.0' encoding='utf-8'?>
<Relationships xmlns="http://schemas.openxmlformats.org/package/2006/relationships"><Relationship Type="http://schemas.openxmlformats.org/officeDocument/2006/relationships/slideLayout" Target="/ppt/slideLayouts/dp3cpuv6_slideLayout6.xml" Id="R545db189e126441f" /><Relationship Type="http://schemas.openxmlformats.org/officeDocument/2006/relationships/notesSlide" Target="/ppt/notesSlides/notesSlide314.xml" Id="R30a21c026af745b1" /></Relationships>
</file>

<file path=ppt/slides/_rels/slide315.xml.rels><?xml version='1.0' encoding='utf-8'?>
<Relationships xmlns="http://schemas.openxmlformats.org/package/2006/relationships"><Relationship Type="http://schemas.openxmlformats.org/officeDocument/2006/relationships/slideLayout" Target="/ppt/slideLayouts/dp3cpuv6_slideLayout6.xml" Id="R0d65a0f2d71542be" /><Relationship Type="http://schemas.openxmlformats.org/officeDocument/2006/relationships/notesSlide" Target="/ppt/notesSlides/notesSlide315.xml" Id="R88444ab4ddc34fd8" /></Relationships>
</file>

<file path=ppt/slides/_rels/slide316.xml.rels><?xml version='1.0' encoding='utf-8'?>
<Relationships xmlns="http://schemas.openxmlformats.org/package/2006/relationships"><Relationship Type="http://schemas.openxmlformats.org/officeDocument/2006/relationships/slideLayout" Target="/ppt/slideLayouts/dp3cpuv6_slideLayout6.xml" Id="R4a6be0b50e344acf" /><Relationship Type="http://schemas.openxmlformats.org/officeDocument/2006/relationships/notesSlide" Target="/ppt/notesSlides/notesSlide316.xml" Id="Rcbf16d5d56cf45d6" /></Relationships>
</file>

<file path=ppt/slides/_rels/slide410.xml.rels><?xml version='1.0' encoding='utf-8'?>
<Relationships xmlns="http://schemas.openxmlformats.org/package/2006/relationships"><Relationship Type="http://schemas.openxmlformats.org/officeDocument/2006/relationships/slideLayout" Target="/ppt/slideLayouts/dp3cpuv7_slideLayout6.xml" Id="R8834de16e1f64a06" /><Relationship Type="http://schemas.openxmlformats.org/officeDocument/2006/relationships/notesSlide" Target="/ppt/notesSlides/notesSlide410.xml" Id="R69d2d8aa35b548bd" /></Relationships>
</file>

<file path=ppt/slides/_rels/slide411.xml.rels><?xml version='1.0' encoding='utf-8'?>
<Relationships xmlns="http://schemas.openxmlformats.org/package/2006/relationships"><Relationship Type="http://schemas.openxmlformats.org/officeDocument/2006/relationships/slideLayout" Target="/ppt/slideLayouts/dp3cpuv7_slideLayout6.xml" Id="R7b1bcbc1e47b4253" /><Relationship Type="http://schemas.openxmlformats.org/officeDocument/2006/relationships/notesSlide" Target="/ppt/notesSlides/notesSlide411.xml" Id="R339060f9c9514228" /></Relationships>
</file>

<file path=ppt/slides/_rels/slide412.xml.rels><?xml version='1.0' encoding='utf-8'?>
<Relationships xmlns="http://schemas.openxmlformats.org/package/2006/relationships"><Relationship Type="http://schemas.openxmlformats.org/officeDocument/2006/relationships/slideLayout" Target="/ppt/slideLayouts/dp3cpuv7_slideLayout6.xml" Id="R91a89c0fe7444941" /><Relationship Type="http://schemas.openxmlformats.org/officeDocument/2006/relationships/notesSlide" Target="/ppt/notesSlides/notesSlide412.xml" Id="Rbf7674208d264c15" /></Relationships>
</file>

<file path=ppt/slides/_rels/slide510.xml.rels><?xml version='1.0' encoding='utf-8'?>
<Relationships xmlns="http://schemas.openxmlformats.org/package/2006/relationships"><Relationship Type="http://schemas.openxmlformats.org/officeDocument/2006/relationships/slideLayout" Target="/ppt/slideLayouts/dp3cpuv8_slideLayout6.xml" Id="Re8b820054162496a" /><Relationship Type="http://schemas.openxmlformats.org/officeDocument/2006/relationships/notesSlide" Target="/ppt/notesSlides/notesSlide510.xml" Id="Ref3f6f5a8d4448bd" /></Relationships>
</file>

<file path=ppt/slides/_rels/slide511.xml.rels><?xml version='1.0' encoding='utf-8'?>
<Relationships xmlns="http://schemas.openxmlformats.org/package/2006/relationships"><Relationship Type="http://schemas.openxmlformats.org/officeDocument/2006/relationships/slideLayout" Target="/ppt/slideLayouts/dp3cpuv8_slideLayout6.xml" Id="R2aa362ce578749f6" /><Relationship Type="http://schemas.openxmlformats.org/officeDocument/2006/relationships/notesSlide" Target="/ppt/notesSlides/notesSlide511.xml" Id="Rc6ab88b91cfe40ef" /></Relationships>
</file>

<file path=ppt/slides/_rels/slide512.xml.rels><?xml version='1.0' encoding='utf-8'?>
<Relationships xmlns="http://schemas.openxmlformats.org/package/2006/relationships"><Relationship Type="http://schemas.openxmlformats.org/officeDocument/2006/relationships/slideLayout" Target="/ppt/slideLayouts/dp3cpuv8_slideLayout6.xml" Id="Rfbb4a3dacb5a4cbe" /><Relationship Type="http://schemas.openxmlformats.org/officeDocument/2006/relationships/notesSlide" Target="/ppt/notesSlides/notesSlide512.xml" Id="R204e16be0e3d4991" /></Relationships>
</file>

<file path=ppt/slides/_rels/slide624.xml.rels><?xml version='1.0' encoding='utf-8'?>
<Relationships xmlns="http://schemas.openxmlformats.org/package/2006/relationships"><Relationship Type="http://schemas.openxmlformats.org/officeDocument/2006/relationships/slideLayout" Target="/ppt/slideLayouts/dp44v9_slideLayout6.xml" Id="R2a99c4fa081f41d4" /><Relationship Type="http://schemas.openxmlformats.org/officeDocument/2006/relationships/notesSlide" Target="/ppt/notesSlides/notesSlide624.xml" Id="R965cc4242c7e4343" /></Relationships>
</file>

<file path=ppt/slides/_rels/slide625.xml.rels><?xml version='1.0' encoding='utf-8'?>
<Relationships xmlns="http://schemas.openxmlformats.org/package/2006/relationships"><Relationship Type="http://schemas.openxmlformats.org/officeDocument/2006/relationships/slideLayout" Target="/ppt/slideLayouts/dp44v9_slideLayout6.xml" Id="Rdf7f4a5a0981456d" /><Relationship Type="http://schemas.openxmlformats.org/officeDocument/2006/relationships/notesSlide" Target="/ppt/notesSlides/notesSlide625.xml" Id="Red442c16ad9f476f" /></Relationships>
</file>

<file path=ppt/slides/_rels/slide626.xml.rels><?xml version='1.0' encoding='utf-8'?>
<Relationships xmlns="http://schemas.openxmlformats.org/package/2006/relationships"><Relationship Type="http://schemas.openxmlformats.org/officeDocument/2006/relationships/slideLayout" Target="/ppt/slideLayouts/dp44v9_slideLayout6.xml" Id="R169361ad3aa94045" /><Relationship Type="http://schemas.openxmlformats.org/officeDocument/2006/relationships/notesSlide" Target="/ppt/notesSlides/notesSlide626.xml" Id="Ra530fbaa003a4b7d" /></Relationships>
</file>

<file path=ppt/slides/_rels/slide627.xml.rels><?xml version='1.0' encoding='utf-8'?>
<Relationships xmlns="http://schemas.openxmlformats.org/package/2006/relationships"><Relationship Type="http://schemas.openxmlformats.org/officeDocument/2006/relationships/slideLayout" Target="/ppt/slideLayouts/dp44v9_slideLayout6.xml" Id="R47fe499a738d4abc" /><Relationship Type="http://schemas.openxmlformats.org/officeDocument/2006/relationships/notesSlide" Target="/ppt/notesSlides/notesSlide627.xml" Id="Re857831b95844613" /></Relationships>
</file>

<file path=ppt/slides/_rels/slide628.xml.rels><?xml version='1.0' encoding='utf-8'?>
<Relationships xmlns="http://schemas.openxmlformats.org/package/2006/relationships"><Relationship Type="http://schemas.openxmlformats.org/officeDocument/2006/relationships/slideLayout" Target="/ppt/slideLayouts/dp44v9_slideLayout6.xml" Id="R8ede8a388fde44d8" /><Relationship Type="http://schemas.openxmlformats.org/officeDocument/2006/relationships/notesSlide" Target="/ppt/notesSlides/notesSlide628.xml" Id="Rbcb8db6cb80d498e" /></Relationships>
</file>

<file path=ppt/slides/_rels/slide629.xml.rels><?xml version='1.0' encoding='utf-8'?>
<Relationships xmlns="http://schemas.openxmlformats.org/package/2006/relationships"><Relationship Type="http://schemas.openxmlformats.org/officeDocument/2006/relationships/slideLayout" Target="/ppt/slideLayouts/dp44v9_slideLayout6.xml" Id="R58ab959389dd4c01" /><Relationship Type="http://schemas.openxmlformats.org/officeDocument/2006/relationships/notesSlide" Target="/ppt/notesSlides/notesSlide629.xml" Id="R8238b16902cb4903" /></Relationships>
</file>

<file path=ppt/slides/_rels/slide630.xml.rels><?xml version='1.0' encoding='utf-8'?>
<Relationships xmlns="http://schemas.openxmlformats.org/package/2006/relationships"><Relationship Type="http://schemas.openxmlformats.org/officeDocument/2006/relationships/slideLayout" Target="/ppt/slideLayouts/dp44v9_slideLayout6.xml" Id="R11605a8b3e034fd3" /><Relationship Type="http://schemas.openxmlformats.org/officeDocument/2006/relationships/notesSlide" Target="/ppt/notesSlides/notesSlide630.xml" Id="Rf215681cfad54299"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3" name="Unified slide title">
            <a:extLst>
              <a:ext uri="{FF2B5EF4-FFF2-40B4-BE49-F238E27FC236}">
                <ns2:creationId id="{F7964089-5980-4560-89D3-C839747824D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(배경)</a:t>
            </a:r>
            <a:endParaRPr lang="ko-KR">
              <a:latin typeface="Calibri"/>
              <a:ea typeface="Calibri"/>
              <a:cs typeface="Calibri"/>
            </a:endParaRPr>
          </a:p>
        </p:txBody>
      </p:sp>
      <p:sp>
        <p:nvSpPr>
          <p:cNvPr id="2" name="Workflow 과제 소개">
            <a:extLst>
              <a:ext uri="{FF2B5EF4-FFF2-40B4-BE49-F238E27FC236}">
                <ns2:creationId id="{644F1FE8-D1E2-4813-83FD-0B882DE9A2A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3E9936-A125-47D3-A54F-FE5851C0DBC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12DD1D9C-4B0B-450A-9AC4-EEF8B190C39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219E7FC-85E8-41C4-9135-34E2D91CF67B}"/>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B3DE92E0-20D8-46E9-AFA1-9ACAB11ACE6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FDAD6A2A-4FF9-4319-87E0-47E7AB08016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7487650-07A6-46DB-976D-ADD704A609A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6CA5113B-7B42-4647-8F14-7D12A732553C}"/>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48545D5A-E95A-485A-9F32-A97FDCD75C4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DA293E17-CFE9-482F-92FF-4506AAB3D04E}"/>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A206E033-7BD1-4F40-8B7E-93AAB43886E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41D2F7F-2321-4603-98C6-DB8CF96F504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 / 36</a:t>
            </a:r>
            <a:endParaRPr lang="ko-KR">
              <a:latin typeface="Calibri"/>
              <a:ea typeface="Calibri"/>
              <a:cs typeface="Calibri"/>
            </a:endParaRPr>
          </a:p>
        </p:txBody>
      </p:sp>
      <p:sp>
        <p:nvSpPr>
          <p:cNvPr id="14" name="DP1 object 1">
            <a:extLst>
              <a:ext uri="{FF2B5EF4-FFF2-40B4-BE49-F238E27FC236}">
                <ns2:creationId id="{D717C613-53DD-4084-A686-613375DF63C8}"/>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같은 자료를 다시 묻는데, 원문은 바뀐다</a:t>
            </a:r>
            <a:endParaRPr lang="ko-KR">
              <a:latin typeface="Calibri"/>
              <a:ea typeface="Calibri"/>
              <a:cs typeface="Calibri"/>
            </a:endParaRPr>
          </a:p>
        </p:txBody>
      </p:sp>
      <p:sp>
        <p:nvSpPr>
          <p:cNvPr id="15" name="DP1 object 2">
            <a:extLst>
              <a:ext uri="{FF2B5EF4-FFF2-40B4-BE49-F238E27FC236}">
                <ns2:creationId id="{73897EE6-9747-4C54-AEC8-A3BA89D0CC30}"/>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연속된 대화에서 이전 설명과 업무 결과를 현재 조건에 맞게 다시 사용해야 한다.</a:t>
            </a:r>
            <a:endParaRPr lang="ko-KR">
              <a:latin typeface="Calibri"/>
              <a:ea typeface="Calibri"/>
              <a:cs typeface="Calibri"/>
            </a:endParaRPr>
          </a:p>
        </p:txBody>
      </p:sp>
      <p:sp>
        <p:nvSpPr>
          <p:cNvPr id="16" name="DP1 object 3">
            <a:extLst>
              <a:ext uri="{FF2B5EF4-FFF2-40B4-BE49-F238E27FC236}">
                <ns2:creationId id="{F96F791C-3E47-4131-B380-71854D66D30E}"/>
              </a:ext>
            </a:extLst>
          </p:cNvPr>
          <p:cNvSpPr>
            <a:spLocks noGrp="1"/>
          </p:cNvSpPr>
          <p:nvPr/>
        </p:nvSpPr>
        <p:spPr>
          <a:xfrm>
            <a:off x="1000125" y="2876550"/>
            <a:ext cx="11315700" cy="1266825"/>
          </a:xfrm>
          <a:prstGeom prst="roundRect">
            <a:avLst>
              <a:gd name="adj" fmla="val 6015"/>
            </a:avLst>
          </a:prstGeom>
          <a:solidFill>
            <a:srgbClr val="F1F6FC"/>
          </a:solidFill>
          <a:ln w="23813">
            <a:solidFill>
              <a:srgbClr val="4676CB"/>
            </a:solidFill>
            <a:prstDash val="solid"/>
          </a:ln>
        </p:spPr>
        <p:txBody>
          <a:bodyPr wrap="none" lIns="196757" tIns="111032" rIns="9502682" bIns="787307"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현재 요청</a:t>
            </a:r>
            <a:endParaRPr lang="ko-KR">
              <a:latin typeface="Calibri"/>
              <a:ea typeface="Calibri"/>
              <a:cs typeface="Calibri"/>
            </a:endParaRPr>
          </a:p>
        </p:txBody>
      </p:sp>
      <p:sp>
        <p:nvSpPr>
          <p:cNvPr id="18" name="DP1 object 5">
            <a:extLst>
              <a:ext uri="{FF2B5EF4-FFF2-40B4-BE49-F238E27FC236}">
                <ns2:creationId id="{8D05BF20-238D-4878-A37E-1CA002AC23A8}"/>
              </a:ext>
            </a:extLst>
          </p:cNvPr>
          <p:cNvSpPr>
            <a:spLocks noGrp="1"/>
          </p:cNvSpPr>
          <p:nvPr/>
        </p:nvSpPr>
        <p:spPr>
          <a:xfrm>
            <a:off x="1219200" y="3400425"/>
            <a:ext cx="10668000" cy="609600"/>
          </a:xfrm>
          <a:prstGeom prst="rect">
            <a:avLst/>
          </a:prstGeom>
          <a:noFill/>
          <a:ln w="0">
            <a:noFill/>
            <a:prstDash val="solid"/>
          </a:ln>
        </p:spPr>
        <p:txBody>
          <a:bodyPr wrap="none" lIns="0" tIns="0" rIns="0" bIns="0" anchor="ctr">
            <a:noAutofit/>
          </a:bodyPr>
          <a:lstStyle>
            <a:defPPr algn="ctr">
              <a:defRPr sz="2600" b="1" lang="ko-KR">
                <a:solidFill>
                  <a:srgbClr val="111111"/>
                </a:solidFill>
                <a:latin typeface="Calibri"/>
                <a:ea typeface="Calibri"/>
                <a:cs typeface="Calibri"/>
              </a:defRPr>
            </a:defPPr>
            <a:lvl1pPr algn="ctr">
              <a:defRPr sz="2600" b="1" lang="ko-KR">
                <a:solidFill>
                  <a:srgbClr val="111111"/>
                </a:solidFill>
                <a:latin typeface="Calibri"/>
                <a:ea typeface="Calibri"/>
                <a:cs typeface="Calibri"/>
              </a:defRPr>
            </a:lvl1pPr>
            <a:lvl2pPr algn="ctr">
              <a:defRPr sz="2600" b="1" lang="ko-KR">
                <a:solidFill>
                  <a:srgbClr val="111111"/>
                </a:solidFill>
                <a:latin typeface="Calibri"/>
                <a:ea typeface="Calibri"/>
                <a:cs typeface="Calibri"/>
              </a:defRPr>
            </a:lvl2pPr>
            <a:lvl3pPr algn="ctr">
              <a:defRPr sz="2600" b="1" lang="ko-KR">
                <a:solidFill>
                  <a:srgbClr val="111111"/>
                </a:solidFill>
                <a:latin typeface="Calibri"/>
                <a:ea typeface="Calibri"/>
                <a:cs typeface="Calibri"/>
              </a:defRPr>
            </a:lvl3pPr>
            <a:lvl4pPr algn="ctr">
              <a:defRPr sz="2600" b="1" lang="ko-KR">
                <a:solidFill>
                  <a:srgbClr val="111111"/>
                </a:solidFill>
                <a:latin typeface="Calibri"/>
                <a:ea typeface="Calibri"/>
                <a:cs typeface="Calibri"/>
              </a:defRPr>
            </a:lvl4pPr>
            <a:lvl5pPr algn="ctr">
              <a:defRPr sz="2600" b="1" lang="ko-KR">
                <a:solidFill>
                  <a:srgbClr val="111111"/>
                </a:solidFill>
                <a:latin typeface="Calibri"/>
                <a:ea typeface="Calibri"/>
                <a:cs typeface="Calibri"/>
              </a:defRPr>
            </a:lvl5pPr>
            <a:lvl6pPr algn="ctr">
              <a:defRPr sz="2600" b="1" lang="ko-KR">
                <a:solidFill>
                  <a:srgbClr val="111111"/>
                </a:solidFill>
                <a:latin typeface="Calibri"/>
                <a:ea typeface="Calibri"/>
                <a:cs typeface="Calibri"/>
              </a:defRPr>
            </a:lvl6pPr>
            <a:lvl7pPr algn="ctr">
              <a:defRPr sz="2600" b="1" lang="ko-KR">
                <a:solidFill>
                  <a:srgbClr val="111111"/>
                </a:solidFill>
                <a:latin typeface="Calibri"/>
                <a:ea typeface="Calibri"/>
                <a:cs typeface="Calibri"/>
              </a:defRPr>
            </a:lvl7pPr>
            <a:lvl8pPr algn="ctr">
              <a:defRPr sz="2600" b="1" lang="ko-KR">
                <a:solidFill>
                  <a:srgbClr val="111111"/>
                </a:solidFill>
                <a:latin typeface="Calibri"/>
                <a:ea typeface="Calibri"/>
                <a:cs typeface="Calibri"/>
              </a:defRPr>
            </a:lvl8pPr>
            <a:lvl9pPr algn="ctr">
              <a:defRPr sz="2600" b="1" lang="ko-KR">
                <a:solidFill>
                  <a:srgbClr val="111111"/>
                </a:solidFill>
                <a:latin typeface="Calibri"/>
                <a:ea typeface="Calibri"/>
                <a:cs typeface="Calibri"/>
              </a:defRPr>
            </a:lvl9pPr>
          </a:lstStyle>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“지난번 설명한 기준과 제품 비교 결과에</a:t>
            </a:r>
            <a:endParaRPr lang="ko-KR">
              <a:latin typeface="Calibri"/>
              <a:ea typeface="Calibri"/>
              <a:cs typeface="Calibri"/>
            </a:endParaRPr>
          </a:p>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수정된 견적을 반영해줘.”</a:t>
            </a:r>
            <a:endParaRPr lang="ko-KR">
              <a:latin typeface="Calibri"/>
              <a:ea typeface="Calibri"/>
              <a:cs typeface="Calibri"/>
            </a:endParaRPr>
          </a:p>
        </p:txBody>
      </p:sp>
      <p:sp>
        <p:nvSpPr>
          <p:cNvPr id="19" name="Editable path 6">
            <a:extLst>
              <a:ext uri="{FF2B5EF4-FFF2-40B4-BE49-F238E27FC236}">
                <ns2:creationId id="{E9224903-98D1-4FFB-AC4E-225CF6C073F8}"/>
              </a:ext>
            </a:extLst>
          </p:cNvPr>
          <p:cNvSpPr>
            <a:spLocks noGrp="1"/>
          </p:cNvSpPr>
          <p:nvPr/>
        </p:nvSpPr>
        <p:spPr>
          <a:xfrm>
            <a:off x="11601450" y="4143375"/>
            <a:ext cx="447675" cy="304800"/>
          </a:xfrm>
          <a:custGeom>
            <a:pathLst>
              <a:path w="447675" h="304800">
                <a:moveTo>
                  <a:pt x="0" y="0"/>
                </a:moveTo>
                <a:lnTo>
                  <a:pt x="447675" y="304800"/>
                </a:lnTo>
                <a:lnTo>
                  <a:pt x="285750" y="0"/>
                </a:lnTo>
              </a:path>
            </a:pathLst>
          </a:custGeom>
          <a:noFill/>
          <a:ln w="19050">
            <a:solidFill>
              <a:srgbClr val="4676CB"/>
            </a:solidFill>
            <a:prstDash val="solid"/>
          </a:ln>
        </p:spPr>
      </p:sp>
      <p:sp>
        <p:nvSpPr>
          <p:cNvPr id="20" name="이전에 전달한 설명">
            <a:extLst>
              <a:ext uri="{FF2B5EF4-FFF2-40B4-BE49-F238E27FC236}">
                <ns2:creationId id="{8D5E12DB-677E-460B-9796-68D7C6917BA7}"/>
              </a:ext>
            </a:extLst>
          </p:cNvPr>
          <p:cNvSpPr>
            <a:spLocks noGrp="1"/>
          </p:cNvSpPr>
          <p:nvPr/>
        </p:nvSpPr>
        <p:spPr>
          <a:xfrm>
            <a:off x="981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21" name="Editable path 7">
            <a:extLst>
              <a:ext uri="{FF2B5EF4-FFF2-40B4-BE49-F238E27FC236}">
                <ns2:creationId id="{2D58DA19-F03A-43F2-AFC3-A04AD8A7A99C}"/>
              </a:ext>
            </a:extLst>
          </p:cNvPr>
          <p:cNvSpPr>
            <a:spLocks noGrp="1"/>
          </p:cNvSpPr>
          <p:nvPr/>
        </p:nvSpPr>
        <p:spPr>
          <a:xfrm>
            <a:off x="4162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2" name="DP1 object 8">
            <a:extLst>
              <a:ext uri="{FF2B5EF4-FFF2-40B4-BE49-F238E27FC236}">
                <ns2:creationId id="{DCB2F770-3B65-4246-B603-678205E4F996}"/>
              </a:ext>
            </a:extLst>
          </p:cNvPr>
          <p:cNvSpPr>
            <a:spLocks noGrp="1"/>
          </p:cNvSpPr>
          <p:nvPr/>
        </p:nvSpPr>
        <p:spPr>
          <a:xfrm>
            <a:off x="1143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이전에 전달한 설명</a:t>
            </a:r>
            <a:endParaRPr lang="ko-KR">
              <a:latin typeface="Calibri"/>
              <a:ea typeface="Calibri"/>
              <a:cs typeface="Calibri"/>
            </a:endParaRPr>
          </a:p>
        </p:txBody>
      </p:sp>
      <p:sp>
        <p:nvSpPr>
          <p:cNvPr id="23" name="Editable path 9">
            <a:extLst>
              <a:ext uri="{FF2B5EF4-FFF2-40B4-BE49-F238E27FC236}">
                <ns2:creationId id="{CBA6BDD7-32CA-4438-A4FD-F18E5B647A82}"/>
              </a:ext>
            </a:extLst>
          </p:cNvPr>
          <p:cNvSpPr>
            <a:spLocks noGrp="1"/>
          </p:cNvSpPr>
          <p:nvPr/>
        </p:nvSpPr>
        <p:spPr>
          <a:xfrm>
            <a:off x="1143000" y="6096000"/>
            <a:ext cx="3009900" cy="953"/>
          </a:xfrm>
          <a:custGeom>
            <a:pathLst>
              <a:path w="3009900" h="953">
                <a:moveTo>
                  <a:pt x="0" y="0"/>
                </a:moveTo>
                <a:lnTo>
                  <a:pt x="3009900" y="0"/>
                </a:lnTo>
              </a:path>
            </a:pathLst>
          </a:custGeom>
          <a:noFill/>
          <a:ln w="9525">
            <a:solidFill>
              <a:srgbClr val="B7B9B9"/>
            </a:solidFill>
            <a:prstDash val="solid"/>
          </a:ln>
        </p:spPr>
      </p:sp>
      <p:sp>
        <p:nvSpPr>
          <p:cNvPr id="24" name="DP1 object 10">
            <a:extLst>
              <a:ext uri="{FF2B5EF4-FFF2-40B4-BE49-F238E27FC236}">
                <ns2:creationId id="{6465EE6C-6013-42EF-B38C-D29B65A13731}"/>
              </a:ext>
            </a:extLst>
          </p:cNvPr>
          <p:cNvSpPr>
            <a:spLocks noGrp="1"/>
          </p:cNvSpPr>
          <p:nvPr/>
        </p:nvSpPr>
        <p:spPr>
          <a:xfrm>
            <a:off x="1143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1 object 11">
            <a:extLst>
              <a:ext uri="{FF2B5EF4-FFF2-40B4-BE49-F238E27FC236}">
                <ns2:creationId id="{5A59704E-FDBB-4253-A7AC-C8D69BE22B52}"/>
              </a:ext>
            </a:extLst>
          </p:cNvPr>
          <p:cNvSpPr>
            <a:spLocks noGrp="1"/>
          </p:cNvSpPr>
          <p:nvPr/>
        </p:nvSpPr>
        <p:spPr>
          <a:xfrm>
            <a:off x="1143000" y="6191250"/>
            <a:ext cx="29718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a:t>
            </a:r>
            <a:endParaRPr lang="ko-KR">
              <a:latin typeface="Calibri"/>
              <a:ea typeface="Calibri"/>
              <a:cs typeface="Calibri"/>
            </a:endParaRPr>
          </a:p>
        </p:txBody>
      </p:sp>
      <p:sp>
        <p:nvSpPr>
          <p:cNvPr id="26" name="DP1 object 12">
            <a:extLst>
              <a:ext uri="{FF2B5EF4-FFF2-40B4-BE49-F238E27FC236}">
                <ns2:creationId id="{AB90507E-D992-4A3B-A03E-95E267CA52F7}"/>
              </a:ext>
            </a:extLst>
          </p:cNvPr>
          <p:cNvSpPr>
            <a:spLocks noGrp="1"/>
          </p:cNvSpPr>
          <p:nvPr/>
        </p:nvSpPr>
        <p:spPr>
          <a:xfrm>
            <a:off x="1123950" y="6762750"/>
            <a:ext cx="3019425" cy="333375"/>
          </a:xfrm>
          <a:prstGeom prst="rect">
            <a:avLst/>
          </a:prstGeom>
          <a:solidFill>
            <a:srgbClr val="C9E1B3"/>
          </a:solidFill>
          <a:ln w="0">
            <a:noFill/>
            <a:prstDash val="solid"/>
          </a:ln>
        </p:spPr>
      </p:sp>
      <p:sp>
        <p:nvSpPr>
          <p:cNvPr id="27" name="DP1 object 13">
            <a:extLst>
              <a:ext uri="{FF2B5EF4-FFF2-40B4-BE49-F238E27FC236}">
                <ns2:creationId id="{F6C18399-37AF-4CEC-8977-50DA296FF5F7}"/>
              </a:ext>
            </a:extLst>
          </p:cNvPr>
          <p:cNvSpPr>
            <a:spLocks noGrp="1"/>
          </p:cNvSpPr>
          <p:nvPr/>
        </p:nvSpPr>
        <p:spPr>
          <a:xfrm>
            <a:off x="1143000" y="6743700"/>
            <a:ext cx="297180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유지보수 기간 우선</a:t>
            </a:r>
            <a:endParaRPr lang="ko-KR">
              <a:latin typeface="Calibri"/>
              <a:ea typeface="Calibri"/>
              <a:cs typeface="Calibri"/>
            </a:endParaRPr>
          </a:p>
        </p:txBody>
      </p:sp>
      <p:sp>
        <p:nvSpPr>
          <p:cNvPr id="28" name="DP1 object 14">
            <a:extLst>
              <a:ext uri="{FF2B5EF4-FFF2-40B4-BE49-F238E27FC236}">
                <ns2:creationId id="{514EB985-2FCE-426F-A0DC-76477312C5F6}"/>
              </a:ext>
            </a:extLst>
          </p:cNvPr>
          <p:cNvSpPr>
            <a:spLocks noGrp="1"/>
          </p:cNvSpPr>
          <p:nvPr/>
        </p:nvSpPr>
        <p:spPr>
          <a:xfrm>
            <a:off x="981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실제로 전달한 범위만</a:t>
            </a:r>
            <a:endParaRPr lang="ko-KR">
              <a:latin typeface="Calibri"/>
              <a:ea typeface="Calibri"/>
              <a:cs typeface="Calibri"/>
            </a:endParaRPr>
          </a:p>
        </p:txBody>
      </p:sp>
      <p:sp>
        <p:nvSpPr>
          <p:cNvPr id="29" name="앞선 제품 비교 결과">
            <a:extLst>
              <a:ext uri="{FF2B5EF4-FFF2-40B4-BE49-F238E27FC236}">
                <ns2:creationId id="{50FF5E7E-ECE8-4F8A-98D5-D55550933606}"/>
              </a:ext>
            </a:extLst>
          </p:cNvPr>
          <p:cNvSpPr>
            <a:spLocks noGrp="1"/>
          </p:cNvSpPr>
          <p:nvPr/>
        </p:nvSpPr>
        <p:spPr>
          <a:xfrm>
            <a:off x="49815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0" name="Editable path 15">
            <a:extLst>
              <a:ext uri="{FF2B5EF4-FFF2-40B4-BE49-F238E27FC236}">
                <ns2:creationId id="{7F0EECDE-B8FF-4C13-9271-293B7104E284}"/>
              </a:ext>
            </a:extLst>
          </p:cNvPr>
          <p:cNvSpPr>
            <a:spLocks noGrp="1"/>
          </p:cNvSpPr>
          <p:nvPr/>
        </p:nvSpPr>
        <p:spPr>
          <a:xfrm>
            <a:off x="81629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1 object 16">
            <a:extLst>
              <a:ext uri="{FF2B5EF4-FFF2-40B4-BE49-F238E27FC236}">
                <ns2:creationId id="{0E23A3AF-C03F-40B3-A83F-74CAC96EFD3B}"/>
              </a:ext>
            </a:extLst>
          </p:cNvPr>
          <p:cNvSpPr>
            <a:spLocks noGrp="1"/>
          </p:cNvSpPr>
          <p:nvPr/>
        </p:nvSpPr>
        <p:spPr>
          <a:xfrm>
            <a:off x="51435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앞선 제품 비교 결과</a:t>
            </a:r>
            <a:endParaRPr lang="ko-KR">
              <a:latin typeface="Calibri"/>
              <a:ea typeface="Calibri"/>
              <a:cs typeface="Calibri"/>
            </a:endParaRPr>
          </a:p>
        </p:txBody>
      </p:sp>
      <p:sp>
        <p:nvSpPr>
          <p:cNvPr id="32" name="Editable path 17">
            <a:extLst>
              <a:ext uri="{FF2B5EF4-FFF2-40B4-BE49-F238E27FC236}">
                <ns2:creationId id="{7D8FE154-BACA-46DC-BA4A-A9E227825DB7}"/>
              </a:ext>
            </a:extLst>
          </p:cNvPr>
          <p:cNvSpPr>
            <a:spLocks noGrp="1"/>
          </p:cNvSpPr>
          <p:nvPr/>
        </p:nvSpPr>
        <p:spPr>
          <a:xfrm>
            <a:off x="5143500" y="6096000"/>
            <a:ext cx="3009900" cy="953"/>
          </a:xfrm>
          <a:custGeom>
            <a:pathLst>
              <a:path w="3009900" h="953">
                <a:moveTo>
                  <a:pt x="0" y="0"/>
                </a:moveTo>
                <a:lnTo>
                  <a:pt x="3009900" y="0"/>
                </a:lnTo>
              </a:path>
            </a:pathLst>
          </a:custGeom>
          <a:noFill/>
          <a:ln w="9525">
            <a:solidFill>
              <a:srgbClr val="B7B9B9"/>
            </a:solidFill>
            <a:prstDash val="solid"/>
          </a:ln>
        </p:spPr>
      </p:sp>
      <p:sp>
        <p:nvSpPr>
          <p:cNvPr id="33" name="DP1 object 18">
            <a:extLst>
              <a:ext uri="{FF2B5EF4-FFF2-40B4-BE49-F238E27FC236}">
                <ns2:creationId id="{2A249B2D-F973-4D7A-9D06-99457CC82A4C}"/>
              </a:ext>
            </a:extLst>
          </p:cNvPr>
          <p:cNvSpPr>
            <a:spLocks noGrp="1"/>
          </p:cNvSpPr>
          <p:nvPr/>
        </p:nvSpPr>
        <p:spPr>
          <a:xfrm>
            <a:off x="51435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제품 A  /  제품 B</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 · 보증 · 설치 조건</a:t>
            </a:r>
            <a:endParaRPr lang="ko-KR">
              <a:latin typeface="Calibri"/>
              <a:ea typeface="Calibri"/>
              <a:cs typeface="Calibri"/>
            </a:endParaRPr>
          </a:p>
        </p:txBody>
      </p:sp>
      <p:sp>
        <p:nvSpPr>
          <p:cNvPr id="34" name="DP1 object 19">
            <a:extLst>
              <a:ext uri="{FF2B5EF4-FFF2-40B4-BE49-F238E27FC236}">
                <ns2:creationId id="{84E5F357-C69D-4952-9288-863471304334}"/>
              </a:ext>
            </a:extLst>
          </p:cNvPr>
          <p:cNvSpPr>
            <a:spLocks noGrp="1"/>
          </p:cNvSpPr>
          <p:nvPr/>
        </p:nvSpPr>
        <p:spPr>
          <a:xfrm>
            <a:off x="49815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다른 업무의 결과도 필요</a:t>
            </a:r>
            <a:endParaRPr lang="ko-KR">
              <a:latin typeface="Calibri"/>
              <a:ea typeface="Calibri"/>
              <a:cs typeface="Calibri"/>
            </a:endParaRPr>
          </a:p>
        </p:txBody>
      </p:sp>
      <p:sp>
        <p:nvSpPr>
          <p:cNvPr id="35" name="현재 견적  v2">
            <a:extLst>
              <a:ext uri="{FF2B5EF4-FFF2-40B4-BE49-F238E27FC236}">
                <ns2:creationId id="{31B6826C-D717-4D6E-8AA0-DAC3A9A9E47B}"/>
              </a:ext>
            </a:extLst>
          </p:cNvPr>
          <p:cNvSpPr>
            <a:spLocks noGrp="1"/>
          </p:cNvSpPr>
          <p:nvPr/>
        </p:nvSpPr>
        <p:spPr>
          <a:xfrm>
            <a:off x="8982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6" name="Editable path 20">
            <a:extLst>
              <a:ext uri="{FF2B5EF4-FFF2-40B4-BE49-F238E27FC236}">
                <ns2:creationId id="{A8EF6E28-D877-483B-B0D9-F0333D66C1BC}"/>
              </a:ext>
            </a:extLst>
          </p:cNvPr>
          <p:cNvSpPr>
            <a:spLocks noGrp="1"/>
          </p:cNvSpPr>
          <p:nvPr/>
        </p:nvSpPr>
        <p:spPr>
          <a:xfrm>
            <a:off x="12163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1 object 21">
            <a:extLst>
              <a:ext uri="{FF2B5EF4-FFF2-40B4-BE49-F238E27FC236}">
                <ns2:creationId id="{6EF60346-9511-49B4-9DCC-CFEAF56BDD8D}"/>
              </a:ext>
            </a:extLst>
          </p:cNvPr>
          <p:cNvSpPr>
            <a:spLocks noGrp="1"/>
          </p:cNvSpPr>
          <p:nvPr/>
        </p:nvSpPr>
        <p:spPr>
          <a:xfrm>
            <a:off x="9144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견적  v2</a:t>
            </a:r>
            <a:endParaRPr lang="ko-KR">
              <a:latin typeface="Calibri"/>
              <a:ea typeface="Calibri"/>
              <a:cs typeface="Calibri"/>
            </a:endParaRPr>
          </a:p>
        </p:txBody>
      </p:sp>
      <p:sp>
        <p:nvSpPr>
          <p:cNvPr id="38" name="Editable path 22">
            <a:extLst>
              <a:ext uri="{FF2B5EF4-FFF2-40B4-BE49-F238E27FC236}">
                <ns2:creationId id="{ABFF80B2-118A-44BD-837B-291AEECE4E42}"/>
              </a:ext>
            </a:extLst>
          </p:cNvPr>
          <p:cNvSpPr>
            <a:spLocks noGrp="1"/>
          </p:cNvSpPr>
          <p:nvPr/>
        </p:nvSpPr>
        <p:spPr>
          <a:xfrm>
            <a:off x="9144000" y="6096000"/>
            <a:ext cx="3009900" cy="953"/>
          </a:xfrm>
          <a:custGeom>
            <a:pathLst>
              <a:path w="3009900" h="953">
                <a:moveTo>
                  <a:pt x="0" y="0"/>
                </a:moveTo>
                <a:lnTo>
                  <a:pt x="3009900" y="0"/>
                </a:lnTo>
              </a:path>
            </a:pathLst>
          </a:custGeom>
          <a:noFill/>
          <a:ln w="9525">
            <a:solidFill>
              <a:srgbClr val="B7B9B9"/>
            </a:solidFill>
            <a:prstDash val="solid"/>
          </a:ln>
        </p:spPr>
      </p:sp>
      <p:sp>
        <p:nvSpPr>
          <p:cNvPr id="39" name="DP1 object 23">
            <a:extLst>
              <a:ext uri="{FF2B5EF4-FFF2-40B4-BE49-F238E27FC236}">
                <ns2:creationId id="{6AAE5D70-A8DC-4C40-B589-BC0AC445E028}"/>
              </a:ext>
            </a:extLst>
          </p:cNvPr>
          <p:cNvSpPr>
            <a:spLocks noGrp="1"/>
          </p:cNvSpPr>
          <p:nvPr/>
        </p:nvSpPr>
        <p:spPr>
          <a:xfrm>
            <a:off x="9144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0" name="DP1 object 24">
            <a:extLst>
              <a:ext uri="{FF2B5EF4-FFF2-40B4-BE49-F238E27FC236}">
                <ns2:creationId id="{FE03E710-AACC-4E30-9203-BE788E08147A}"/>
              </a:ext>
            </a:extLst>
          </p:cNvPr>
          <p:cNvSpPr>
            <a:spLocks noGrp="1"/>
          </p:cNvSpPr>
          <p:nvPr/>
        </p:nvSpPr>
        <p:spPr>
          <a:xfrm>
            <a:off x="9153525" y="6191250"/>
            <a:ext cx="2962275" cy="381000"/>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기존: 납기 4주</a:t>
            </a:r>
            <a:endParaRPr lang="ko-KR">
              <a:latin typeface="Calibri"/>
              <a:ea typeface="Calibri"/>
              <a:cs typeface="Calibri"/>
            </a:endParaRPr>
          </a:p>
        </p:txBody>
      </p:sp>
      <p:sp>
        <p:nvSpPr>
          <p:cNvPr id="41" name="Editable path 25">
            <a:extLst>
              <a:ext uri="{FF2B5EF4-FFF2-40B4-BE49-F238E27FC236}">
                <ns2:creationId id="{38DD0C38-1CB4-4665-B0FE-81E00CC35400}"/>
              </a:ext>
            </a:extLst>
          </p:cNvPr>
          <p:cNvSpPr>
            <a:spLocks noGrp="1"/>
          </p:cNvSpPr>
          <p:nvPr/>
        </p:nvSpPr>
        <p:spPr>
          <a:xfrm>
            <a:off x="9163050" y="6400800"/>
            <a:ext cx="1752600" cy="953"/>
          </a:xfrm>
          <a:custGeom>
            <a:pathLst>
              <a:path w="1752600" h="953">
                <a:moveTo>
                  <a:pt x="0" y="0"/>
                </a:moveTo>
                <a:lnTo>
                  <a:pt x="1752600" y="0"/>
                </a:lnTo>
              </a:path>
            </a:pathLst>
          </a:custGeom>
          <a:noFill/>
          <a:ln w="25718">
            <a:solidFill>
              <a:srgbClr val="C00000"/>
            </a:solidFill>
            <a:prstDash val="solid"/>
          </a:ln>
        </p:spPr>
      </p:sp>
      <p:sp>
        <p:nvSpPr>
          <p:cNvPr id="42" name="DP1 object 26">
            <a:extLst>
              <a:ext uri="{FF2B5EF4-FFF2-40B4-BE49-F238E27FC236}">
                <ns2:creationId id="{4A256136-4AFE-49CF-9573-B0C1B6DCB481}"/>
              </a:ext>
            </a:extLst>
          </p:cNvPr>
          <p:cNvSpPr>
            <a:spLocks noGrp="1"/>
          </p:cNvSpPr>
          <p:nvPr/>
        </p:nvSpPr>
        <p:spPr>
          <a:xfrm>
            <a:off x="9153525" y="6781800"/>
            <a:ext cx="2962275" cy="381000"/>
          </a:xfrm>
          <a:prstGeom prst="rect">
            <a:avLst/>
          </a:prstGeom>
          <a:noFill/>
          <a:ln w="0">
            <a:noFill/>
            <a:prstDash val="solid"/>
          </a:ln>
        </p:spPr>
        <p:txBody>
          <a:bodyPr wrap="none" lIns="0" tIns="0" rIns="0" bIns="0" anchor="ctr">
            <a:noAutofit/>
          </a:bodyPr>
          <a:lstStyle>
            <a:defPPr algn="l">
              <a:defRPr sz="2000" b="1" lang="ko-KR">
                <a:solidFill>
                  <a:srgbClr val="C00000"/>
                </a:solidFill>
                <a:latin typeface="Calibri"/>
                <a:ea typeface="Calibri"/>
                <a:cs typeface="Calibri"/>
              </a:defRPr>
            </a:defPPr>
            <a:lvl1pPr algn="l">
              <a:defRPr sz="2000" b="1" lang="ko-KR">
                <a:solidFill>
                  <a:srgbClr val="C00000"/>
                </a:solidFill>
                <a:latin typeface="Calibri"/>
                <a:ea typeface="Calibri"/>
                <a:cs typeface="Calibri"/>
              </a:defRPr>
            </a:lvl1pPr>
            <a:lvl2pPr algn="l">
              <a:defRPr sz="2000" b="1" lang="ko-KR">
                <a:solidFill>
                  <a:srgbClr val="C00000"/>
                </a:solidFill>
                <a:latin typeface="Calibri"/>
                <a:ea typeface="Calibri"/>
                <a:cs typeface="Calibri"/>
              </a:defRPr>
            </a:lvl2pPr>
            <a:lvl3pPr algn="l">
              <a:defRPr sz="2000" b="1" lang="ko-KR">
                <a:solidFill>
                  <a:srgbClr val="C00000"/>
                </a:solidFill>
                <a:latin typeface="Calibri"/>
                <a:ea typeface="Calibri"/>
                <a:cs typeface="Calibri"/>
              </a:defRPr>
            </a:lvl3pPr>
            <a:lvl4pPr algn="l">
              <a:defRPr sz="2000" b="1" lang="ko-KR">
                <a:solidFill>
                  <a:srgbClr val="C00000"/>
                </a:solidFill>
                <a:latin typeface="Calibri"/>
                <a:ea typeface="Calibri"/>
                <a:cs typeface="Calibri"/>
              </a:defRPr>
            </a:lvl4pPr>
            <a:lvl5pPr algn="l">
              <a:defRPr sz="2000" b="1" lang="ko-KR">
                <a:solidFill>
                  <a:srgbClr val="C00000"/>
                </a:solidFill>
                <a:latin typeface="Calibri"/>
                <a:ea typeface="Calibri"/>
                <a:cs typeface="Calibri"/>
              </a:defRPr>
            </a:lvl5pPr>
            <a:lvl6pPr algn="l">
              <a:defRPr sz="2000" b="1" lang="ko-KR">
                <a:solidFill>
                  <a:srgbClr val="C00000"/>
                </a:solidFill>
                <a:latin typeface="Calibri"/>
                <a:ea typeface="Calibri"/>
                <a:cs typeface="Calibri"/>
              </a:defRPr>
            </a:lvl6pPr>
            <a:lvl7pPr algn="l">
              <a:defRPr sz="2000" b="1" lang="ko-KR">
                <a:solidFill>
                  <a:srgbClr val="C00000"/>
                </a:solidFill>
                <a:latin typeface="Calibri"/>
                <a:ea typeface="Calibri"/>
                <a:cs typeface="Calibri"/>
              </a:defRPr>
            </a:lvl7pPr>
            <a:lvl8pPr algn="l">
              <a:defRPr sz="2000" b="1" lang="ko-KR">
                <a:solidFill>
                  <a:srgbClr val="C00000"/>
                </a:solidFill>
                <a:latin typeface="Calibri"/>
                <a:ea typeface="Calibri"/>
                <a:cs typeface="Calibri"/>
              </a:defRPr>
            </a:lvl8pPr>
            <a:lvl9pPr algn="l">
              <a:defRPr sz="2000" b="1" lang="ko-KR">
                <a:solidFill>
                  <a:srgbClr val="C00000"/>
                </a:solidFill>
                <a:latin typeface="Calibri"/>
                <a:ea typeface="Calibri"/>
                <a:cs typeface="Calibri"/>
              </a:defRPr>
            </a:lvl9pPr>
          </a:lstStyle>
          <a:p>
            <a:pPr algn="l">
              <a:defRPr sz="2000" b="1" lang="ko-KR">
                <a:solidFill>
                  <a:srgbClr val="C00000"/>
                </a:solidFill>
                <a:latin typeface="Calibri"/>
                <a:ea typeface="Calibri"/>
                <a:cs typeface="Calibri"/>
              </a:defRPr>
            </a:pPr>
            <a:r>
              <a:rPr sz="2000" b="1" lang="ko-KR">
                <a:solidFill>
                  <a:srgbClr val="C00000"/>
                </a:solidFill>
                <a:latin typeface="Calibri"/>
                <a:ea typeface="Calibri"/>
                <a:cs typeface="Calibri"/>
              </a:rPr>
              <a:t>변경: 납기 6주</a:t>
            </a:r>
            <a:endParaRPr lang="ko-KR">
              <a:latin typeface="Calibri"/>
              <a:ea typeface="Calibri"/>
              <a:cs typeface="Calibri"/>
            </a:endParaRPr>
          </a:p>
        </p:txBody>
      </p:sp>
      <p:sp>
        <p:nvSpPr>
          <p:cNvPr id="43" name="DP1 object 27">
            <a:extLst>
              <a:ext uri="{FF2B5EF4-FFF2-40B4-BE49-F238E27FC236}">
                <ns2:creationId id="{E9023B30-F9F1-439C-8E1E-9309E99A99CF}"/>
              </a:ext>
            </a:extLst>
          </p:cNvPr>
          <p:cNvSpPr>
            <a:spLocks noGrp="1"/>
          </p:cNvSpPr>
          <p:nvPr/>
        </p:nvSpPr>
        <p:spPr>
          <a:xfrm>
            <a:off x="10782300" y="5210175"/>
            <a:ext cx="1524000" cy="323850"/>
          </a:xfrm>
          <a:prstGeom prst="rect">
            <a:avLst/>
          </a:prstGeom>
          <a:solidFill>
            <a:srgbClr val="C9E1B3"/>
          </a:solidFill>
          <a:ln w="0">
            <a:noFill/>
            <a:prstDash val="solid"/>
          </a:ln>
        </p:spPr>
        <p:txBody>
          <a:bodyPr wrap="none" lIns="76200" tIns="0" rIns="7620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v1 → v2</a:t>
            </a:r>
            <a:endParaRPr lang="ko-KR">
              <a:latin typeface="Calibri"/>
              <a:ea typeface="Calibri"/>
              <a:cs typeface="Calibri"/>
            </a:endParaRPr>
          </a:p>
        </p:txBody>
      </p:sp>
      <p:sp>
        <p:nvSpPr>
          <p:cNvPr id="45" name="DP1 object 29">
            <a:extLst>
              <a:ext uri="{FF2B5EF4-FFF2-40B4-BE49-F238E27FC236}">
                <ns2:creationId id="{5A79B0A5-0088-4588-8E0F-976B7A693561}"/>
              </a:ext>
            </a:extLst>
          </p:cNvPr>
          <p:cNvSpPr>
            <a:spLocks noGrp="1"/>
          </p:cNvSpPr>
          <p:nvPr/>
        </p:nvSpPr>
        <p:spPr>
          <a:xfrm>
            <a:off x="8982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C00000"/>
                </a:solidFill>
                <a:latin typeface="Calibri"/>
                <a:ea typeface="Calibri"/>
                <a:cs typeface="Calibri"/>
              </a:defRPr>
            </a:defPPr>
            <a:lvl1pPr algn="ctr">
              <a:defRPr sz="1800" b="1" lang="ko-KR">
                <a:solidFill>
                  <a:srgbClr val="C00000"/>
                </a:solidFill>
                <a:latin typeface="Calibri"/>
                <a:ea typeface="Calibri"/>
                <a:cs typeface="Calibri"/>
              </a:defRPr>
            </a:lvl1pPr>
            <a:lvl2pPr algn="ctr">
              <a:defRPr sz="1800" b="1" lang="ko-KR">
                <a:solidFill>
                  <a:srgbClr val="C00000"/>
                </a:solidFill>
                <a:latin typeface="Calibri"/>
                <a:ea typeface="Calibri"/>
                <a:cs typeface="Calibri"/>
              </a:defRPr>
            </a:lvl2pPr>
            <a:lvl3pPr algn="ctr">
              <a:defRPr sz="1800" b="1" lang="ko-KR">
                <a:solidFill>
                  <a:srgbClr val="C00000"/>
                </a:solidFill>
                <a:latin typeface="Calibri"/>
                <a:ea typeface="Calibri"/>
                <a:cs typeface="Calibri"/>
              </a:defRPr>
            </a:lvl3pPr>
            <a:lvl4pPr algn="ctr">
              <a:defRPr sz="1800" b="1" lang="ko-KR">
                <a:solidFill>
                  <a:srgbClr val="C00000"/>
                </a:solidFill>
                <a:latin typeface="Calibri"/>
                <a:ea typeface="Calibri"/>
                <a:cs typeface="Calibri"/>
              </a:defRPr>
            </a:lvl4pPr>
            <a:lvl5pPr algn="ctr">
              <a:defRPr sz="1800" b="1" lang="ko-KR">
                <a:solidFill>
                  <a:srgbClr val="C00000"/>
                </a:solidFill>
                <a:latin typeface="Calibri"/>
                <a:ea typeface="Calibri"/>
                <a:cs typeface="Calibri"/>
              </a:defRPr>
            </a:lvl5pPr>
            <a:lvl6pPr algn="ctr">
              <a:defRPr sz="1800" b="1" lang="ko-KR">
                <a:solidFill>
                  <a:srgbClr val="C00000"/>
                </a:solidFill>
                <a:latin typeface="Calibri"/>
                <a:ea typeface="Calibri"/>
                <a:cs typeface="Calibri"/>
              </a:defRPr>
            </a:lvl6pPr>
            <a:lvl7pPr algn="ctr">
              <a:defRPr sz="1800" b="1" lang="ko-KR">
                <a:solidFill>
                  <a:srgbClr val="C00000"/>
                </a:solidFill>
                <a:latin typeface="Calibri"/>
                <a:ea typeface="Calibri"/>
                <a:cs typeface="Calibri"/>
              </a:defRPr>
            </a:lvl7pPr>
            <a:lvl8pPr algn="ctr">
              <a:defRPr sz="1800" b="1" lang="ko-KR">
                <a:solidFill>
                  <a:srgbClr val="C00000"/>
                </a:solidFill>
                <a:latin typeface="Calibri"/>
                <a:ea typeface="Calibri"/>
                <a:cs typeface="Calibri"/>
              </a:defRPr>
            </a:lvl8pPr>
            <a:lvl9pPr algn="ctr">
              <a:defRPr sz="1800" b="1" lang="ko-KR">
                <a:solidFill>
                  <a:srgbClr val="C00000"/>
                </a:solidFill>
                <a:latin typeface="Calibri"/>
                <a:ea typeface="Calibri"/>
                <a:cs typeface="Calibri"/>
              </a:defRPr>
            </a:lvl9pPr>
          </a:lstStyle>
          <a:p>
            <a:pPr algn="ctr">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정정 전 조건을 쓰면 안 됨</a:t>
            </a:r>
            <a:endParaRPr lang="ko-KR">
              <a:latin typeface="Calibri"/>
              <a:ea typeface="Calibri"/>
              <a:cs typeface="Calibri"/>
            </a:endParaRPr>
          </a:p>
        </p:txBody>
      </p:sp>
      <p:sp>
        <p:nvSpPr>
          <p:cNvPr id="46" name="Editable path 30">
            <a:extLst>
              <a:ext uri="{FF2B5EF4-FFF2-40B4-BE49-F238E27FC236}">
                <ns2:creationId id="{AEDA2DA1-6EE9-4500-84A2-E41CCD3380BA}"/>
              </a:ext>
            </a:extLst>
          </p:cNvPr>
          <p:cNvSpPr>
            <a:spLocks noGrp="1"/>
          </p:cNvSpPr>
          <p:nvPr/>
        </p:nvSpPr>
        <p:spPr>
          <a:xfrm>
            <a:off x="2647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47" name="Editable arrowhead 31">
            <a:extLst>
              <a:ext uri="{FF2B5EF4-FFF2-40B4-BE49-F238E27FC236}">
                <ns2:creationId id="{0285C166-0CF5-4B1B-864A-E7C79D3575E6}"/>
              </a:ext>
            </a:extLst>
          </p:cNvPr>
          <p:cNvSpPr>
            <a:spLocks noGrp="1"/>
          </p:cNvSpPr>
          <p:nvPr/>
        </p:nvSpPr>
        <p:spPr>
          <a:xfrm>
            <a:off x="2600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8" name="DP1 object 32">
            <a:extLst>
              <a:ext uri="{FF2B5EF4-FFF2-40B4-BE49-F238E27FC236}">
                <ns2:creationId id="{FE5E005F-5F88-4176-87A4-DDD62D4164A3}"/>
              </a:ext>
            </a:extLst>
          </p:cNvPr>
          <p:cNvSpPr>
            <a:spLocks noGrp="1"/>
          </p:cNvSpPr>
          <p:nvPr/>
        </p:nvSpPr>
        <p:spPr>
          <a:xfrm>
            <a:off x="2505075" y="4886325"/>
            <a:ext cx="266700" cy="276225"/>
          </a:xfrm>
          <a:prstGeom prst="roundRect">
            <a:avLst>
              <a:gd name="adj" fmla="val 28571"/>
            </a:avLst>
          </a:prstGeom>
          <a:solidFill>
            <a:srgbClr val="C9E1B3"/>
          </a:solidFill>
          <a:ln w="17145">
            <a:solidFill>
              <a:srgbClr val="70A843"/>
            </a:solidFill>
            <a:prstDash val="solid"/>
          </a:ln>
        </p:spPr>
        <p:txBody>
          <a:bodyPr wrap="none" lIns="-22318" tIns="-22318" rIns="-22318" bIns="-22318"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50" name="Editable path 34">
            <a:extLst>
              <a:ext uri="{FF2B5EF4-FFF2-40B4-BE49-F238E27FC236}">
                <ns2:creationId id="{1CD72883-C293-4BD0-967C-E75455050914}"/>
              </a:ext>
            </a:extLst>
          </p:cNvPr>
          <p:cNvSpPr>
            <a:spLocks noGrp="1"/>
          </p:cNvSpPr>
          <p:nvPr/>
        </p:nvSpPr>
        <p:spPr>
          <a:xfrm>
            <a:off x="66484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1" name="Editable arrowhead 35">
            <a:extLst>
              <a:ext uri="{FF2B5EF4-FFF2-40B4-BE49-F238E27FC236}">
                <ns2:creationId id="{B511E05D-5059-47F9-9FBE-42FB7EA0D532}"/>
              </a:ext>
            </a:extLst>
          </p:cNvPr>
          <p:cNvSpPr>
            <a:spLocks noGrp="1"/>
          </p:cNvSpPr>
          <p:nvPr/>
        </p:nvSpPr>
        <p:spPr>
          <a:xfrm>
            <a:off x="66008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DP1 object 36">
            <a:extLst>
              <a:ext uri="{FF2B5EF4-FFF2-40B4-BE49-F238E27FC236}">
                <ns2:creationId id="{E93917C4-E7F4-4E73-9D4D-207E8BDBBD0C}"/>
              </a:ext>
            </a:extLst>
          </p:cNvPr>
          <p:cNvSpPr>
            <a:spLocks noGrp="1"/>
          </p:cNvSpPr>
          <p:nvPr/>
        </p:nvSpPr>
        <p:spPr>
          <a:xfrm>
            <a:off x="6505575" y="4886325"/>
            <a:ext cx="266700" cy="276225"/>
          </a:xfrm>
          <a:prstGeom prst="roundRect">
            <a:avLst>
              <a:gd name="adj" fmla="val 28571"/>
            </a:avLst>
          </a:prstGeom>
          <a:solidFill>
            <a:srgbClr val="C9E1B3"/>
          </a:solidFill>
          <a:ln w="17145">
            <a:solidFill>
              <a:srgbClr val="70A843"/>
            </a:solidFill>
            <a:prstDash val="solid"/>
          </a:ln>
        </p:spPr>
        <p:txBody>
          <a:bodyPr wrap="none" lIns="-22318" tIns="-22318" rIns="-22318" bIns="-22318"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4" name="Editable path 38">
            <a:extLst>
              <a:ext uri="{FF2B5EF4-FFF2-40B4-BE49-F238E27FC236}">
                <ns2:creationId id="{F269D6A6-84AC-4381-852D-4C6B394D3BA7}"/>
              </a:ext>
            </a:extLst>
          </p:cNvPr>
          <p:cNvSpPr>
            <a:spLocks noGrp="1"/>
          </p:cNvSpPr>
          <p:nvPr/>
        </p:nvSpPr>
        <p:spPr>
          <a:xfrm>
            <a:off x="10648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5" name="Editable arrowhead 39">
            <a:extLst>
              <a:ext uri="{FF2B5EF4-FFF2-40B4-BE49-F238E27FC236}">
                <ns2:creationId id="{D69F1D7D-CF8A-41CA-9465-32F968D416F6}"/>
              </a:ext>
            </a:extLst>
          </p:cNvPr>
          <p:cNvSpPr>
            <a:spLocks noGrp="1"/>
          </p:cNvSpPr>
          <p:nvPr/>
        </p:nvSpPr>
        <p:spPr>
          <a:xfrm>
            <a:off x="10601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6" name="DP1 object 40">
            <a:extLst>
              <a:ext uri="{FF2B5EF4-FFF2-40B4-BE49-F238E27FC236}">
                <ns2:creationId id="{0BBD5F58-8928-4D5D-BA99-0EEF94612A85}"/>
              </a:ext>
            </a:extLst>
          </p:cNvPr>
          <p:cNvSpPr>
            <a:spLocks noGrp="1"/>
          </p:cNvSpPr>
          <p:nvPr/>
        </p:nvSpPr>
        <p:spPr>
          <a:xfrm>
            <a:off x="10506075" y="4886325"/>
            <a:ext cx="266700" cy="276225"/>
          </a:xfrm>
          <a:prstGeom prst="roundRect">
            <a:avLst>
              <a:gd name="adj" fmla="val 28571"/>
            </a:avLst>
          </a:prstGeom>
          <a:solidFill>
            <a:srgbClr val="C9E1B3"/>
          </a:solidFill>
          <a:ln w="17145">
            <a:solidFill>
              <a:srgbClr val="70A843"/>
            </a:solidFill>
            <a:prstDash val="solid"/>
          </a:ln>
        </p:spPr>
        <p:txBody>
          <a:bodyPr wrap="none" lIns="-22318" tIns="-22318" rIns="-22318" bIns="-22318"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8" name="Editable path 42">
            <a:extLst>
              <a:ext uri="{FF2B5EF4-FFF2-40B4-BE49-F238E27FC236}">
                <ns2:creationId id="{7D055806-4379-4F73-AD8F-BEACE860F8E4}"/>
              </a:ext>
            </a:extLst>
          </p:cNvPr>
          <p:cNvSpPr>
            <a:spLocks noGrp="1"/>
          </p:cNvSpPr>
          <p:nvPr/>
        </p:nvSpPr>
        <p:spPr>
          <a:xfrm>
            <a:off x="12858750" y="2790825"/>
            <a:ext cx="953" cy="5295900"/>
          </a:xfrm>
          <a:custGeom>
            <a:pathLst>
              <a:path w="953" h="5295900">
                <a:moveTo>
                  <a:pt x="0" y="0"/>
                </a:moveTo>
                <a:lnTo>
                  <a:pt x="0" y="5295900"/>
                </a:lnTo>
              </a:path>
            </a:pathLst>
          </a:custGeom>
          <a:noFill/>
          <a:ln w="12383">
            <a:solidFill>
              <a:srgbClr val="4676CB"/>
            </a:solidFill>
            <a:prstDash val="solid"/>
          </a:ln>
        </p:spPr>
      </p:sp>
      <p:sp>
        <p:nvSpPr>
          <p:cNvPr id="59" name="DP1 object 43">
            <a:extLst>
              <a:ext uri="{FF2B5EF4-FFF2-40B4-BE49-F238E27FC236}">
                <ns2:creationId id="{244A02BA-1236-4AF6-BEFA-3B66F7E629A5}"/>
              </a:ext>
            </a:extLst>
          </p:cNvPr>
          <p:cNvSpPr>
            <a:spLocks noGrp="1"/>
          </p:cNvSpPr>
          <p:nvPr/>
        </p:nvSpPr>
        <p:spPr>
          <a:xfrm>
            <a:off x="13335000" y="2914650"/>
            <a:ext cx="4191000" cy="45720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60" name="DP1 object 44">
            <a:extLst>
              <a:ext uri="{FF2B5EF4-FFF2-40B4-BE49-F238E27FC236}">
                <ns2:creationId id="{AE3167CC-C0F2-4125-9ED1-11543238FE01}"/>
              </a:ext>
            </a:extLst>
          </p:cNvPr>
          <p:cNvSpPr>
            <a:spLocks noGrp="1"/>
          </p:cNvSpPr>
          <p:nvPr/>
        </p:nvSpPr>
        <p:spPr>
          <a:xfrm>
            <a:off x="13363575" y="3705225"/>
            <a:ext cx="457200" cy="457200"/>
          </a:xfrm>
          <a:prstGeom prst="ellipse">
            <a:avLst/>
          </a:prstGeom>
          <a:solidFill>
            <a:srgbClr val="C9E1B3"/>
          </a:solidFill>
          <a:ln w="0">
            <a:noFill/>
            <a:prstDash val="solid"/>
          </a:ln>
        </p:spPr>
        <p:txBody>
          <a:bodyPr wrap="none" lIns="-66955" tIns="-66955" rIns="-66955" bIns="-66955"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1</a:t>
            </a:r>
            <a:endParaRPr lang="ko-KR">
              <a:latin typeface="Calibri"/>
              <a:ea typeface="Calibri"/>
              <a:cs typeface="Calibri"/>
            </a:endParaRPr>
          </a:p>
        </p:txBody>
      </p:sp>
      <p:sp>
        <p:nvSpPr>
          <p:cNvPr id="62" name="DP1 object 46">
            <a:extLst>
              <a:ext uri="{FF2B5EF4-FFF2-40B4-BE49-F238E27FC236}">
                <ns2:creationId id="{72744644-2906-4F4B-9A3F-CF2A89DFFB6F}"/>
              </a:ext>
            </a:extLst>
          </p:cNvPr>
          <p:cNvSpPr>
            <a:spLocks noGrp="1"/>
          </p:cNvSpPr>
          <p:nvPr/>
        </p:nvSpPr>
        <p:spPr>
          <a:xfrm>
            <a:off x="14030325" y="370522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매번 다시 찾으면</a:t>
            </a:r>
            <a:endParaRPr lang="ko-KR">
              <a:latin typeface="Calibri"/>
              <a:ea typeface="Calibri"/>
              <a:cs typeface="Calibri"/>
            </a:endParaRPr>
          </a:p>
        </p:txBody>
      </p:sp>
      <p:sp>
        <p:nvSpPr>
          <p:cNvPr id="63" name="DP1 object 47">
            <a:extLst>
              <a:ext uri="{FF2B5EF4-FFF2-40B4-BE49-F238E27FC236}">
                <ns2:creationId id="{1738BB74-9DF4-4B0D-8E55-06683A3B9336}"/>
              </a:ext>
            </a:extLst>
          </p:cNvPr>
          <p:cNvSpPr>
            <a:spLocks noGrp="1"/>
          </p:cNvSpPr>
          <p:nvPr/>
        </p:nvSpPr>
        <p:spPr>
          <a:xfrm>
            <a:off x="13382625" y="4343400"/>
            <a:ext cx="416242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반복 탐색·구성의</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대기가 쌓임</a:t>
            </a:r>
            <a:endParaRPr lang="ko-KR">
              <a:latin typeface="Calibri"/>
              <a:ea typeface="Calibri"/>
              <a:cs typeface="Calibri"/>
            </a:endParaRPr>
          </a:p>
        </p:txBody>
      </p:sp>
      <p:sp>
        <p:nvSpPr>
          <p:cNvPr id="64" name="Editable path 48">
            <a:extLst>
              <a:ext uri="{FF2B5EF4-FFF2-40B4-BE49-F238E27FC236}">
                <ns2:creationId id="{63AE7E32-3C58-4B26-9F52-F62F6091457E}"/>
              </a:ext>
            </a:extLst>
          </p:cNvPr>
          <p:cNvSpPr>
            <a:spLocks noGrp="1"/>
          </p:cNvSpPr>
          <p:nvPr/>
        </p:nvSpPr>
        <p:spPr>
          <a:xfrm>
            <a:off x="13392150" y="5467350"/>
            <a:ext cx="4076700" cy="953"/>
          </a:xfrm>
          <a:custGeom>
            <a:pathLst>
              <a:path w="4076700" h="953">
                <a:moveTo>
                  <a:pt x="0" y="0"/>
                </a:moveTo>
                <a:lnTo>
                  <a:pt x="4076700" y="0"/>
                </a:lnTo>
              </a:path>
            </a:pathLst>
          </a:custGeom>
          <a:noFill/>
          <a:ln w="13335">
            <a:solidFill>
              <a:srgbClr val="B7B9B9"/>
            </a:solidFill>
            <a:prstDash val="solid"/>
          </a:ln>
        </p:spPr>
      </p:sp>
      <p:sp>
        <p:nvSpPr>
          <p:cNvPr id="65" name="DP1 object 49">
            <a:extLst>
              <a:ext uri="{FF2B5EF4-FFF2-40B4-BE49-F238E27FC236}">
                <ns2:creationId id="{838FFAE7-7FDC-49E7-9E1A-0653EA646F3E}"/>
              </a:ext>
            </a:extLst>
          </p:cNvPr>
          <p:cNvSpPr>
            <a:spLocks noGrp="1"/>
          </p:cNvSpPr>
          <p:nvPr/>
        </p:nvSpPr>
        <p:spPr>
          <a:xfrm>
            <a:off x="13363575" y="5857875"/>
            <a:ext cx="457200" cy="457200"/>
          </a:xfrm>
          <a:prstGeom prst="ellipse">
            <a:avLst/>
          </a:prstGeom>
          <a:solidFill>
            <a:srgbClr val="C9E1B3"/>
          </a:solidFill>
          <a:ln w="0">
            <a:noFill/>
            <a:prstDash val="solid"/>
          </a:ln>
        </p:spPr>
        <p:txBody>
          <a:bodyPr wrap="none" lIns="-66955" tIns="-66955" rIns="-66955" bIns="-66955"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2</a:t>
            </a:r>
            <a:endParaRPr lang="ko-KR">
              <a:latin typeface="Calibri"/>
              <a:ea typeface="Calibri"/>
              <a:cs typeface="Calibri"/>
            </a:endParaRPr>
          </a:p>
        </p:txBody>
      </p:sp>
      <p:sp>
        <p:nvSpPr>
          <p:cNvPr id="67" name="DP1 object 51">
            <a:extLst>
              <a:ext uri="{FF2B5EF4-FFF2-40B4-BE49-F238E27FC236}">
                <ns2:creationId id="{AE8B1A4C-7733-422D-B5D6-D68FBCE58B55}"/>
              </a:ext>
            </a:extLst>
          </p:cNvPr>
          <p:cNvSpPr>
            <a:spLocks noGrp="1"/>
          </p:cNvSpPr>
          <p:nvPr/>
        </p:nvSpPr>
        <p:spPr>
          <a:xfrm>
            <a:off x="14030325" y="585787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이전 근거를 남기면</a:t>
            </a:r>
            <a:endParaRPr lang="ko-KR">
              <a:latin typeface="Calibri"/>
              <a:ea typeface="Calibri"/>
              <a:cs typeface="Calibri"/>
            </a:endParaRPr>
          </a:p>
        </p:txBody>
      </p:sp>
      <p:sp>
        <p:nvSpPr>
          <p:cNvPr id="68" name="DP1 object 52">
            <a:extLst>
              <a:ext uri="{FF2B5EF4-FFF2-40B4-BE49-F238E27FC236}">
                <ns2:creationId id="{FCEC9922-E076-4200-B151-6B1211439507}"/>
              </a:ext>
            </a:extLst>
          </p:cNvPr>
          <p:cNvSpPr>
            <a:spLocks noGrp="1"/>
          </p:cNvSpPr>
          <p:nvPr/>
        </p:nvSpPr>
        <p:spPr>
          <a:xfrm>
            <a:off x="13382625" y="6515100"/>
            <a:ext cx="4162425" cy="866775"/>
          </a:xfrm>
          <a:prstGeom prst="rect">
            <a:avLst/>
          </a:prstGeom>
          <a:noFill/>
          <a:ln w="0">
            <a:noFill/>
            <a:prstDash val="solid"/>
          </a:ln>
        </p:spPr>
        <p:txBody>
          <a:bodyPr wrap="none" lIns="0" tIns="0" rIns="0" bIns="0" anchor="ctr">
            <a:noAutofit/>
          </a:bodyPr>
          <a:lstStyle>
            <a:defPPr algn="l">
              <a:defRPr sz="2300" b="1" lang="ko-KR">
                <a:solidFill>
                  <a:srgbClr val="C00000"/>
                </a:solidFill>
                <a:latin typeface="Calibri"/>
                <a:ea typeface="Calibri"/>
                <a:cs typeface="Calibri"/>
              </a:defRPr>
            </a:defPPr>
            <a:lvl1pPr algn="l">
              <a:defRPr sz="2300" b="1" lang="ko-KR">
                <a:solidFill>
                  <a:srgbClr val="C00000"/>
                </a:solidFill>
                <a:latin typeface="Calibri"/>
                <a:ea typeface="Calibri"/>
                <a:cs typeface="Calibri"/>
              </a:defRPr>
            </a:lvl1pPr>
            <a:lvl2pPr algn="l">
              <a:defRPr sz="2300" b="1" lang="ko-KR">
                <a:solidFill>
                  <a:srgbClr val="C00000"/>
                </a:solidFill>
                <a:latin typeface="Calibri"/>
                <a:ea typeface="Calibri"/>
                <a:cs typeface="Calibri"/>
              </a:defRPr>
            </a:lvl2pPr>
            <a:lvl3pPr algn="l">
              <a:defRPr sz="2300" b="1" lang="ko-KR">
                <a:solidFill>
                  <a:srgbClr val="C00000"/>
                </a:solidFill>
                <a:latin typeface="Calibri"/>
                <a:ea typeface="Calibri"/>
                <a:cs typeface="Calibri"/>
              </a:defRPr>
            </a:lvl3pPr>
            <a:lvl4pPr algn="l">
              <a:defRPr sz="2300" b="1" lang="ko-KR">
                <a:solidFill>
                  <a:srgbClr val="C00000"/>
                </a:solidFill>
                <a:latin typeface="Calibri"/>
                <a:ea typeface="Calibri"/>
                <a:cs typeface="Calibri"/>
              </a:defRPr>
            </a:lvl4pPr>
            <a:lvl5pPr algn="l">
              <a:defRPr sz="2300" b="1" lang="ko-KR">
                <a:solidFill>
                  <a:srgbClr val="C00000"/>
                </a:solidFill>
                <a:latin typeface="Calibri"/>
                <a:ea typeface="Calibri"/>
                <a:cs typeface="Calibri"/>
              </a:defRPr>
            </a:lvl5pPr>
            <a:lvl6pPr algn="l">
              <a:defRPr sz="2300" b="1" lang="ko-KR">
                <a:solidFill>
                  <a:srgbClr val="C00000"/>
                </a:solidFill>
                <a:latin typeface="Calibri"/>
                <a:ea typeface="Calibri"/>
                <a:cs typeface="Calibri"/>
              </a:defRPr>
            </a:lvl6pPr>
            <a:lvl7pPr algn="l">
              <a:defRPr sz="2300" b="1" lang="ko-KR">
                <a:solidFill>
                  <a:srgbClr val="C00000"/>
                </a:solidFill>
                <a:latin typeface="Calibri"/>
                <a:ea typeface="Calibri"/>
                <a:cs typeface="Calibri"/>
              </a:defRPr>
            </a:lvl7pPr>
            <a:lvl8pPr algn="l">
              <a:defRPr sz="2300" b="1" lang="ko-KR">
                <a:solidFill>
                  <a:srgbClr val="C00000"/>
                </a:solidFill>
                <a:latin typeface="Calibri"/>
                <a:ea typeface="Calibri"/>
                <a:cs typeface="Calibri"/>
              </a:defRPr>
            </a:lvl8pPr>
            <a:lvl9pPr algn="l">
              <a:defRPr sz="2300" b="1" lang="ko-KR">
                <a:solidFill>
                  <a:srgbClr val="C00000"/>
                </a:solidFill>
                <a:latin typeface="Calibri"/>
                <a:ea typeface="Calibri"/>
                <a:cs typeface="Calibri"/>
              </a:defRPr>
            </a:lvl9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불필요한 유지·입력과</a:t>
            </a:r>
            <a:endParaRPr lang="ko-KR">
              <a:latin typeface="Calibri"/>
              <a:ea typeface="Calibri"/>
              <a:cs typeface="Calibri"/>
            </a:endParaRPr>
          </a:p>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정정 갱신 비용이 생김</a:t>
            </a:r>
            <a:endParaRPr lang="ko-KR">
              <a:latin typeface="Calibri"/>
              <a:ea typeface="Calibri"/>
              <a:cs typeface="Calibri"/>
            </a:endParaRPr>
          </a:p>
        </p:txBody>
      </p:sp>
      <p:sp>
        <p:nvSpPr>
          <p:cNvPr id="69" name="Editable path 53">
            <a:extLst>
              <a:ext uri="{FF2B5EF4-FFF2-40B4-BE49-F238E27FC236}">
                <ns2:creationId id="{17B66D47-13A7-4575-B311-80B4BDFB0F3D}"/>
              </a:ext>
            </a:extLst>
          </p:cNvPr>
          <p:cNvSpPr>
            <a:spLocks noGrp="1"/>
          </p:cNvSpPr>
          <p:nvPr/>
        </p:nvSpPr>
        <p:spPr>
          <a:xfrm>
            <a:off x="590550" y="8524875"/>
            <a:ext cx="17116425" cy="953"/>
          </a:xfrm>
          <a:custGeom>
            <a:pathLst>
              <a:path w="17116425" h="953">
                <a:moveTo>
                  <a:pt x="0" y="0"/>
                </a:moveTo>
                <a:lnTo>
                  <a:pt x="17116425" y="0"/>
                </a:lnTo>
              </a:path>
            </a:pathLst>
          </a:custGeom>
          <a:noFill/>
          <a:ln w="14288">
            <a:solidFill>
              <a:srgbClr val="4676CB"/>
            </a:solidFill>
            <a:prstDash val="solid"/>
          </a:ln>
        </p:spPr>
      </p:sp>
      <p:sp>
        <p:nvSpPr>
          <p:cNvPr id="70" name="DP1 object 54">
            <a:extLst>
              <a:ext uri="{FF2B5EF4-FFF2-40B4-BE49-F238E27FC236}">
                <ns2:creationId id="{DA8EA5EA-FBAB-4C55-A5C3-4FEDFD499AAA}"/>
              </a:ext>
            </a:extLst>
          </p:cNvPr>
          <p:cNvSpPr>
            <a:spLocks noGrp="1"/>
          </p:cNvSpPr>
          <p:nvPr/>
        </p:nvSpPr>
        <p:spPr>
          <a:xfrm>
            <a:off x="628650" y="8829675"/>
            <a:ext cx="2952750" cy="51435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71" name="DP1 object 55">
            <a:extLst>
              <a:ext uri="{FF2B5EF4-FFF2-40B4-BE49-F238E27FC236}">
                <ns2:creationId id="{B1DAFD08-E7FA-4463-8D23-4CADDEA4F810}"/>
              </a:ext>
            </a:extLst>
          </p:cNvPr>
          <p:cNvSpPr>
            <a:spLocks noGrp="1"/>
          </p:cNvSpPr>
          <p:nvPr/>
        </p:nvSpPr>
        <p:spPr>
          <a:xfrm>
            <a:off x="3571875" y="8724900"/>
            <a:ext cx="14097000" cy="6096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앞서 읽은 근거를, 다음 요청에 어떻게 공급할 것인가?</a:t>
            </a:r>
            <a:endParaRPr lang="ko-KR">
              <a:latin typeface="Calibri"/>
              <a:ea typeface="Calibri"/>
              <a:cs typeface="Calibri"/>
            </a:endParaRPr>
          </a:p>
        </p:txBody>
      </p:sp>
      <p:sp>
        <p:nvSpPr>
          <p:cNvPr id="72" name="DP1 object 56">
            <a:extLst>
              <a:ext uri="{FF2B5EF4-FFF2-40B4-BE49-F238E27FC236}">
                <ns2:creationId id="{7026A7B6-AB4D-4278-A768-E9805855DFDF}"/>
              </a:ext>
            </a:extLst>
          </p:cNvPr>
          <p:cNvSpPr>
            <a:spLocks noGrp="1"/>
          </p:cNvSpPr>
          <p:nvPr/>
        </p:nvSpPr>
        <p:spPr>
          <a:xfrm>
            <a:off x="3571875" y="9391650"/>
            <a:ext cx="14097000" cy="4286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요청 사이의 근거 보존 방식과 구성 시점을 선택한다.</a:t>
            </a:r>
            <a:endParaRPr lang="ko-KR">
              <a:latin typeface="Calibri"/>
              <a:ea typeface="Calibri"/>
              <a:cs typeface="Calibri"/>
            </a:endParaRPr>
          </a:p>
        </p:txBody>
      </p:sp>
    </p:spTree>
    <p:extLst>
      <p:ext uri="{BB962C8B-B14F-4D97-AF65-F5344CB8AC3E}">
        <p14:creationId val="1461001252"/>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6" name="Unified slide title">
            <a:extLst>
              <a:ext uri="{FF2B5EF4-FFF2-40B4-BE49-F238E27FC236}">
                <ns2:creationId id="{BD0D5016-4B0A-4D3A-B41C-883985370C8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(설계 방안 비교)</a:t>
            </a:r>
            <a:endParaRPr lang="ko-KR">
              <a:latin typeface="Calibri"/>
              <a:ea typeface="Calibri"/>
              <a:cs typeface="Calibri"/>
            </a:endParaRPr>
          </a:p>
        </p:txBody>
      </p:sp>
      <p:sp>
        <p:nvSpPr>
          <p:cNvPr id="2" name="Workflow 과제 소개">
            <a:extLst>
              <a:ext uri="{FF2B5EF4-FFF2-40B4-BE49-F238E27FC236}">
                <ns2:creationId id="{5E69D412-28A8-44AA-AAA1-1DD9B9A1A51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F2B3EF4-6991-4AFB-A150-F99D6369A7C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66400DC-A1A2-4208-B2ED-6CC76E59D6F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07563F2-E849-4478-ACD9-69921CDB172A}"/>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19BD72D4-BEF9-49AE-A24B-D475E650634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E0D99B5F-9CA7-497C-978B-CF564E60D6F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B128A3C2-E5E5-4019-B102-3BF35842264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586EA2A-6FCF-42D6-B746-64E980CCCD9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94F68AC-467A-4DFC-8C25-3AF4334773A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E387452-6CCF-4136-9684-50462D3F47AF}"/>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88E491B-CA81-4CF2-8524-F498B85ED7B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81A4FE3-0CAC-4861-9626-A7DFDA4C238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2 / 36</a:t>
            </a:r>
            <a:endParaRPr lang="ko-KR">
              <a:latin typeface="Calibri"/>
              <a:ea typeface="Calibri"/>
              <a:cs typeface="Calibri"/>
            </a:endParaRPr>
          </a:p>
        </p:txBody>
      </p:sp>
      <p:sp>
        <p:nvSpPr>
          <p:cNvPr id="14" name="DP1 object 57">
            <a:extLst>
              <a:ext uri="{FF2B5EF4-FFF2-40B4-BE49-F238E27FC236}">
                <ns2:creationId id="{9020E726-F281-4658-A167-3E75CD416D0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대화 문맥 재사용   /   B: 요청별 원본 구성   /   C: 독립 생산과 게시 근거 조회</a:t>
            </a:r>
            <a:endParaRPr lang="ko-KR">
              <a:latin typeface="Calibri"/>
              <a:ea typeface="Calibri"/>
              <a:cs typeface="Calibri"/>
            </a:endParaRPr>
          </a:p>
        </p:txBody>
      </p:sp>
      <p:graphicFrame>
        <p:nvGraphicFramePr>
          <p:cNvPr id="15" name="">
            <a:extLst>
              <a:ext uri="{FF2B5EF4-FFF2-40B4-BE49-F238E27FC236}">
                <ns2:creationId id="{830F6815-43EB-434E-AE81-01A79CA726C7}"/>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원문 정정에 따른 문맥 갱신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13.617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58">
            <a:extLst>
              <a:ext uri="{FF2B5EF4-FFF2-40B4-BE49-F238E27FC236}">
                <ns2:creationId id="{77AFF749-C31A-4F34-992B-ADA710D25021}"/>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txBody>
          <a:bodyPr wrap="none" lIns="38100" tIns="19050" rIns="47625" bIns="371475"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60">
            <a:extLst>
              <a:ext uri="{FF2B5EF4-FFF2-40B4-BE49-F238E27FC236}">
                <ns2:creationId id="{322E125C-59EA-4822-8715-F3803E814F9A}"/>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txBody>
          <a:bodyPr wrap="none" lIns="19050" tIns="0" rIns="1905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31E7D383-8DF3-4AEB-A0CB-88648F1B5CF8}"/>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txBody>
          <a:bodyPr wrap="none" lIns="47625" tIns="20955" rIns="47625" bIns="1524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63">
            <a:extLst>
              <a:ext uri="{FF2B5EF4-FFF2-40B4-BE49-F238E27FC236}">
                <ns2:creationId id="{D45F4647-8CE7-4014-AF13-06553F243BED}"/>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검정 공통</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파랑 A / 초록 B/C</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 / 점선 결과</a:t>
            </a:r>
            <a:endParaRPr lang="ko-KR">
              <a:latin typeface="Calibri"/>
              <a:ea typeface="Calibri"/>
              <a:cs typeface="Calibri"/>
            </a:endParaRPr>
          </a:p>
        </p:txBody>
      </p:sp>
      <p:sp>
        <p:nvSpPr>
          <p:cNvPr id="23" name="DP1 object 64">
            <a:extLst>
              <a:ext uri="{FF2B5EF4-FFF2-40B4-BE49-F238E27FC236}">
                <ns2:creationId id="{D0E7CFD6-C559-4094-B8DA-448162D7A5A1}"/>
              </a:ext>
            </a:extLst>
          </p:cNvPr>
          <p:cNvSpPr>
            <a:spLocks noGrp="1"/>
          </p:cNvSpPr>
          <p:nvPr/>
        </p:nvSpPr>
        <p:spPr>
          <a:xfrm>
            <a:off x="333375" y="5143500"/>
            <a:ext cx="1476375" cy="33337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200" b="0" lang="ko-KR">
                <a:solidFill>
                  <a:srgbClr val="50555B"/>
                </a:solidFill>
                <a:latin typeface="Calibri"/>
                <a:ea typeface="Calibri"/>
                <a:cs typeface="Calibri"/>
              </a:rPr>
              <a:t>같은 이름: 같은 책임</a:t>
            </a:r>
            <a:endParaRPr lang="ko-KR">
              <a:latin typeface="Calibri"/>
              <a:ea typeface="Calibri"/>
              <a:cs typeface="Calibri"/>
            </a:endParaRPr>
          </a:p>
        </p:txBody>
      </p:sp>
      <p:sp>
        <p:nvSpPr>
          <p:cNvPr id="124" name="DP1 object 143">
            <a:extLst>
              <a:ext uri="{FF2B5EF4-FFF2-40B4-BE49-F238E27FC236}">
                <ns2:creationId id="{AC1BF6B0-F1E8-432A-AB29-88141017BE84}"/>
              </a:ext>
            </a:extLst>
          </p:cNvPr>
          <p:cNvSpPr>
            <a:spLocks noGrp="1"/>
          </p:cNvSpPr>
          <p:nvPr/>
        </p:nvSpPr>
        <p:spPr>
          <a:xfrm>
            <a:off x="266700" y="9496425"/>
            <a:ext cx="17430750" cy="2571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근거 공급 구간 확대도. 읽기 제어와 의미 채택은 Request Controller가 담당. 동일 이름은 같은 Component의 단계별 표시.</a:t>
            </a:r>
            <a:endParaRPr lang="ko-KR">
              <a:latin typeface="Calibri"/>
              <a:ea typeface="Calibri"/>
              <a:cs typeface="Calibri"/>
            </a:endParaRPr>
          </a:p>
        </p:txBody>
      </p:sp>
      <p:sp>
        <p:nvSpPr>
          <p:cNvPr id="125" name="DP1 object 144">
            <a:extLst>
              <a:ext uri="{FF2B5EF4-FFF2-40B4-BE49-F238E27FC236}">
                <ns2:creationId id="{94F2344E-0A1B-44DA-8CD4-F662A8DC42E2}"/>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시간 괄호: 관측/예정 건수 / 기본안별 12episode / QA04 별도 4과제 / 비용은 사전 생산 포함 / RSS는 로컬 실행기 / QA01 A/B 우열 미확정</a:t>
            </a:r>
            <a:endParaRPr lang="ko-KR">
              <a:latin typeface="Calibri"/>
              <a:ea typeface="Calibri"/>
              <a:cs typeface="Calibri"/>
            </a:endParaRPr>
          </a:p>
        </p:txBody>
      </p:sp>
      <p:sp>
        <p:nvSpPr>
          <p:cNvPr id="1127" name="v10 node:d1Arc">
            <a:extLst>
              <a:ext uri="{FF2B5EF4-FFF2-40B4-BE49-F238E27FC236}">
                <ns2:creationId id="{3AD1FED0-0DF4-40D3-BA6F-18F8407C81FD}"/>
              </a:ext>
            </a:extLst>
          </p:cNvPr>
          <p:cNvSpPr>
            <a:spLocks noGrp="1"/>
          </p:cNvSpPr>
          <p:nvPr/>
        </p:nvSpPr>
        <p:spPr>
          <a:xfrm>
            <a:off x="1962150" y="2552700"/>
            <a:ext cx="2238375" cy="742950"/>
          </a:xfrm>
          <a:prstGeom prst="rect">
            <a:avLst/>
          </a:prstGeom>
          <a:solidFill>
            <a:srgbClr val="FFF6DD"/>
          </a:solidFill>
          <a:ln w="16193">
            <a:solidFill>
              <a:srgbClr val="111111"/>
            </a:solidFill>
          </a:ln>
        </p:spPr>
        <p:txBody>
          <a:bodyPr wrap="none" lIns="47625" tIns="19050" rIns="47625" bIns="400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128" name="v10 divider d1Arc">
            <a:extLst>
              <a:ext uri="{FF2B5EF4-FFF2-40B4-BE49-F238E27FC236}">
                <ns2:creationId id="{A6A450E5-AF6D-463D-A06E-1FF7F123112A}"/>
              </a:ext>
            </a:extLst>
          </p:cNvPr>
          <p:cNvSpPr>
            <a:spLocks noGrp="1"/>
          </p:cNvSpPr>
          <p:nvPr/>
        </p:nvSpPr>
        <p:spPr>
          <a:xfrm>
            <a:off x="1962150" y="2914650"/>
            <a:ext cx="2238375" cy="953"/>
          </a:xfrm>
          <a:custGeom>
            <a:pathLst>
              <a:path w="2238375" h="953">
                <a:moveTo>
                  <a:pt x="0" y="0"/>
                </a:moveTo>
                <a:lnTo>
                  <a:pt x="2238375" y="0"/>
                </a:lnTo>
              </a:path>
            </a:pathLst>
          </a:custGeom>
          <a:noFill/>
          <a:ln w="9525">
            <a:solidFill>
              <a:srgbClr val="111111"/>
            </a:solidFill>
            <a:prstDash val="solid"/>
          </a:ln>
        </p:spPr>
      </p:sp>
      <p:sp>
        <p:nvSpPr>
          <p:cNvPr id="1129" name="v10 node:d1Acontrol">
            <a:extLst>
              <a:ext uri="{FF2B5EF4-FFF2-40B4-BE49-F238E27FC236}">
                <ns2:creationId id="{04B4D2CE-54EB-44D9-9038-047FDDE0689F}"/>
              </a:ext>
            </a:extLst>
          </p:cNvPr>
          <p:cNvSpPr>
            <a:spLocks noGrp="1"/>
          </p:cNvSpPr>
          <p:nvPr/>
        </p:nvSpPr>
        <p:spPr>
          <a:xfrm>
            <a:off x="2076450" y="2962275"/>
            <a:ext cx="20097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검증 및 채택기</a:t>
            </a:r>
            <a:endParaRPr lang="ko-KR">
              <a:latin typeface="Calibri"/>
              <a:ea typeface="Calibri"/>
              <a:cs typeface="Calibri"/>
            </a:endParaRPr>
          </a:p>
        </p:txBody>
      </p:sp>
      <p:sp>
        <p:nvSpPr>
          <p:cNvPr id="1130" name="v10 node:d1Ari">
            <a:extLst>
              <a:ext uri="{FF2B5EF4-FFF2-40B4-BE49-F238E27FC236}">
                <ns2:creationId id="{DD47815A-CBD9-419A-96D2-C8C26312D70C}"/>
              </a:ext>
            </a:extLst>
          </p:cNvPr>
          <p:cNvSpPr>
            <a:spLocks noGrp="1"/>
          </p:cNvSpPr>
          <p:nvPr/>
        </p:nvSpPr>
        <p:spPr>
          <a:xfrm>
            <a:off x="4819650" y="2552700"/>
            <a:ext cx="2333625" cy="742950"/>
          </a:xfrm>
          <a:prstGeom prst="rect">
            <a:avLst/>
          </a:prstGeom>
          <a:solidFill>
            <a:srgbClr val="FFF6DD"/>
          </a:solidFill>
          <a:ln w="16193">
            <a:solidFill>
              <a:srgbClr val="111111"/>
            </a:solidFill>
          </a:ln>
        </p:spPr>
        <p:txBody>
          <a:bodyPr wrap="none" lIns="47625" tIns="19050" rIns="47625" bIns="400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31" name="v10 divider d1Ari">
            <a:extLst>
              <a:ext uri="{FF2B5EF4-FFF2-40B4-BE49-F238E27FC236}">
                <ns2:creationId id="{D7E26468-DBF4-42C1-9AFC-AC04EF4557CF}"/>
              </a:ext>
            </a:extLst>
          </p:cNvPr>
          <p:cNvSpPr>
            <a:spLocks noGrp="1"/>
          </p:cNvSpPr>
          <p:nvPr/>
        </p:nvSpPr>
        <p:spPr>
          <a:xfrm>
            <a:off x="4819650" y="2914650"/>
            <a:ext cx="2333625" cy="953"/>
          </a:xfrm>
          <a:custGeom>
            <a:pathLst>
              <a:path w="2333625" h="953">
                <a:moveTo>
                  <a:pt x="0" y="0"/>
                </a:moveTo>
                <a:lnTo>
                  <a:pt x="2333625" y="0"/>
                </a:lnTo>
              </a:path>
            </a:pathLst>
          </a:custGeom>
          <a:noFill/>
          <a:ln w="9525">
            <a:solidFill>
              <a:srgbClr val="111111"/>
            </a:solidFill>
            <a:prstDash val="solid"/>
          </a:ln>
        </p:spPr>
      </p:sp>
      <p:sp>
        <p:nvSpPr>
          <p:cNvPr id="1132" name="v10 node:d1Ainterpret">
            <a:extLst>
              <a:ext uri="{FF2B5EF4-FFF2-40B4-BE49-F238E27FC236}">
                <ns2:creationId id="{CC708B91-015B-4476-9A3D-7DBE5227DADA}"/>
              </a:ext>
            </a:extLst>
          </p:cNvPr>
          <p:cNvSpPr>
            <a:spLocks noGrp="1"/>
          </p:cNvSpPr>
          <p:nvPr/>
        </p:nvSpPr>
        <p:spPr>
          <a:xfrm>
            <a:off x="4943475" y="296227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의미 해석기</a:t>
            </a:r>
            <a:endParaRPr lang="ko-KR">
              <a:latin typeface="Calibri"/>
              <a:ea typeface="Calibri"/>
              <a:cs typeface="Calibri"/>
            </a:endParaRPr>
          </a:p>
        </p:txBody>
      </p:sp>
      <p:sp>
        <p:nvSpPr>
          <p:cNvPr id="1133" name="v10 edge:d1Ainterpret-call">
            <a:extLst>
              <a:ext uri="{FF2B5EF4-FFF2-40B4-BE49-F238E27FC236}">
                <ns2:creationId id="{0857953E-6152-4EF8-ADA3-FF9ACAC823C4}"/>
              </a:ext>
            </a:extLst>
          </p:cNvPr>
          <p:cNvSpPr>
            <a:spLocks noGrp="1"/>
          </p:cNvSpPr>
          <p:nvPr/>
        </p:nvSpPr>
        <p:spPr>
          <a:xfrm>
            <a:off x="4086225" y="3086100"/>
            <a:ext cx="857250" cy="953"/>
          </a:xfrm>
          <a:custGeom>
            <a:pathLst>
              <a:path w="857250" h="953">
                <a:moveTo>
                  <a:pt x="0" y="0"/>
                </a:moveTo>
                <a:lnTo>
                  <a:pt x="857250" y="0"/>
                </a:lnTo>
              </a:path>
            </a:pathLst>
          </a:custGeom>
          <a:noFill/>
          <a:ln w="17145">
            <a:solidFill>
              <a:srgbClr val="111111"/>
            </a:solidFill>
            <a:prstDash val="solid"/>
          </a:ln>
        </p:spPr>
      </p:sp>
      <p:sp>
        <p:nvSpPr>
          <p:cNvPr id="1134" name="v10 arrow:d1Ainterpret-call">
            <a:extLst>
              <a:ext uri="{FF2B5EF4-FFF2-40B4-BE49-F238E27FC236}">
                <ns2:creationId id="{A53A8DDE-4BFE-4814-B5A8-56060F5C5634}"/>
              </a:ext>
            </a:extLst>
          </p:cNvPr>
          <p:cNvSpPr>
            <a:spLocks noGrp="1"/>
          </p:cNvSpPr>
          <p:nvPr/>
        </p:nvSpPr>
        <p:spPr>
          <a:xfrm>
            <a:off x="4857750" y="3048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35" name="v10 label 입력 +&#10;근거">
            <a:extLst>
              <a:ext uri="{FF2B5EF4-FFF2-40B4-BE49-F238E27FC236}">
                <ns2:creationId id="{A9E3ED4A-C267-4D33-A9B7-336EFCAA45F9}"/>
              </a:ext>
            </a:extLst>
          </p:cNvPr>
          <p:cNvSpPr>
            <a:spLocks noGrp="1"/>
          </p:cNvSpPr>
          <p:nvPr/>
        </p:nvSpPr>
        <p:spPr>
          <a:xfrm>
            <a:off x="4229100" y="2657475"/>
            <a:ext cx="571500" cy="4000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입력 +</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근거</a:t>
            </a:r>
            <a:endParaRPr lang="ko-KR">
              <a:latin typeface="Calibri"/>
              <a:ea typeface="Calibri"/>
              <a:cs typeface="Calibri"/>
            </a:endParaRPr>
          </a:p>
        </p:txBody>
      </p:sp>
      <p:sp>
        <p:nvSpPr>
          <p:cNvPr id="1136" name="v10 edge:d1Aproposal">
            <a:extLst>
              <a:ext uri="{FF2B5EF4-FFF2-40B4-BE49-F238E27FC236}">
                <ns2:creationId id="{D33E42F8-E18F-4754-9445-85D0F9A6EAF2}"/>
              </a:ext>
            </a:extLst>
          </p:cNvPr>
          <p:cNvSpPr>
            <a:spLocks noGrp="1"/>
          </p:cNvSpPr>
          <p:nvPr/>
        </p:nvSpPr>
        <p:spPr>
          <a:xfrm>
            <a:off x="3076575" y="3238500"/>
            <a:ext cx="2914650" cy="257175"/>
          </a:xfrm>
          <a:custGeom>
            <a:pathLst>
              <a:path w="2914650" h="257175">
                <a:moveTo>
                  <a:pt x="2914650" y="0"/>
                </a:moveTo>
                <a:lnTo>
                  <a:pt x="2914650" y="257175"/>
                </a:lnTo>
                <a:lnTo>
                  <a:pt x="0" y="257175"/>
                </a:lnTo>
                <a:lnTo>
                  <a:pt x="0" y="0"/>
                </a:lnTo>
              </a:path>
            </a:pathLst>
          </a:custGeom>
          <a:noFill/>
          <a:ln w="17145">
            <a:solidFill>
              <a:srgbClr val="111111"/>
            </a:solidFill>
            <a:prstDash val="dash"/>
          </a:ln>
        </p:spPr>
      </p:sp>
      <p:sp>
        <p:nvSpPr>
          <p:cNvPr id="1137" name="v10 arrow:d1Aproposal">
            <a:extLst>
              <a:ext uri="{FF2B5EF4-FFF2-40B4-BE49-F238E27FC236}">
                <ns2:creationId id="{76CA8828-EEF3-4E2C-9557-EA9672D48066}"/>
              </a:ext>
            </a:extLst>
          </p:cNvPr>
          <p:cNvSpPr>
            <a:spLocks noGrp="1"/>
          </p:cNvSpPr>
          <p:nvPr/>
        </p:nvSpPr>
        <p:spPr>
          <a:xfrm>
            <a:off x="3038475" y="32385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38" name="v10 label 의미 제안 / 근거 보완 요구">
            <a:extLst>
              <a:ext uri="{FF2B5EF4-FFF2-40B4-BE49-F238E27FC236}">
                <ns2:creationId id="{324A0483-564B-46C1-9063-8E0F5E53533F}"/>
              </a:ext>
            </a:extLst>
          </p:cNvPr>
          <p:cNvSpPr>
            <a:spLocks noGrp="1"/>
          </p:cNvSpPr>
          <p:nvPr/>
        </p:nvSpPr>
        <p:spPr>
          <a:xfrm>
            <a:off x="3524250" y="3286125"/>
            <a:ext cx="24098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의미 제안 / 근거 보완 요구</a:t>
            </a:r>
            <a:endParaRPr lang="ko-KR">
              <a:latin typeface="Calibri"/>
              <a:ea typeface="Calibri"/>
              <a:cs typeface="Calibri"/>
            </a:endParaRPr>
          </a:p>
        </p:txBody>
      </p:sp>
      <p:sp>
        <p:nvSpPr>
          <p:cNvPr id="1139" name="v10 label 대화 수명 근거 재사용">
            <a:extLst>
              <a:ext uri="{FF2B5EF4-FFF2-40B4-BE49-F238E27FC236}">
                <ns2:creationId id="{F1EE9D7B-2456-4B4D-A7D0-BDFEBCEEA99C}"/>
              </a:ext>
            </a:extLst>
          </p:cNvPr>
          <p:cNvSpPr>
            <a:spLocks noGrp="1"/>
          </p:cNvSpPr>
          <p:nvPr/>
        </p:nvSpPr>
        <p:spPr>
          <a:xfrm>
            <a:off x="1962150" y="2247900"/>
            <a:ext cx="5191125" cy="257175"/>
          </a:xfrm>
          <a:prstGeom prst="rect">
            <a:avLst/>
          </a:prstGeom>
          <a:noFill/>
          <a:ln w="0">
            <a:noFill/>
          </a:ln>
        </p:spPr>
        <p:txBody>
          <a:bodyPr wrap="none" lIns="47625" tIns="19050" rIns="47625" bIns="19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대화 수명 근거 재사용</a:t>
            </a:r>
            <a:endParaRPr lang="ko-KR">
              <a:latin typeface="Calibri"/>
              <a:ea typeface="Calibri"/>
              <a:cs typeface="Calibri"/>
            </a:endParaRPr>
          </a:p>
        </p:txBody>
      </p:sp>
      <p:sp>
        <p:nvSpPr>
          <p:cNvPr id="1140" name="v10 node:d1Acm">
            <a:extLst>
              <a:ext uri="{FF2B5EF4-FFF2-40B4-BE49-F238E27FC236}">
                <ns2:creationId id="{4CA74B61-021D-42A9-A7C4-2E60825160E3}"/>
              </a:ext>
            </a:extLst>
          </p:cNvPr>
          <p:cNvSpPr>
            <a:spLocks noGrp="1"/>
          </p:cNvSpPr>
          <p:nvPr/>
        </p:nvSpPr>
        <p:spPr>
          <a:xfrm>
            <a:off x="1962150" y="3971925"/>
            <a:ext cx="5191125" cy="1181100"/>
          </a:xfrm>
          <a:prstGeom prst="rect">
            <a:avLst/>
          </a:prstGeom>
          <a:solidFill>
            <a:srgbClr val="FFF6DD"/>
          </a:solidFill>
          <a:ln w="16193">
            <a:solidFill>
              <a:srgbClr val="111111"/>
            </a:solidFill>
          </a:ln>
        </p:spPr>
        <p:txBody>
          <a:bodyPr wrap="none" lIns="47625" tIns="19050" rIns="47625" bIns="8382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141" name="v10 divider d1Acm">
            <a:extLst>
              <a:ext uri="{FF2B5EF4-FFF2-40B4-BE49-F238E27FC236}">
                <ns2:creationId id="{CF9964CD-853C-4C8B-9667-8381C0285437}"/>
              </a:ext>
            </a:extLst>
          </p:cNvPr>
          <p:cNvSpPr>
            <a:spLocks noGrp="1"/>
          </p:cNvSpPr>
          <p:nvPr/>
        </p:nvSpPr>
        <p:spPr>
          <a:xfrm>
            <a:off x="1962150" y="4333875"/>
            <a:ext cx="5191125" cy="953"/>
          </a:xfrm>
          <a:custGeom>
            <a:pathLst>
              <a:path w="5191125" h="953">
                <a:moveTo>
                  <a:pt x="0" y="0"/>
                </a:moveTo>
                <a:lnTo>
                  <a:pt x="5191125" y="0"/>
                </a:lnTo>
              </a:path>
            </a:pathLst>
          </a:custGeom>
          <a:noFill/>
          <a:ln w="9525">
            <a:solidFill>
              <a:srgbClr val="111111"/>
            </a:solidFill>
            <a:prstDash val="solid"/>
          </a:ln>
        </p:spPr>
      </p:sp>
      <p:sp>
        <p:nvSpPr>
          <p:cNvPr id="1142" name="v10 node:d1Aquery">
            <a:extLst>
              <a:ext uri="{FF2B5EF4-FFF2-40B4-BE49-F238E27FC236}">
                <ns2:creationId id="{16B619D8-6C20-4CDF-9653-722C45247666}"/>
              </a:ext>
            </a:extLst>
          </p:cNvPr>
          <p:cNvSpPr>
            <a:spLocks noGrp="1"/>
          </p:cNvSpPr>
          <p:nvPr/>
        </p:nvSpPr>
        <p:spPr>
          <a:xfrm>
            <a:off x="2105025" y="4400550"/>
            <a:ext cx="2095500" cy="323850"/>
          </a:xfrm>
          <a:prstGeom prst="roundRect">
            <a:avLst>
              <a:gd name="adj" fmla="val 23529"/>
            </a:avLst>
          </a:prstGeom>
          <a:solidFill>
            <a:srgbClr val="FFFFFF"/>
          </a:solidFill>
          <a:ln w="16193">
            <a:solidFill>
              <a:srgbClr val="4676CB"/>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근거 조회 및 문맥 갱신기</a:t>
            </a:r>
            <a:endParaRPr lang="ko-KR">
              <a:latin typeface="Calibri"/>
              <a:ea typeface="Calibri"/>
              <a:cs typeface="Calibri"/>
            </a:endParaRPr>
          </a:p>
        </p:txBody>
      </p:sp>
      <p:sp>
        <p:nvSpPr>
          <p:cNvPr id="1143" name="v10 node:d1Aview">
            <a:extLst>
              <a:ext uri="{FF2B5EF4-FFF2-40B4-BE49-F238E27FC236}">
                <ns2:creationId id="{16CCAF0D-3A38-4CA9-AE89-D0935181A30F}"/>
              </a:ext>
            </a:extLst>
          </p:cNvPr>
          <p:cNvSpPr>
            <a:spLocks noGrp="1"/>
          </p:cNvSpPr>
          <p:nvPr/>
        </p:nvSpPr>
        <p:spPr>
          <a:xfrm>
            <a:off x="4819650" y="4381500"/>
            <a:ext cx="2190750" cy="619125"/>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유효 작업 문맥</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 / 대화 수명</a:t>
            </a:r>
            <a:endParaRPr lang="ko-KR">
              <a:latin typeface="Calibri"/>
              <a:ea typeface="Calibri"/>
              <a:cs typeface="Calibri"/>
            </a:endParaRPr>
          </a:p>
        </p:txBody>
      </p:sp>
      <p:sp>
        <p:nvSpPr>
          <p:cNvPr id="1144" name="v10 node:d1Asource">
            <a:extLst>
              <a:ext uri="{FF2B5EF4-FFF2-40B4-BE49-F238E27FC236}">
                <ns2:creationId id="{E9C14319-A8E7-48C4-BB46-5A776CBA3C09}"/>
              </a:ext>
            </a:extLst>
          </p:cNvPr>
          <p:cNvSpPr>
            <a:spLocks noGrp="1"/>
          </p:cNvSpPr>
          <p:nvPr/>
        </p:nvSpPr>
        <p:spPr>
          <a:xfrm>
            <a:off x="1962150" y="5286375"/>
            <a:ext cx="2238375" cy="3143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300" b="1" lang="ko-KR">
                <a:solidFill>
                  <a:srgbClr val="111111"/>
                </a:solidFill>
                <a:latin typeface="Calibri"/>
                <a:ea typeface="Calibri"/>
                <a:cs typeface="Calibri"/>
              </a:defRPr>
            </a:defPPr>
            <a:lvl1pPr algn="ctr">
              <a:defRPr sz="1300" b="1" lang="ko-KR">
                <a:solidFill>
                  <a:srgbClr val="111111"/>
                </a:solidFill>
                <a:latin typeface="Calibri"/>
                <a:ea typeface="Calibri"/>
                <a:cs typeface="Calibri"/>
              </a:defRPr>
            </a:lvl1pPr>
            <a:lvl2pPr algn="ctr">
              <a:defRPr sz="1300" b="1" lang="ko-KR">
                <a:solidFill>
                  <a:srgbClr val="111111"/>
                </a:solidFill>
                <a:latin typeface="Calibri"/>
                <a:ea typeface="Calibri"/>
                <a:cs typeface="Calibri"/>
              </a:defRPr>
            </a:lvl2pPr>
            <a:lvl3pPr algn="ctr">
              <a:defRPr sz="1300" b="1" lang="ko-KR">
                <a:solidFill>
                  <a:srgbClr val="111111"/>
                </a:solidFill>
                <a:latin typeface="Calibri"/>
                <a:ea typeface="Calibri"/>
                <a:cs typeface="Calibri"/>
              </a:defRPr>
            </a:lvl3pPr>
            <a:lvl4pPr algn="ctr">
              <a:defRPr sz="1300" b="1" lang="ko-KR">
                <a:solidFill>
                  <a:srgbClr val="111111"/>
                </a:solidFill>
                <a:latin typeface="Calibri"/>
                <a:ea typeface="Calibri"/>
                <a:cs typeface="Calibri"/>
              </a:defRPr>
            </a:lvl4pPr>
            <a:lvl5pPr algn="ctr">
              <a:defRPr sz="1300" b="1" lang="ko-KR">
                <a:solidFill>
                  <a:srgbClr val="111111"/>
                </a:solidFill>
                <a:latin typeface="Calibri"/>
                <a:ea typeface="Calibri"/>
                <a:cs typeface="Calibri"/>
              </a:defRPr>
            </a:lvl5pPr>
            <a:lvl6pPr algn="ctr">
              <a:defRPr sz="1300" b="1" lang="ko-KR">
                <a:solidFill>
                  <a:srgbClr val="111111"/>
                </a:solidFill>
                <a:latin typeface="Calibri"/>
                <a:ea typeface="Calibri"/>
                <a:cs typeface="Calibri"/>
              </a:defRPr>
            </a:lvl6pPr>
            <a:lvl7pPr algn="ctr">
              <a:defRPr sz="1300" b="1" lang="ko-KR">
                <a:solidFill>
                  <a:srgbClr val="111111"/>
                </a:solidFill>
                <a:latin typeface="Calibri"/>
                <a:ea typeface="Calibri"/>
                <a:cs typeface="Calibri"/>
              </a:defRPr>
            </a:lvl7pPr>
            <a:lvl8pPr algn="ctr">
              <a:defRPr sz="1300" b="1" lang="ko-KR">
                <a:solidFill>
                  <a:srgbClr val="111111"/>
                </a:solidFill>
                <a:latin typeface="Calibri"/>
                <a:ea typeface="Calibri"/>
                <a:cs typeface="Calibri"/>
              </a:defRPr>
            </a:lvl8pPr>
            <a:lvl9pPr algn="ctr">
              <a:defRPr sz="1300" b="1" lang="ko-KR">
                <a:solidFill>
                  <a:srgbClr val="111111"/>
                </a:solidFill>
                <a:latin typeface="Calibri"/>
                <a:ea typeface="Calibri"/>
                <a:cs typeface="Calibri"/>
              </a:defRPr>
            </a:lvl9pPr>
          </a:lstStyle>
          <a:p>
            <a:pPr algn="ctr">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원본 owner (VIA 내부)</a:t>
            </a:r>
            <a:endParaRPr lang="ko-KR">
              <a:latin typeface="Calibri"/>
              <a:ea typeface="Calibri"/>
              <a:cs typeface="Calibri"/>
            </a:endParaRPr>
          </a:p>
        </p:txBody>
      </p:sp>
      <p:sp>
        <p:nvSpPr>
          <p:cNvPr id="1145" name="v10 edge:d1Aallow">
            <a:extLst>
              <a:ext uri="{FF2B5EF4-FFF2-40B4-BE49-F238E27FC236}">
                <ns2:creationId id="{F29C2A8A-1FE2-41C3-A806-35CCE44F2DD0}"/>
              </a:ext>
            </a:extLst>
          </p:cNvPr>
          <p:cNvSpPr>
            <a:spLocks noGrp="1"/>
          </p:cNvSpPr>
          <p:nvPr/>
        </p:nvSpPr>
        <p:spPr>
          <a:xfrm>
            <a:off x="2457450" y="3238500"/>
            <a:ext cx="504825" cy="1162050"/>
          </a:xfrm>
          <a:custGeom>
            <a:pathLst>
              <a:path w="504825" h="1162050">
                <a:moveTo>
                  <a:pt x="0" y="0"/>
                </a:moveTo>
                <a:lnTo>
                  <a:pt x="0" y="533400"/>
                </a:lnTo>
                <a:lnTo>
                  <a:pt x="504825" y="533400"/>
                </a:lnTo>
                <a:lnTo>
                  <a:pt x="504825" y="1162050"/>
                </a:lnTo>
              </a:path>
            </a:pathLst>
          </a:custGeom>
          <a:noFill/>
          <a:ln w="17145">
            <a:solidFill>
              <a:srgbClr val="111111"/>
            </a:solidFill>
            <a:prstDash val="solid"/>
          </a:ln>
        </p:spPr>
      </p:sp>
      <p:sp>
        <p:nvSpPr>
          <p:cNvPr id="1146" name="v10 arrow:d1Aallow">
            <a:extLst>
              <a:ext uri="{FF2B5EF4-FFF2-40B4-BE49-F238E27FC236}">
                <ns2:creationId id="{F49E5701-2524-4720-AD1F-EF5A845D2124}"/>
              </a:ext>
            </a:extLst>
          </p:cNvPr>
          <p:cNvSpPr>
            <a:spLocks noGrp="1"/>
          </p:cNvSpPr>
          <p:nvPr/>
        </p:nvSpPr>
        <p:spPr>
          <a:xfrm>
            <a:off x="2924175" y="43148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47" name="v10 label 초기 문맥 / 추가 범위 조회 허가">
            <a:extLst>
              <a:ext uri="{FF2B5EF4-FFF2-40B4-BE49-F238E27FC236}">
                <ns2:creationId id="{2108A513-8E16-4864-B79D-3A990136E549}"/>
              </a:ext>
            </a:extLst>
          </p:cNvPr>
          <p:cNvSpPr>
            <a:spLocks noGrp="1"/>
          </p:cNvSpPr>
          <p:nvPr/>
        </p:nvSpPr>
        <p:spPr>
          <a:xfrm>
            <a:off x="2581275" y="3581400"/>
            <a:ext cx="2238375" cy="1905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초기 문맥 / 추가 범위 조회 허가</a:t>
            </a:r>
            <a:endParaRPr lang="ko-KR">
              <a:latin typeface="Calibri"/>
              <a:ea typeface="Calibri"/>
              <a:cs typeface="Calibri"/>
            </a:endParaRPr>
          </a:p>
        </p:txBody>
      </p:sp>
      <p:sp>
        <p:nvSpPr>
          <p:cNvPr id="1148" name="v10 edge:d1Abundle">
            <a:extLst>
              <a:ext uri="{FF2B5EF4-FFF2-40B4-BE49-F238E27FC236}">
                <ns2:creationId id="{2CD28D25-EE48-4719-BB1B-AC22819157CA}"/>
              </a:ext>
            </a:extLst>
          </p:cNvPr>
          <p:cNvSpPr>
            <a:spLocks noGrp="1"/>
          </p:cNvSpPr>
          <p:nvPr/>
        </p:nvSpPr>
        <p:spPr>
          <a:xfrm>
            <a:off x="1876425" y="3238500"/>
            <a:ext cx="371475" cy="1304925"/>
          </a:xfrm>
          <a:custGeom>
            <a:pathLst>
              <a:path w="371475" h="1304925">
                <a:moveTo>
                  <a:pt x="228600" y="1304925"/>
                </a:moveTo>
                <a:lnTo>
                  <a:pt x="0" y="1304925"/>
                </a:lnTo>
                <a:lnTo>
                  <a:pt x="0" y="123825"/>
                </a:lnTo>
                <a:lnTo>
                  <a:pt x="371475" y="123825"/>
                </a:lnTo>
                <a:lnTo>
                  <a:pt x="371475" y="0"/>
                </a:lnTo>
              </a:path>
            </a:pathLst>
          </a:custGeom>
          <a:noFill/>
          <a:ln w="17145">
            <a:solidFill>
              <a:srgbClr val="111111"/>
            </a:solidFill>
            <a:prstDash val="dash"/>
          </a:ln>
        </p:spPr>
      </p:sp>
      <p:sp>
        <p:nvSpPr>
          <p:cNvPr id="1149" name="v10 arrow:d1Abundle">
            <a:extLst>
              <a:ext uri="{FF2B5EF4-FFF2-40B4-BE49-F238E27FC236}">
                <ns2:creationId id="{021873AD-194B-41F4-A121-A63D92D856C4}"/>
              </a:ext>
            </a:extLst>
          </p:cNvPr>
          <p:cNvSpPr>
            <a:spLocks noGrp="1"/>
          </p:cNvSpPr>
          <p:nvPr/>
        </p:nvSpPr>
        <p:spPr>
          <a:xfrm>
            <a:off x="2209800" y="32385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50" name="v10 label 문맥 / 근거 / 불가">
            <a:extLst>
              <a:ext uri="{FF2B5EF4-FFF2-40B4-BE49-F238E27FC236}">
                <ns2:creationId id="{5A18D9D6-ABF6-4161-B976-468CB64628ED}"/>
              </a:ext>
            </a:extLst>
          </p:cNvPr>
          <p:cNvSpPr>
            <a:spLocks noGrp="1"/>
          </p:cNvSpPr>
          <p:nvPr/>
        </p:nvSpPr>
        <p:spPr>
          <a:xfrm>
            <a:off x="1914525" y="3790950"/>
            <a:ext cx="1809750" cy="18097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문맥 / 근거 / 불가</a:t>
            </a:r>
            <a:endParaRPr lang="ko-KR">
              <a:latin typeface="Calibri"/>
              <a:ea typeface="Calibri"/>
              <a:cs typeface="Calibri"/>
            </a:endParaRPr>
          </a:p>
        </p:txBody>
      </p:sp>
      <p:sp>
        <p:nvSpPr>
          <p:cNvPr id="1151" name="v10 edge:d1Aread">
            <a:extLst>
              <a:ext uri="{FF2B5EF4-FFF2-40B4-BE49-F238E27FC236}">
                <ns2:creationId id="{3A68C191-0923-4059-920F-582425018BC1}"/>
              </a:ext>
            </a:extLst>
          </p:cNvPr>
          <p:cNvSpPr>
            <a:spLocks noGrp="1"/>
          </p:cNvSpPr>
          <p:nvPr/>
        </p:nvSpPr>
        <p:spPr>
          <a:xfrm>
            <a:off x="2628900" y="4724400"/>
            <a:ext cx="953" cy="561975"/>
          </a:xfrm>
          <a:custGeom>
            <a:pathLst>
              <a:path w="953" h="561975">
                <a:moveTo>
                  <a:pt x="0" y="0"/>
                </a:moveTo>
                <a:lnTo>
                  <a:pt x="0" y="561975"/>
                </a:lnTo>
              </a:path>
            </a:pathLst>
          </a:custGeom>
          <a:noFill/>
          <a:ln w="17145">
            <a:solidFill>
              <a:srgbClr val="111111"/>
            </a:solidFill>
            <a:prstDash val="solid"/>
          </a:ln>
        </p:spPr>
      </p:sp>
      <p:sp>
        <p:nvSpPr>
          <p:cNvPr id="1152" name="v10 arrow:d1Aread">
            <a:extLst>
              <a:ext uri="{FF2B5EF4-FFF2-40B4-BE49-F238E27FC236}">
                <ns2:creationId id="{91CC18AF-9B62-4127-836F-843A19ED7CA2}"/>
              </a:ext>
            </a:extLst>
          </p:cNvPr>
          <p:cNvSpPr>
            <a:spLocks noGrp="1"/>
          </p:cNvSpPr>
          <p:nvPr/>
        </p:nvSpPr>
        <p:spPr>
          <a:xfrm>
            <a:off x="2590800" y="52006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53" name="v10 label 부족 시&#10;읽기">
            <a:extLst>
              <a:ext uri="{FF2B5EF4-FFF2-40B4-BE49-F238E27FC236}">
                <ns2:creationId id="{C9287082-E198-447C-AB39-FC7CD8AAC0CE}"/>
              </a:ext>
            </a:extLst>
          </p:cNvPr>
          <p:cNvSpPr>
            <a:spLocks noGrp="1"/>
          </p:cNvSpPr>
          <p:nvPr/>
        </p:nvSpPr>
        <p:spPr>
          <a:xfrm>
            <a:off x="1981200" y="4781550"/>
            <a:ext cx="609600" cy="3238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부족 시</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154" name="v10 edge:d1Araw">
            <a:extLst>
              <a:ext uri="{FF2B5EF4-FFF2-40B4-BE49-F238E27FC236}">
                <ns2:creationId id="{8AFFA9B5-EE56-411B-A1F0-E0A8B1279EF9}"/>
              </a:ext>
            </a:extLst>
          </p:cNvPr>
          <p:cNvSpPr>
            <a:spLocks noGrp="1"/>
          </p:cNvSpPr>
          <p:nvPr/>
        </p:nvSpPr>
        <p:spPr>
          <a:xfrm>
            <a:off x="3676650" y="4724400"/>
            <a:ext cx="953" cy="561975"/>
          </a:xfrm>
          <a:custGeom>
            <a:pathLst>
              <a:path w="953" h="561975">
                <a:moveTo>
                  <a:pt x="0" y="561975"/>
                </a:moveTo>
                <a:lnTo>
                  <a:pt x="0" y="0"/>
                </a:lnTo>
              </a:path>
            </a:pathLst>
          </a:custGeom>
          <a:noFill/>
          <a:ln w="17145">
            <a:solidFill>
              <a:srgbClr val="111111"/>
            </a:solidFill>
            <a:prstDash val="dash"/>
          </a:ln>
        </p:spPr>
      </p:sp>
      <p:sp>
        <p:nvSpPr>
          <p:cNvPr id="1155" name="v10 arrow:d1Araw">
            <a:extLst>
              <a:ext uri="{FF2B5EF4-FFF2-40B4-BE49-F238E27FC236}">
                <ns2:creationId id="{F0EEB790-A90F-4A12-ACF9-1265825BA400}"/>
              </a:ext>
            </a:extLst>
          </p:cNvPr>
          <p:cNvSpPr>
            <a:spLocks noGrp="1"/>
          </p:cNvSpPr>
          <p:nvPr/>
        </p:nvSpPr>
        <p:spPr>
          <a:xfrm>
            <a:off x="3638550" y="47244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56" name="v10 label 원본">
            <a:extLst>
              <a:ext uri="{FF2B5EF4-FFF2-40B4-BE49-F238E27FC236}">
                <ns2:creationId id="{B8AE7CD8-408B-4A3B-A5E8-35580910FCC9}"/>
              </a:ext>
            </a:extLst>
          </p:cNvPr>
          <p:cNvSpPr>
            <a:spLocks noGrp="1"/>
          </p:cNvSpPr>
          <p:nvPr/>
        </p:nvSpPr>
        <p:spPr>
          <a:xfrm>
            <a:off x="3705225" y="4914900"/>
            <a:ext cx="609600" cy="1905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원본</a:t>
            </a:r>
            <a:endParaRPr lang="ko-KR">
              <a:latin typeface="Calibri"/>
              <a:ea typeface="Calibri"/>
              <a:cs typeface="Calibri"/>
            </a:endParaRPr>
          </a:p>
        </p:txBody>
      </p:sp>
      <p:sp>
        <p:nvSpPr>
          <p:cNvPr id="1157" name="v10 edge:d1Awrite">
            <a:extLst>
              <a:ext uri="{FF2B5EF4-FFF2-40B4-BE49-F238E27FC236}">
                <ns2:creationId id="{C0B7EAFA-5B78-4597-AE0F-40EE63942195}"/>
              </a:ext>
            </a:extLst>
          </p:cNvPr>
          <p:cNvSpPr>
            <a:spLocks noGrp="1"/>
          </p:cNvSpPr>
          <p:nvPr/>
        </p:nvSpPr>
        <p:spPr>
          <a:xfrm>
            <a:off x="4200525" y="4514850"/>
            <a:ext cx="619125" cy="953"/>
          </a:xfrm>
          <a:custGeom>
            <a:pathLst>
              <a:path w="619125" h="953">
                <a:moveTo>
                  <a:pt x="0" y="0"/>
                </a:moveTo>
                <a:lnTo>
                  <a:pt x="619125" y="0"/>
                </a:lnTo>
              </a:path>
            </a:pathLst>
          </a:custGeom>
          <a:noFill/>
          <a:ln w="17145">
            <a:solidFill>
              <a:srgbClr val="4676CB"/>
            </a:solidFill>
            <a:prstDash val="solid"/>
          </a:ln>
        </p:spPr>
      </p:sp>
      <p:sp>
        <p:nvSpPr>
          <p:cNvPr id="1158" name="v10 arrow:d1Awrite">
            <a:extLst>
              <a:ext uri="{FF2B5EF4-FFF2-40B4-BE49-F238E27FC236}">
                <ns2:creationId id="{7C2F927E-052B-456F-85A3-050E2CCC95FE}"/>
              </a:ext>
            </a:extLst>
          </p:cNvPr>
          <p:cNvSpPr>
            <a:spLocks noGrp="1"/>
          </p:cNvSpPr>
          <p:nvPr/>
        </p:nvSpPr>
        <p:spPr>
          <a:xfrm>
            <a:off x="4733925" y="44767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59" name="v10 label 갱신">
            <a:extLst>
              <a:ext uri="{FF2B5EF4-FFF2-40B4-BE49-F238E27FC236}">
                <ns2:creationId id="{3FF93CC8-02F0-46EE-9A40-4E2ECC27E959}"/>
              </a:ext>
            </a:extLst>
          </p:cNvPr>
          <p:cNvSpPr>
            <a:spLocks noGrp="1"/>
          </p:cNvSpPr>
          <p:nvPr/>
        </p:nvSpPr>
        <p:spPr>
          <a:xfrm>
            <a:off x="4229100" y="4305300"/>
            <a:ext cx="561975"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갱신</a:t>
            </a:r>
            <a:endParaRPr lang="ko-KR">
              <a:latin typeface="Calibri"/>
              <a:ea typeface="Calibri"/>
              <a:cs typeface="Calibri"/>
            </a:endParaRPr>
          </a:p>
        </p:txBody>
      </p:sp>
      <p:sp>
        <p:nvSpPr>
          <p:cNvPr id="1160" name="v10 edge:d1Areuse">
            <a:extLst>
              <a:ext uri="{FF2B5EF4-FFF2-40B4-BE49-F238E27FC236}">
                <ns2:creationId id="{E4FE4B5A-7689-4E9C-8162-39B6C4B83D34}"/>
              </a:ext>
            </a:extLst>
          </p:cNvPr>
          <p:cNvSpPr>
            <a:spLocks noGrp="1"/>
          </p:cNvSpPr>
          <p:nvPr/>
        </p:nvSpPr>
        <p:spPr>
          <a:xfrm>
            <a:off x="4200525" y="4705350"/>
            <a:ext cx="619125" cy="953"/>
          </a:xfrm>
          <a:custGeom>
            <a:pathLst>
              <a:path w="619125" h="953">
                <a:moveTo>
                  <a:pt x="619125" y="0"/>
                </a:moveTo>
                <a:lnTo>
                  <a:pt x="0" y="0"/>
                </a:lnTo>
              </a:path>
            </a:pathLst>
          </a:custGeom>
          <a:noFill/>
          <a:ln w="17145">
            <a:solidFill>
              <a:srgbClr val="4676CB"/>
            </a:solidFill>
            <a:prstDash val="dash"/>
          </a:ln>
        </p:spPr>
      </p:sp>
      <p:sp>
        <p:nvSpPr>
          <p:cNvPr id="1161" name="v10 arrow:d1Areuse">
            <a:extLst>
              <a:ext uri="{FF2B5EF4-FFF2-40B4-BE49-F238E27FC236}">
                <ns2:creationId id="{7DA9E4AB-CB13-4D37-BD16-754C41741EB6}"/>
              </a:ext>
            </a:extLst>
          </p:cNvPr>
          <p:cNvSpPr>
            <a:spLocks noGrp="1"/>
          </p:cNvSpPr>
          <p:nvPr/>
        </p:nvSpPr>
        <p:spPr>
          <a:xfrm>
            <a:off x="4200525" y="466725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1162" name="v10 label 조회">
            <a:extLst>
              <a:ext uri="{FF2B5EF4-FFF2-40B4-BE49-F238E27FC236}">
                <ns2:creationId id="{5ACD4B4F-FCD9-47C5-B805-4187D75625A2}"/>
              </a:ext>
            </a:extLst>
          </p:cNvPr>
          <p:cNvSpPr>
            <a:spLocks noGrp="1"/>
          </p:cNvSpPr>
          <p:nvPr/>
        </p:nvSpPr>
        <p:spPr>
          <a:xfrm>
            <a:off x="4229100" y="4752975"/>
            <a:ext cx="561975"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조회</a:t>
            </a:r>
            <a:endParaRPr lang="ko-KR">
              <a:latin typeface="Calibri"/>
              <a:ea typeface="Calibri"/>
              <a:cs typeface="Calibri"/>
            </a:endParaRPr>
          </a:p>
        </p:txBody>
      </p:sp>
      <p:sp>
        <p:nvSpPr>
          <p:cNvPr id="1163" name="v10 label 최초 해석 전 유효 문맥 공급&#10;채택 뒤 갱신 / 부족분 보완">
            <a:extLst>
              <a:ext uri="{FF2B5EF4-FFF2-40B4-BE49-F238E27FC236}">
                <ns2:creationId id="{318FFE4E-7F2B-4E5C-800F-96ED11ABC6C2}"/>
              </a:ext>
            </a:extLst>
          </p:cNvPr>
          <p:cNvSpPr>
            <a:spLocks noGrp="1"/>
          </p:cNvSpPr>
          <p:nvPr/>
        </p:nvSpPr>
        <p:spPr>
          <a:xfrm>
            <a:off x="4391025" y="5238750"/>
            <a:ext cx="2724150" cy="390525"/>
          </a:xfrm>
          <a:prstGeom prst="rect">
            <a:avLst/>
          </a:prstGeom>
          <a:noFill/>
          <a:ln w="0">
            <a:noFill/>
          </a:ln>
        </p:spPr>
        <p:txBody>
          <a:bodyPr wrap="none" lIns="47625" tIns="19050" rIns="47625" bIns="19050" anchor="ctr">
            <a:noAutofit/>
          </a:bodyPr>
          <a:lstStyle>
            <a:defPPr algn="ctr">
              <a:defRPr sz="1300" b="0" lang="ko-KR">
                <a:solidFill>
                  <a:srgbClr val="4676CB"/>
                </a:solidFill>
                <a:latin typeface="Calibri"/>
                <a:ea typeface="Calibri"/>
                <a:cs typeface="Calibri"/>
              </a:defRPr>
            </a:defPPr>
            <a:lvl1pPr algn="ctr">
              <a:defRPr sz="1300" b="0" lang="ko-KR">
                <a:solidFill>
                  <a:srgbClr val="4676CB"/>
                </a:solidFill>
                <a:latin typeface="Calibri"/>
                <a:ea typeface="Calibri"/>
                <a:cs typeface="Calibri"/>
              </a:defRPr>
            </a:lvl1pPr>
            <a:lvl2pPr algn="ctr">
              <a:defRPr sz="1300" b="0" lang="ko-KR">
                <a:solidFill>
                  <a:srgbClr val="4676CB"/>
                </a:solidFill>
                <a:latin typeface="Calibri"/>
                <a:ea typeface="Calibri"/>
                <a:cs typeface="Calibri"/>
              </a:defRPr>
            </a:lvl2pPr>
            <a:lvl3pPr algn="ctr">
              <a:defRPr sz="1300" b="0" lang="ko-KR">
                <a:solidFill>
                  <a:srgbClr val="4676CB"/>
                </a:solidFill>
                <a:latin typeface="Calibri"/>
                <a:ea typeface="Calibri"/>
                <a:cs typeface="Calibri"/>
              </a:defRPr>
            </a:lvl3pPr>
            <a:lvl4pPr algn="ctr">
              <a:defRPr sz="1300" b="0" lang="ko-KR">
                <a:solidFill>
                  <a:srgbClr val="4676CB"/>
                </a:solidFill>
                <a:latin typeface="Calibri"/>
                <a:ea typeface="Calibri"/>
                <a:cs typeface="Calibri"/>
              </a:defRPr>
            </a:lvl4pPr>
            <a:lvl5pPr algn="ctr">
              <a:defRPr sz="1300" b="0" lang="ko-KR">
                <a:solidFill>
                  <a:srgbClr val="4676CB"/>
                </a:solidFill>
                <a:latin typeface="Calibri"/>
                <a:ea typeface="Calibri"/>
                <a:cs typeface="Calibri"/>
              </a:defRPr>
            </a:lvl5pPr>
            <a:lvl6pPr algn="ctr">
              <a:defRPr sz="1300" b="0" lang="ko-KR">
                <a:solidFill>
                  <a:srgbClr val="4676CB"/>
                </a:solidFill>
                <a:latin typeface="Calibri"/>
                <a:ea typeface="Calibri"/>
                <a:cs typeface="Calibri"/>
              </a:defRPr>
            </a:lvl6pPr>
            <a:lvl7pPr algn="ctr">
              <a:defRPr sz="1300" b="0" lang="ko-KR">
                <a:solidFill>
                  <a:srgbClr val="4676CB"/>
                </a:solidFill>
                <a:latin typeface="Calibri"/>
                <a:ea typeface="Calibri"/>
                <a:cs typeface="Calibri"/>
              </a:defRPr>
            </a:lvl7pPr>
            <a:lvl8pPr algn="ctr">
              <a:defRPr sz="1300" b="0" lang="ko-KR">
                <a:solidFill>
                  <a:srgbClr val="4676CB"/>
                </a:solidFill>
                <a:latin typeface="Calibri"/>
                <a:ea typeface="Calibri"/>
                <a:cs typeface="Calibri"/>
              </a:defRPr>
            </a:lvl8pPr>
            <a:lvl9pPr algn="ctr">
              <a:defRPr sz="1300" b="0" lang="ko-KR">
                <a:solidFill>
                  <a:srgbClr val="4676CB"/>
                </a:solidFill>
                <a:latin typeface="Calibri"/>
                <a:ea typeface="Calibri"/>
                <a:cs typeface="Calibri"/>
              </a:defRPr>
            </a:lvl9pPr>
          </a:lstStyle>
          <a:p>
            <a:pPr algn="ctr">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최초 해석 전 유효 문맥 공급</a:t>
            </a:r>
            <a:endParaRPr lang="ko-KR">
              <a:latin typeface="Calibri"/>
              <a:ea typeface="Calibri"/>
              <a:cs typeface="Calibri"/>
            </a:endParaRPr>
          </a:p>
          <a:p>
            <a:pPr algn="ctr">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채택 뒤 갱신 / 부족분 보완</a:t>
            </a:r>
            <a:endParaRPr lang="ko-KR">
              <a:latin typeface="Calibri"/>
              <a:ea typeface="Calibri"/>
              <a:cs typeface="Calibri"/>
            </a:endParaRPr>
          </a:p>
        </p:txBody>
      </p:sp>
      <p:sp>
        <p:nvSpPr>
          <p:cNvPr id="1164" name="v10 node:d1Brc">
            <a:extLst>
              <a:ext uri="{FF2B5EF4-FFF2-40B4-BE49-F238E27FC236}">
                <ns2:creationId id="{CBEBB15C-4F02-4E3E-ABB5-A926CC8D6515}"/>
              </a:ext>
            </a:extLst>
          </p:cNvPr>
          <p:cNvSpPr>
            <a:spLocks noGrp="1"/>
          </p:cNvSpPr>
          <p:nvPr/>
        </p:nvSpPr>
        <p:spPr>
          <a:xfrm>
            <a:off x="7353300" y="2552700"/>
            <a:ext cx="2238375" cy="742950"/>
          </a:xfrm>
          <a:prstGeom prst="rect">
            <a:avLst/>
          </a:prstGeom>
          <a:solidFill>
            <a:srgbClr val="FFF6DD"/>
          </a:solidFill>
          <a:ln w="16193">
            <a:solidFill>
              <a:srgbClr val="111111"/>
            </a:solidFill>
          </a:ln>
        </p:spPr>
        <p:txBody>
          <a:bodyPr wrap="none" lIns="47625" tIns="19050" rIns="47625" bIns="400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165" name="v10 divider d1Brc">
            <a:extLst>
              <a:ext uri="{FF2B5EF4-FFF2-40B4-BE49-F238E27FC236}">
                <ns2:creationId id="{C34FDE38-2F81-4DA0-92C0-90C6B4C5CBB4}"/>
              </a:ext>
            </a:extLst>
          </p:cNvPr>
          <p:cNvSpPr>
            <a:spLocks noGrp="1"/>
          </p:cNvSpPr>
          <p:nvPr/>
        </p:nvSpPr>
        <p:spPr>
          <a:xfrm>
            <a:off x="7353300" y="2914650"/>
            <a:ext cx="2238375" cy="953"/>
          </a:xfrm>
          <a:custGeom>
            <a:pathLst>
              <a:path w="2238375" h="953">
                <a:moveTo>
                  <a:pt x="0" y="0"/>
                </a:moveTo>
                <a:lnTo>
                  <a:pt x="2238375" y="0"/>
                </a:lnTo>
              </a:path>
            </a:pathLst>
          </a:custGeom>
          <a:noFill/>
          <a:ln w="9525">
            <a:solidFill>
              <a:srgbClr val="111111"/>
            </a:solidFill>
            <a:prstDash val="solid"/>
          </a:ln>
        </p:spPr>
      </p:sp>
      <p:sp>
        <p:nvSpPr>
          <p:cNvPr id="1166" name="v10 node:d1Bcontrol">
            <a:extLst>
              <a:ext uri="{FF2B5EF4-FFF2-40B4-BE49-F238E27FC236}">
                <ns2:creationId id="{EC558709-F725-4E4B-983A-0D7CE02F18D2}"/>
              </a:ext>
            </a:extLst>
          </p:cNvPr>
          <p:cNvSpPr>
            <a:spLocks noGrp="1"/>
          </p:cNvSpPr>
          <p:nvPr/>
        </p:nvSpPr>
        <p:spPr>
          <a:xfrm>
            <a:off x="7467600" y="2962275"/>
            <a:ext cx="20097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검증 및 채택기</a:t>
            </a:r>
            <a:endParaRPr lang="ko-KR">
              <a:latin typeface="Calibri"/>
              <a:ea typeface="Calibri"/>
              <a:cs typeface="Calibri"/>
            </a:endParaRPr>
          </a:p>
        </p:txBody>
      </p:sp>
      <p:sp>
        <p:nvSpPr>
          <p:cNvPr id="1167" name="v10 node:d1Bri">
            <a:extLst>
              <a:ext uri="{FF2B5EF4-FFF2-40B4-BE49-F238E27FC236}">
                <ns2:creationId id="{4FFCB1CF-9919-4288-9992-655868217C79}"/>
              </a:ext>
            </a:extLst>
          </p:cNvPr>
          <p:cNvSpPr>
            <a:spLocks noGrp="1"/>
          </p:cNvSpPr>
          <p:nvPr/>
        </p:nvSpPr>
        <p:spPr>
          <a:xfrm>
            <a:off x="10210800" y="2552700"/>
            <a:ext cx="2333625" cy="742950"/>
          </a:xfrm>
          <a:prstGeom prst="rect">
            <a:avLst/>
          </a:prstGeom>
          <a:solidFill>
            <a:srgbClr val="FFF6DD"/>
          </a:solidFill>
          <a:ln w="16193">
            <a:solidFill>
              <a:srgbClr val="111111"/>
            </a:solidFill>
          </a:ln>
        </p:spPr>
        <p:txBody>
          <a:bodyPr wrap="none" lIns="47625" tIns="19050" rIns="47625" bIns="400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68" name="v10 divider d1Bri">
            <a:extLst>
              <a:ext uri="{FF2B5EF4-FFF2-40B4-BE49-F238E27FC236}">
                <ns2:creationId id="{68CD7F06-327E-4A34-8139-56BF4ED325E5}"/>
              </a:ext>
            </a:extLst>
          </p:cNvPr>
          <p:cNvSpPr>
            <a:spLocks noGrp="1"/>
          </p:cNvSpPr>
          <p:nvPr/>
        </p:nvSpPr>
        <p:spPr>
          <a:xfrm>
            <a:off x="10210800" y="2914650"/>
            <a:ext cx="2333625" cy="953"/>
          </a:xfrm>
          <a:custGeom>
            <a:pathLst>
              <a:path w="2333625" h="953">
                <a:moveTo>
                  <a:pt x="0" y="0"/>
                </a:moveTo>
                <a:lnTo>
                  <a:pt x="2333625" y="0"/>
                </a:lnTo>
              </a:path>
            </a:pathLst>
          </a:custGeom>
          <a:noFill/>
          <a:ln w="9525">
            <a:solidFill>
              <a:srgbClr val="111111"/>
            </a:solidFill>
            <a:prstDash val="solid"/>
          </a:ln>
        </p:spPr>
      </p:sp>
      <p:sp>
        <p:nvSpPr>
          <p:cNvPr id="1169" name="v10 node:d1Binterpret">
            <a:extLst>
              <a:ext uri="{FF2B5EF4-FFF2-40B4-BE49-F238E27FC236}">
                <ns2:creationId id="{80F00737-E4DA-4FAF-BE45-161F346FA220}"/>
              </a:ext>
            </a:extLst>
          </p:cNvPr>
          <p:cNvSpPr>
            <a:spLocks noGrp="1"/>
          </p:cNvSpPr>
          <p:nvPr/>
        </p:nvSpPr>
        <p:spPr>
          <a:xfrm>
            <a:off x="10334625" y="296227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의미 해석기</a:t>
            </a:r>
            <a:endParaRPr lang="ko-KR">
              <a:latin typeface="Calibri"/>
              <a:ea typeface="Calibri"/>
              <a:cs typeface="Calibri"/>
            </a:endParaRPr>
          </a:p>
        </p:txBody>
      </p:sp>
      <p:sp>
        <p:nvSpPr>
          <p:cNvPr id="1170" name="v10 edge:d1Binterpret-call">
            <a:extLst>
              <a:ext uri="{FF2B5EF4-FFF2-40B4-BE49-F238E27FC236}">
                <ns2:creationId id="{EB021875-18B6-48B7-98B0-6AB2447753DD}"/>
              </a:ext>
            </a:extLst>
          </p:cNvPr>
          <p:cNvSpPr>
            <a:spLocks noGrp="1"/>
          </p:cNvSpPr>
          <p:nvPr/>
        </p:nvSpPr>
        <p:spPr>
          <a:xfrm>
            <a:off x="9477375" y="3086100"/>
            <a:ext cx="857250" cy="953"/>
          </a:xfrm>
          <a:custGeom>
            <a:pathLst>
              <a:path w="857250" h="953">
                <a:moveTo>
                  <a:pt x="0" y="0"/>
                </a:moveTo>
                <a:lnTo>
                  <a:pt x="857250" y="0"/>
                </a:lnTo>
              </a:path>
            </a:pathLst>
          </a:custGeom>
          <a:noFill/>
          <a:ln w="17145">
            <a:solidFill>
              <a:srgbClr val="111111"/>
            </a:solidFill>
            <a:prstDash val="solid"/>
          </a:ln>
        </p:spPr>
      </p:sp>
      <p:sp>
        <p:nvSpPr>
          <p:cNvPr id="1171" name="v10 arrow:d1Binterpret-call">
            <a:extLst>
              <a:ext uri="{FF2B5EF4-FFF2-40B4-BE49-F238E27FC236}">
                <ns2:creationId id="{8EA61E65-A0E8-478A-8FE2-C269417967DA}"/>
              </a:ext>
            </a:extLst>
          </p:cNvPr>
          <p:cNvSpPr>
            <a:spLocks noGrp="1"/>
          </p:cNvSpPr>
          <p:nvPr/>
        </p:nvSpPr>
        <p:spPr>
          <a:xfrm>
            <a:off x="10248900" y="3048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72" name="v10 label 입력 +&#10;근거">
            <a:extLst>
              <a:ext uri="{FF2B5EF4-FFF2-40B4-BE49-F238E27FC236}">
                <ns2:creationId id="{0E0C2047-5E2A-4291-83A2-9419B5F82CC2}"/>
              </a:ext>
            </a:extLst>
          </p:cNvPr>
          <p:cNvSpPr>
            <a:spLocks noGrp="1"/>
          </p:cNvSpPr>
          <p:nvPr/>
        </p:nvSpPr>
        <p:spPr>
          <a:xfrm>
            <a:off x="9620250" y="2657475"/>
            <a:ext cx="571500" cy="4000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입력 +</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근거</a:t>
            </a:r>
            <a:endParaRPr lang="ko-KR">
              <a:latin typeface="Calibri"/>
              <a:ea typeface="Calibri"/>
              <a:cs typeface="Calibri"/>
            </a:endParaRPr>
          </a:p>
        </p:txBody>
      </p:sp>
      <p:sp>
        <p:nvSpPr>
          <p:cNvPr id="1173" name="v10 edge:d1Bproposal">
            <a:extLst>
              <a:ext uri="{FF2B5EF4-FFF2-40B4-BE49-F238E27FC236}">
                <ns2:creationId id="{E623C560-6A78-4ED9-8DA8-63C3B9E9DA4A}"/>
              </a:ext>
            </a:extLst>
          </p:cNvPr>
          <p:cNvSpPr>
            <a:spLocks noGrp="1"/>
          </p:cNvSpPr>
          <p:nvPr/>
        </p:nvSpPr>
        <p:spPr>
          <a:xfrm>
            <a:off x="8467725" y="3238500"/>
            <a:ext cx="2914650" cy="257175"/>
          </a:xfrm>
          <a:custGeom>
            <a:pathLst>
              <a:path w="2914650" h="257175">
                <a:moveTo>
                  <a:pt x="2914650" y="0"/>
                </a:moveTo>
                <a:lnTo>
                  <a:pt x="2914650" y="257175"/>
                </a:lnTo>
                <a:lnTo>
                  <a:pt x="0" y="257175"/>
                </a:lnTo>
                <a:lnTo>
                  <a:pt x="0" y="0"/>
                </a:lnTo>
              </a:path>
            </a:pathLst>
          </a:custGeom>
          <a:noFill/>
          <a:ln w="17145">
            <a:solidFill>
              <a:srgbClr val="111111"/>
            </a:solidFill>
            <a:prstDash val="dash"/>
          </a:ln>
        </p:spPr>
      </p:sp>
      <p:sp>
        <p:nvSpPr>
          <p:cNvPr id="1174" name="v10 arrow:d1Bproposal">
            <a:extLst>
              <a:ext uri="{FF2B5EF4-FFF2-40B4-BE49-F238E27FC236}">
                <ns2:creationId id="{CA486398-F6E5-4F5B-889C-533955BD4B24}"/>
              </a:ext>
            </a:extLst>
          </p:cNvPr>
          <p:cNvSpPr>
            <a:spLocks noGrp="1"/>
          </p:cNvSpPr>
          <p:nvPr/>
        </p:nvSpPr>
        <p:spPr>
          <a:xfrm>
            <a:off x="8429625" y="32385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75" name="v10 label 의미 제안 / 근거 보완 요구">
            <a:extLst>
              <a:ext uri="{FF2B5EF4-FFF2-40B4-BE49-F238E27FC236}">
                <ns2:creationId id="{FF7EC0E4-6605-4ED2-83D0-A2CC358218DD}"/>
              </a:ext>
            </a:extLst>
          </p:cNvPr>
          <p:cNvSpPr>
            <a:spLocks noGrp="1"/>
          </p:cNvSpPr>
          <p:nvPr/>
        </p:nvSpPr>
        <p:spPr>
          <a:xfrm>
            <a:off x="8915400" y="3286125"/>
            <a:ext cx="24098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의미 제안 / 근거 보완 요구</a:t>
            </a:r>
            <a:endParaRPr lang="ko-KR">
              <a:latin typeface="Calibri"/>
              <a:ea typeface="Calibri"/>
              <a:cs typeface="Calibri"/>
            </a:endParaRPr>
          </a:p>
        </p:txBody>
      </p:sp>
      <p:sp>
        <p:nvSpPr>
          <p:cNvPr id="1176" name="v10 label 요청마다 근거 구성">
            <a:extLst>
              <a:ext uri="{FF2B5EF4-FFF2-40B4-BE49-F238E27FC236}">
                <ns2:creationId id="{B32C8E9A-109A-4154-B218-B29589A55C79}"/>
              </a:ext>
            </a:extLst>
          </p:cNvPr>
          <p:cNvSpPr>
            <a:spLocks noGrp="1"/>
          </p:cNvSpPr>
          <p:nvPr/>
        </p:nvSpPr>
        <p:spPr>
          <a:xfrm>
            <a:off x="7353300" y="2247900"/>
            <a:ext cx="5191125" cy="257175"/>
          </a:xfrm>
          <a:prstGeom prst="rect">
            <a:avLst/>
          </a:prstGeom>
          <a:noFill/>
          <a:ln w="0">
            <a:noFill/>
          </a:ln>
        </p:spPr>
        <p:txBody>
          <a:bodyPr wrap="none" lIns="47625" tIns="19050" rIns="47625" bIns="19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요청마다 근거 구성</a:t>
            </a:r>
            <a:endParaRPr lang="ko-KR">
              <a:latin typeface="Calibri"/>
              <a:ea typeface="Calibri"/>
              <a:cs typeface="Calibri"/>
            </a:endParaRPr>
          </a:p>
        </p:txBody>
      </p:sp>
      <p:sp>
        <p:nvSpPr>
          <p:cNvPr id="1177" name="v10 node:d1Bcm">
            <a:extLst>
              <a:ext uri="{FF2B5EF4-FFF2-40B4-BE49-F238E27FC236}">
                <ns2:creationId id="{C2E1970E-BF94-44C5-A26D-A5C9E6A033E6}"/>
              </a:ext>
            </a:extLst>
          </p:cNvPr>
          <p:cNvSpPr>
            <a:spLocks noGrp="1"/>
          </p:cNvSpPr>
          <p:nvPr/>
        </p:nvSpPr>
        <p:spPr>
          <a:xfrm>
            <a:off x="7353300" y="3971925"/>
            <a:ext cx="5191125" cy="1181100"/>
          </a:xfrm>
          <a:prstGeom prst="rect">
            <a:avLst/>
          </a:prstGeom>
          <a:solidFill>
            <a:srgbClr val="FFF6DD"/>
          </a:solidFill>
          <a:ln w="16193">
            <a:solidFill>
              <a:srgbClr val="111111"/>
            </a:solidFill>
          </a:ln>
        </p:spPr>
        <p:txBody>
          <a:bodyPr wrap="none" lIns="47625" tIns="19050" rIns="47625" bIns="8382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178" name="v10 divider d1Bcm">
            <a:extLst>
              <a:ext uri="{FF2B5EF4-FFF2-40B4-BE49-F238E27FC236}">
                <ns2:creationId id="{719E9ED1-0625-4264-8042-A063639A552C}"/>
              </a:ext>
            </a:extLst>
          </p:cNvPr>
          <p:cNvSpPr>
            <a:spLocks noGrp="1"/>
          </p:cNvSpPr>
          <p:nvPr/>
        </p:nvSpPr>
        <p:spPr>
          <a:xfrm>
            <a:off x="7353300" y="4333875"/>
            <a:ext cx="5191125" cy="953"/>
          </a:xfrm>
          <a:custGeom>
            <a:pathLst>
              <a:path w="5191125" h="953">
                <a:moveTo>
                  <a:pt x="0" y="0"/>
                </a:moveTo>
                <a:lnTo>
                  <a:pt x="5191125" y="0"/>
                </a:lnTo>
              </a:path>
            </a:pathLst>
          </a:custGeom>
          <a:noFill/>
          <a:ln w="9525">
            <a:solidFill>
              <a:srgbClr val="111111"/>
            </a:solidFill>
            <a:prstDash val="solid"/>
          </a:ln>
        </p:spPr>
      </p:sp>
      <p:sp>
        <p:nvSpPr>
          <p:cNvPr id="1179" name="v10 node:d1Bquery">
            <a:extLst>
              <a:ext uri="{FF2B5EF4-FFF2-40B4-BE49-F238E27FC236}">
                <ns2:creationId id="{C00B2A64-52EF-442C-BFF9-E86B58FCA96D}"/>
              </a:ext>
            </a:extLst>
          </p:cNvPr>
          <p:cNvSpPr>
            <a:spLocks noGrp="1"/>
          </p:cNvSpPr>
          <p:nvPr/>
        </p:nvSpPr>
        <p:spPr>
          <a:xfrm>
            <a:off x="7496175" y="4400550"/>
            <a:ext cx="2095500" cy="323850"/>
          </a:xfrm>
          <a:prstGeom prst="roundRect">
            <a:avLst>
              <a:gd name="adj" fmla="val 23529"/>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조회 및 묶음 구성기</a:t>
            </a:r>
            <a:endParaRPr lang="ko-KR">
              <a:latin typeface="Calibri"/>
              <a:ea typeface="Calibri"/>
              <a:cs typeface="Calibri"/>
            </a:endParaRPr>
          </a:p>
        </p:txBody>
      </p:sp>
      <p:sp>
        <p:nvSpPr>
          <p:cNvPr id="1180" name="v10 node:d1Bview">
            <a:extLst>
              <a:ext uri="{FF2B5EF4-FFF2-40B4-BE49-F238E27FC236}">
                <ns2:creationId id="{25387BB8-0879-4B2C-A044-4B13C3048ADF}"/>
              </a:ext>
            </a:extLst>
          </p:cNvPr>
          <p:cNvSpPr>
            <a:spLocks noGrp="1"/>
          </p:cNvSpPr>
          <p:nvPr/>
        </p:nvSpPr>
        <p:spPr>
          <a:xfrm>
            <a:off x="10210800" y="4381500"/>
            <a:ext cx="2190750" cy="619125"/>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임시 근거 묶음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 / 요청 수명</a:t>
            </a:r>
            <a:endParaRPr lang="ko-KR">
              <a:latin typeface="Calibri"/>
              <a:ea typeface="Calibri"/>
              <a:cs typeface="Calibri"/>
            </a:endParaRPr>
          </a:p>
        </p:txBody>
      </p:sp>
      <p:sp>
        <p:nvSpPr>
          <p:cNvPr id="1181" name="v10 node:d1Bsource">
            <a:extLst>
              <a:ext uri="{FF2B5EF4-FFF2-40B4-BE49-F238E27FC236}">
                <ns2:creationId id="{01F846E1-7753-4C71-BE79-BA46186787AB}"/>
              </a:ext>
            </a:extLst>
          </p:cNvPr>
          <p:cNvSpPr>
            <a:spLocks noGrp="1"/>
          </p:cNvSpPr>
          <p:nvPr/>
        </p:nvSpPr>
        <p:spPr>
          <a:xfrm>
            <a:off x="7353300" y="5286375"/>
            <a:ext cx="2238375" cy="3143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300" b="1" lang="ko-KR">
                <a:solidFill>
                  <a:srgbClr val="111111"/>
                </a:solidFill>
                <a:latin typeface="Calibri"/>
                <a:ea typeface="Calibri"/>
                <a:cs typeface="Calibri"/>
              </a:defRPr>
            </a:defPPr>
            <a:lvl1pPr algn="ctr">
              <a:defRPr sz="1300" b="1" lang="ko-KR">
                <a:solidFill>
                  <a:srgbClr val="111111"/>
                </a:solidFill>
                <a:latin typeface="Calibri"/>
                <a:ea typeface="Calibri"/>
                <a:cs typeface="Calibri"/>
              </a:defRPr>
            </a:lvl1pPr>
            <a:lvl2pPr algn="ctr">
              <a:defRPr sz="1300" b="1" lang="ko-KR">
                <a:solidFill>
                  <a:srgbClr val="111111"/>
                </a:solidFill>
                <a:latin typeface="Calibri"/>
                <a:ea typeface="Calibri"/>
                <a:cs typeface="Calibri"/>
              </a:defRPr>
            </a:lvl2pPr>
            <a:lvl3pPr algn="ctr">
              <a:defRPr sz="1300" b="1" lang="ko-KR">
                <a:solidFill>
                  <a:srgbClr val="111111"/>
                </a:solidFill>
                <a:latin typeface="Calibri"/>
                <a:ea typeface="Calibri"/>
                <a:cs typeface="Calibri"/>
              </a:defRPr>
            </a:lvl3pPr>
            <a:lvl4pPr algn="ctr">
              <a:defRPr sz="1300" b="1" lang="ko-KR">
                <a:solidFill>
                  <a:srgbClr val="111111"/>
                </a:solidFill>
                <a:latin typeface="Calibri"/>
                <a:ea typeface="Calibri"/>
                <a:cs typeface="Calibri"/>
              </a:defRPr>
            </a:lvl4pPr>
            <a:lvl5pPr algn="ctr">
              <a:defRPr sz="1300" b="1" lang="ko-KR">
                <a:solidFill>
                  <a:srgbClr val="111111"/>
                </a:solidFill>
                <a:latin typeface="Calibri"/>
                <a:ea typeface="Calibri"/>
                <a:cs typeface="Calibri"/>
              </a:defRPr>
            </a:lvl5pPr>
            <a:lvl6pPr algn="ctr">
              <a:defRPr sz="1300" b="1" lang="ko-KR">
                <a:solidFill>
                  <a:srgbClr val="111111"/>
                </a:solidFill>
                <a:latin typeface="Calibri"/>
                <a:ea typeface="Calibri"/>
                <a:cs typeface="Calibri"/>
              </a:defRPr>
            </a:lvl6pPr>
            <a:lvl7pPr algn="ctr">
              <a:defRPr sz="1300" b="1" lang="ko-KR">
                <a:solidFill>
                  <a:srgbClr val="111111"/>
                </a:solidFill>
                <a:latin typeface="Calibri"/>
                <a:ea typeface="Calibri"/>
                <a:cs typeface="Calibri"/>
              </a:defRPr>
            </a:lvl7pPr>
            <a:lvl8pPr algn="ctr">
              <a:defRPr sz="1300" b="1" lang="ko-KR">
                <a:solidFill>
                  <a:srgbClr val="111111"/>
                </a:solidFill>
                <a:latin typeface="Calibri"/>
                <a:ea typeface="Calibri"/>
                <a:cs typeface="Calibri"/>
              </a:defRPr>
            </a:lvl8pPr>
            <a:lvl9pPr algn="ctr">
              <a:defRPr sz="1300" b="1" lang="ko-KR">
                <a:solidFill>
                  <a:srgbClr val="111111"/>
                </a:solidFill>
                <a:latin typeface="Calibri"/>
                <a:ea typeface="Calibri"/>
                <a:cs typeface="Calibri"/>
              </a:defRPr>
            </a:lvl9pPr>
          </a:lstStyle>
          <a:p>
            <a:pPr algn="ctr">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원본 owner (VIA 내부)</a:t>
            </a:r>
            <a:endParaRPr lang="ko-KR">
              <a:latin typeface="Calibri"/>
              <a:ea typeface="Calibri"/>
              <a:cs typeface="Calibri"/>
            </a:endParaRPr>
          </a:p>
        </p:txBody>
      </p:sp>
      <p:sp>
        <p:nvSpPr>
          <p:cNvPr id="1182" name="v10 edge:d1Ballow">
            <a:extLst>
              <a:ext uri="{FF2B5EF4-FFF2-40B4-BE49-F238E27FC236}">
                <ns2:creationId id="{C7323361-C5B0-4C75-B003-EC95E4397AEE}"/>
              </a:ext>
            </a:extLst>
          </p:cNvPr>
          <p:cNvSpPr>
            <a:spLocks noGrp="1"/>
          </p:cNvSpPr>
          <p:nvPr/>
        </p:nvSpPr>
        <p:spPr>
          <a:xfrm>
            <a:off x="7848600" y="3238500"/>
            <a:ext cx="504825" cy="1162050"/>
          </a:xfrm>
          <a:custGeom>
            <a:pathLst>
              <a:path w="504825" h="1162050">
                <a:moveTo>
                  <a:pt x="0" y="0"/>
                </a:moveTo>
                <a:lnTo>
                  <a:pt x="0" y="533400"/>
                </a:lnTo>
                <a:lnTo>
                  <a:pt x="504825" y="533400"/>
                </a:lnTo>
                <a:lnTo>
                  <a:pt x="504825" y="1162050"/>
                </a:lnTo>
              </a:path>
            </a:pathLst>
          </a:custGeom>
          <a:noFill/>
          <a:ln w="17145">
            <a:solidFill>
              <a:srgbClr val="111111"/>
            </a:solidFill>
            <a:prstDash val="solid"/>
          </a:ln>
        </p:spPr>
      </p:sp>
      <p:sp>
        <p:nvSpPr>
          <p:cNvPr id="1183" name="v10 arrow:d1Ballow">
            <a:extLst>
              <a:ext uri="{FF2B5EF4-FFF2-40B4-BE49-F238E27FC236}">
                <ns2:creationId id="{CC0D65DD-4099-47F5-809C-180BC3DD4A32}"/>
              </a:ext>
            </a:extLst>
          </p:cNvPr>
          <p:cNvSpPr>
            <a:spLocks noGrp="1"/>
          </p:cNvSpPr>
          <p:nvPr/>
        </p:nvSpPr>
        <p:spPr>
          <a:xfrm>
            <a:off x="8315325" y="43148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84" name="v10 label 시작 근거 / 추가 범위 조회 허가">
            <a:extLst>
              <a:ext uri="{FF2B5EF4-FFF2-40B4-BE49-F238E27FC236}">
                <ns2:creationId id="{8CC9C7AB-80CC-4A2F-A2E9-60F489969247}"/>
              </a:ext>
            </a:extLst>
          </p:cNvPr>
          <p:cNvSpPr>
            <a:spLocks noGrp="1"/>
          </p:cNvSpPr>
          <p:nvPr/>
        </p:nvSpPr>
        <p:spPr>
          <a:xfrm>
            <a:off x="7972425" y="3581400"/>
            <a:ext cx="2238375" cy="1905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시작 근거 / 추가 범위 조회 허가</a:t>
            </a:r>
            <a:endParaRPr lang="ko-KR">
              <a:latin typeface="Calibri"/>
              <a:ea typeface="Calibri"/>
              <a:cs typeface="Calibri"/>
            </a:endParaRPr>
          </a:p>
        </p:txBody>
      </p:sp>
      <p:sp>
        <p:nvSpPr>
          <p:cNvPr id="1185" name="v10 edge:d1Bbundle">
            <a:extLst>
              <a:ext uri="{FF2B5EF4-FFF2-40B4-BE49-F238E27FC236}">
                <ns2:creationId id="{875284AD-AB7B-433E-AF30-EAA94B68D445}"/>
              </a:ext>
            </a:extLst>
          </p:cNvPr>
          <p:cNvSpPr>
            <a:spLocks noGrp="1"/>
          </p:cNvSpPr>
          <p:nvPr/>
        </p:nvSpPr>
        <p:spPr>
          <a:xfrm>
            <a:off x="7267575" y="3238500"/>
            <a:ext cx="371475" cy="1304925"/>
          </a:xfrm>
          <a:custGeom>
            <a:pathLst>
              <a:path w="371475" h="1304925">
                <a:moveTo>
                  <a:pt x="228600" y="1304925"/>
                </a:moveTo>
                <a:lnTo>
                  <a:pt x="0" y="1304925"/>
                </a:lnTo>
                <a:lnTo>
                  <a:pt x="0" y="123825"/>
                </a:lnTo>
                <a:lnTo>
                  <a:pt x="371475" y="123825"/>
                </a:lnTo>
                <a:lnTo>
                  <a:pt x="371475" y="0"/>
                </a:lnTo>
              </a:path>
            </a:pathLst>
          </a:custGeom>
          <a:noFill/>
          <a:ln w="17145">
            <a:solidFill>
              <a:srgbClr val="111111"/>
            </a:solidFill>
            <a:prstDash val="dash"/>
          </a:ln>
        </p:spPr>
      </p:sp>
      <p:sp>
        <p:nvSpPr>
          <p:cNvPr id="1186" name="v10 arrow:d1Bbundle">
            <a:extLst>
              <a:ext uri="{FF2B5EF4-FFF2-40B4-BE49-F238E27FC236}">
                <ns2:creationId id="{DA5E6B73-2831-418B-95CB-CB925E1E8068}"/>
              </a:ext>
            </a:extLst>
          </p:cNvPr>
          <p:cNvSpPr>
            <a:spLocks noGrp="1"/>
          </p:cNvSpPr>
          <p:nvPr/>
        </p:nvSpPr>
        <p:spPr>
          <a:xfrm>
            <a:off x="7600950" y="32385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87" name="v10 label 근거 / 불가">
            <a:extLst>
              <a:ext uri="{FF2B5EF4-FFF2-40B4-BE49-F238E27FC236}">
                <ns2:creationId id="{B0D5F6CB-0D94-4549-9734-F620579F8E80}"/>
              </a:ext>
            </a:extLst>
          </p:cNvPr>
          <p:cNvSpPr>
            <a:spLocks noGrp="1"/>
          </p:cNvSpPr>
          <p:nvPr/>
        </p:nvSpPr>
        <p:spPr>
          <a:xfrm>
            <a:off x="7305675" y="3790950"/>
            <a:ext cx="1809750" cy="18097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근거 / 불가</a:t>
            </a:r>
            <a:endParaRPr lang="ko-KR">
              <a:latin typeface="Calibri"/>
              <a:ea typeface="Calibri"/>
              <a:cs typeface="Calibri"/>
            </a:endParaRPr>
          </a:p>
        </p:txBody>
      </p:sp>
      <p:sp>
        <p:nvSpPr>
          <p:cNvPr id="1188" name="v10 edge:d1Bread">
            <a:extLst>
              <a:ext uri="{FF2B5EF4-FFF2-40B4-BE49-F238E27FC236}">
                <ns2:creationId id="{11D38C66-58E9-480C-8D88-0376783F8239}"/>
              </a:ext>
            </a:extLst>
          </p:cNvPr>
          <p:cNvSpPr>
            <a:spLocks noGrp="1"/>
          </p:cNvSpPr>
          <p:nvPr/>
        </p:nvSpPr>
        <p:spPr>
          <a:xfrm>
            <a:off x="8020050" y="4724400"/>
            <a:ext cx="953" cy="561975"/>
          </a:xfrm>
          <a:custGeom>
            <a:pathLst>
              <a:path w="953" h="561975">
                <a:moveTo>
                  <a:pt x="0" y="0"/>
                </a:moveTo>
                <a:lnTo>
                  <a:pt x="0" y="561975"/>
                </a:lnTo>
              </a:path>
            </a:pathLst>
          </a:custGeom>
          <a:noFill/>
          <a:ln w="17145">
            <a:solidFill>
              <a:srgbClr val="111111"/>
            </a:solidFill>
            <a:prstDash val="solid"/>
          </a:ln>
        </p:spPr>
      </p:sp>
      <p:sp>
        <p:nvSpPr>
          <p:cNvPr id="1189" name="v10 arrow:d1Bread">
            <a:extLst>
              <a:ext uri="{FF2B5EF4-FFF2-40B4-BE49-F238E27FC236}">
                <ns2:creationId id="{94E66679-CA64-49CF-8059-95135FF2BB7B}"/>
              </a:ext>
            </a:extLst>
          </p:cNvPr>
          <p:cNvSpPr>
            <a:spLocks noGrp="1"/>
          </p:cNvSpPr>
          <p:nvPr/>
        </p:nvSpPr>
        <p:spPr>
          <a:xfrm>
            <a:off x="7981950" y="52006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90" name="v10 label 부족 시&#10;읽기">
            <a:extLst>
              <a:ext uri="{FF2B5EF4-FFF2-40B4-BE49-F238E27FC236}">
                <ns2:creationId id="{CD55B150-5B10-4B4D-A688-1A43BB7DAFD0}"/>
              </a:ext>
            </a:extLst>
          </p:cNvPr>
          <p:cNvSpPr>
            <a:spLocks noGrp="1"/>
          </p:cNvSpPr>
          <p:nvPr/>
        </p:nvSpPr>
        <p:spPr>
          <a:xfrm>
            <a:off x="7372350" y="4781550"/>
            <a:ext cx="609600" cy="3238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부족 시</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191" name="v10 edge:d1Braw">
            <a:extLst>
              <a:ext uri="{FF2B5EF4-FFF2-40B4-BE49-F238E27FC236}">
                <ns2:creationId id="{E1CF8FBE-CDF4-4F9B-91E0-1DEE4B4AF892}"/>
              </a:ext>
            </a:extLst>
          </p:cNvPr>
          <p:cNvSpPr>
            <a:spLocks noGrp="1"/>
          </p:cNvSpPr>
          <p:nvPr/>
        </p:nvSpPr>
        <p:spPr>
          <a:xfrm>
            <a:off x="9067800" y="4724400"/>
            <a:ext cx="953" cy="561975"/>
          </a:xfrm>
          <a:custGeom>
            <a:pathLst>
              <a:path w="953" h="561975">
                <a:moveTo>
                  <a:pt x="0" y="561975"/>
                </a:moveTo>
                <a:lnTo>
                  <a:pt x="0" y="0"/>
                </a:lnTo>
              </a:path>
            </a:pathLst>
          </a:custGeom>
          <a:noFill/>
          <a:ln w="17145">
            <a:solidFill>
              <a:srgbClr val="111111"/>
            </a:solidFill>
            <a:prstDash val="dash"/>
          </a:ln>
        </p:spPr>
      </p:sp>
      <p:sp>
        <p:nvSpPr>
          <p:cNvPr id="1192" name="v10 arrow:d1Braw">
            <a:extLst>
              <a:ext uri="{FF2B5EF4-FFF2-40B4-BE49-F238E27FC236}">
                <ns2:creationId id="{2A62B216-93CE-4796-A035-48105570025B}"/>
              </a:ext>
            </a:extLst>
          </p:cNvPr>
          <p:cNvSpPr>
            <a:spLocks noGrp="1"/>
          </p:cNvSpPr>
          <p:nvPr/>
        </p:nvSpPr>
        <p:spPr>
          <a:xfrm>
            <a:off x="9029700" y="47244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93" name="v10 label 원본">
            <a:extLst>
              <a:ext uri="{FF2B5EF4-FFF2-40B4-BE49-F238E27FC236}">
                <ns2:creationId id="{CA9BAACC-C5BB-4BB4-8C8D-237913D9238D}"/>
              </a:ext>
            </a:extLst>
          </p:cNvPr>
          <p:cNvSpPr>
            <a:spLocks noGrp="1"/>
          </p:cNvSpPr>
          <p:nvPr/>
        </p:nvSpPr>
        <p:spPr>
          <a:xfrm>
            <a:off x="9096375" y="4914900"/>
            <a:ext cx="609600" cy="1905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원본</a:t>
            </a:r>
            <a:endParaRPr lang="ko-KR">
              <a:latin typeface="Calibri"/>
              <a:ea typeface="Calibri"/>
              <a:cs typeface="Calibri"/>
            </a:endParaRPr>
          </a:p>
        </p:txBody>
      </p:sp>
      <p:sp>
        <p:nvSpPr>
          <p:cNvPr id="1194" name="v10 edge:d1Bwrite">
            <a:extLst>
              <a:ext uri="{FF2B5EF4-FFF2-40B4-BE49-F238E27FC236}">
                <ns2:creationId id="{2335F4AB-FCF1-48D5-8635-FE8553875A9B}"/>
              </a:ext>
            </a:extLst>
          </p:cNvPr>
          <p:cNvSpPr>
            <a:spLocks noGrp="1"/>
          </p:cNvSpPr>
          <p:nvPr/>
        </p:nvSpPr>
        <p:spPr>
          <a:xfrm>
            <a:off x="9591675" y="4514850"/>
            <a:ext cx="619125" cy="953"/>
          </a:xfrm>
          <a:custGeom>
            <a:pathLst>
              <a:path w="619125" h="953">
                <a:moveTo>
                  <a:pt x="0" y="0"/>
                </a:moveTo>
                <a:lnTo>
                  <a:pt x="619125" y="0"/>
                </a:lnTo>
              </a:path>
            </a:pathLst>
          </a:custGeom>
          <a:noFill/>
          <a:ln w="17145">
            <a:solidFill>
              <a:srgbClr val="32824A"/>
            </a:solidFill>
            <a:prstDash val="solid"/>
          </a:ln>
        </p:spPr>
      </p:sp>
      <p:sp>
        <p:nvSpPr>
          <p:cNvPr id="1195" name="v10 arrow:d1Bwrite">
            <a:extLst>
              <a:ext uri="{FF2B5EF4-FFF2-40B4-BE49-F238E27FC236}">
                <ns2:creationId id="{BD07F706-EFA8-487C-A4FD-A2E5201485FE}"/>
              </a:ext>
            </a:extLst>
          </p:cNvPr>
          <p:cNvSpPr>
            <a:spLocks noGrp="1"/>
          </p:cNvSpPr>
          <p:nvPr/>
        </p:nvSpPr>
        <p:spPr>
          <a:xfrm>
            <a:off x="10125075" y="447675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196" name="v10 label 갱신">
            <a:extLst>
              <a:ext uri="{FF2B5EF4-FFF2-40B4-BE49-F238E27FC236}">
                <ns2:creationId id="{81651C9C-6613-4800-95CD-8618328D1DEF}"/>
              </a:ext>
            </a:extLst>
          </p:cNvPr>
          <p:cNvSpPr>
            <a:spLocks noGrp="1"/>
          </p:cNvSpPr>
          <p:nvPr/>
        </p:nvSpPr>
        <p:spPr>
          <a:xfrm>
            <a:off x="9620250" y="4305300"/>
            <a:ext cx="561975"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갱신</a:t>
            </a:r>
            <a:endParaRPr lang="ko-KR">
              <a:latin typeface="Calibri"/>
              <a:ea typeface="Calibri"/>
              <a:cs typeface="Calibri"/>
            </a:endParaRPr>
          </a:p>
        </p:txBody>
      </p:sp>
      <p:sp>
        <p:nvSpPr>
          <p:cNvPr id="1197" name="v10 edge:d1Breuse">
            <a:extLst>
              <a:ext uri="{FF2B5EF4-FFF2-40B4-BE49-F238E27FC236}">
                <ns2:creationId id="{C7D6AAD3-0B6B-401F-ACE2-911B5B102B7A}"/>
              </a:ext>
            </a:extLst>
          </p:cNvPr>
          <p:cNvSpPr>
            <a:spLocks noGrp="1"/>
          </p:cNvSpPr>
          <p:nvPr/>
        </p:nvSpPr>
        <p:spPr>
          <a:xfrm>
            <a:off x="9591675" y="4705350"/>
            <a:ext cx="619125" cy="953"/>
          </a:xfrm>
          <a:custGeom>
            <a:pathLst>
              <a:path w="619125" h="953">
                <a:moveTo>
                  <a:pt x="619125" y="0"/>
                </a:moveTo>
                <a:lnTo>
                  <a:pt x="0" y="0"/>
                </a:lnTo>
              </a:path>
            </a:pathLst>
          </a:custGeom>
          <a:noFill/>
          <a:ln w="17145">
            <a:solidFill>
              <a:srgbClr val="32824A"/>
            </a:solidFill>
            <a:prstDash val="dash"/>
          </a:ln>
        </p:spPr>
      </p:sp>
      <p:sp>
        <p:nvSpPr>
          <p:cNvPr id="1198" name="v10 arrow:d1Breuse">
            <a:extLst>
              <a:ext uri="{FF2B5EF4-FFF2-40B4-BE49-F238E27FC236}">
                <ns2:creationId id="{D5F776F3-F08B-4B0F-8957-0AA7A483A126}"/>
              </a:ext>
            </a:extLst>
          </p:cNvPr>
          <p:cNvSpPr>
            <a:spLocks noGrp="1"/>
          </p:cNvSpPr>
          <p:nvPr/>
        </p:nvSpPr>
        <p:spPr>
          <a:xfrm>
            <a:off x="9591675" y="466725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199" name="v10 label 조회">
            <a:extLst>
              <a:ext uri="{FF2B5EF4-FFF2-40B4-BE49-F238E27FC236}">
                <ns2:creationId id="{B076E9FC-B46A-4077-874B-93058F486D31}"/>
              </a:ext>
            </a:extLst>
          </p:cNvPr>
          <p:cNvSpPr>
            <a:spLocks noGrp="1"/>
          </p:cNvSpPr>
          <p:nvPr/>
        </p:nvSpPr>
        <p:spPr>
          <a:xfrm>
            <a:off x="9620250" y="4752975"/>
            <a:ext cx="561975"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조회</a:t>
            </a:r>
            <a:endParaRPr lang="ko-KR">
              <a:latin typeface="Calibri"/>
              <a:ea typeface="Calibri"/>
              <a:cs typeface="Calibri"/>
            </a:endParaRPr>
          </a:p>
        </p:txBody>
      </p:sp>
      <p:sp>
        <p:nvSpPr>
          <p:cNvPr id="1200" name="v10 label 최소 시작 근거 + 부족분 보완&#10;요청 종료 후 임시 묶음 해제">
            <a:extLst>
              <a:ext uri="{FF2B5EF4-FFF2-40B4-BE49-F238E27FC236}">
                <ns2:creationId id="{3126E7FA-32D8-4FA3-8C3D-2057F62E47A6}"/>
              </a:ext>
            </a:extLst>
          </p:cNvPr>
          <p:cNvSpPr>
            <a:spLocks noGrp="1"/>
          </p:cNvSpPr>
          <p:nvPr/>
        </p:nvSpPr>
        <p:spPr>
          <a:xfrm>
            <a:off x="9782175" y="5238750"/>
            <a:ext cx="2724150" cy="390525"/>
          </a:xfrm>
          <a:prstGeom prst="rect">
            <a:avLst/>
          </a:prstGeom>
          <a:no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최소 시작 근거 + 부족분 보완</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요청 종료 후 임시 묶음 해제</a:t>
            </a:r>
            <a:endParaRPr lang="ko-KR">
              <a:latin typeface="Calibri"/>
              <a:ea typeface="Calibri"/>
              <a:cs typeface="Calibri"/>
            </a:endParaRPr>
          </a:p>
        </p:txBody>
      </p:sp>
      <p:sp>
        <p:nvSpPr>
          <p:cNvPr id="1201" name="v10 node:d1Crc">
            <a:extLst>
              <a:ext uri="{FF2B5EF4-FFF2-40B4-BE49-F238E27FC236}">
                <ns2:creationId id="{8CFCD493-5635-4444-B955-E6F0648CF070}"/>
              </a:ext>
            </a:extLst>
          </p:cNvPr>
          <p:cNvSpPr>
            <a:spLocks noGrp="1"/>
          </p:cNvSpPr>
          <p:nvPr/>
        </p:nvSpPr>
        <p:spPr>
          <a:xfrm>
            <a:off x="12744450" y="2552700"/>
            <a:ext cx="2238375" cy="742950"/>
          </a:xfrm>
          <a:prstGeom prst="rect">
            <a:avLst/>
          </a:prstGeom>
          <a:solidFill>
            <a:srgbClr val="FFF6DD"/>
          </a:solidFill>
          <a:ln w="16193">
            <a:solidFill>
              <a:srgbClr val="111111"/>
            </a:solidFill>
          </a:ln>
        </p:spPr>
        <p:txBody>
          <a:bodyPr wrap="none" lIns="47625" tIns="19050" rIns="47625" bIns="400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202" name="v10 divider d1Crc">
            <a:extLst>
              <a:ext uri="{FF2B5EF4-FFF2-40B4-BE49-F238E27FC236}">
                <ns2:creationId id="{49011BCA-4C65-4561-A64A-0C38B853F5BC}"/>
              </a:ext>
            </a:extLst>
          </p:cNvPr>
          <p:cNvSpPr>
            <a:spLocks noGrp="1"/>
          </p:cNvSpPr>
          <p:nvPr/>
        </p:nvSpPr>
        <p:spPr>
          <a:xfrm>
            <a:off x="12744450" y="2914650"/>
            <a:ext cx="2238375" cy="953"/>
          </a:xfrm>
          <a:custGeom>
            <a:pathLst>
              <a:path w="2238375" h="953">
                <a:moveTo>
                  <a:pt x="0" y="0"/>
                </a:moveTo>
                <a:lnTo>
                  <a:pt x="2238375" y="0"/>
                </a:lnTo>
              </a:path>
            </a:pathLst>
          </a:custGeom>
          <a:noFill/>
          <a:ln w="9525">
            <a:solidFill>
              <a:srgbClr val="111111"/>
            </a:solidFill>
            <a:prstDash val="solid"/>
          </a:ln>
        </p:spPr>
      </p:sp>
      <p:sp>
        <p:nvSpPr>
          <p:cNvPr id="1203" name="v10 node:d1Ccontrol">
            <a:extLst>
              <a:ext uri="{FF2B5EF4-FFF2-40B4-BE49-F238E27FC236}">
                <ns2:creationId id="{D63823AF-F6E6-4EC8-B535-18518E25D727}"/>
              </a:ext>
            </a:extLst>
          </p:cNvPr>
          <p:cNvSpPr>
            <a:spLocks noGrp="1"/>
          </p:cNvSpPr>
          <p:nvPr/>
        </p:nvSpPr>
        <p:spPr>
          <a:xfrm>
            <a:off x="12858750" y="2962275"/>
            <a:ext cx="20097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검증 및 채택기</a:t>
            </a:r>
            <a:endParaRPr lang="ko-KR">
              <a:latin typeface="Calibri"/>
              <a:ea typeface="Calibri"/>
              <a:cs typeface="Calibri"/>
            </a:endParaRPr>
          </a:p>
        </p:txBody>
      </p:sp>
      <p:sp>
        <p:nvSpPr>
          <p:cNvPr id="1204" name="v10 node:d1Cri">
            <a:extLst>
              <a:ext uri="{FF2B5EF4-FFF2-40B4-BE49-F238E27FC236}">
                <ns2:creationId id="{C3767266-3548-436D-A3A2-603130F48371}"/>
              </a:ext>
            </a:extLst>
          </p:cNvPr>
          <p:cNvSpPr>
            <a:spLocks noGrp="1"/>
          </p:cNvSpPr>
          <p:nvPr/>
        </p:nvSpPr>
        <p:spPr>
          <a:xfrm>
            <a:off x="15601950" y="2552700"/>
            <a:ext cx="2333625" cy="742950"/>
          </a:xfrm>
          <a:prstGeom prst="rect">
            <a:avLst/>
          </a:prstGeom>
          <a:solidFill>
            <a:srgbClr val="FFF6DD"/>
          </a:solidFill>
          <a:ln w="16193">
            <a:solidFill>
              <a:srgbClr val="111111"/>
            </a:solidFill>
          </a:ln>
        </p:spPr>
        <p:txBody>
          <a:bodyPr wrap="none" lIns="47625" tIns="19050" rIns="47625" bIns="400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205" name="v10 divider d1Cri">
            <a:extLst>
              <a:ext uri="{FF2B5EF4-FFF2-40B4-BE49-F238E27FC236}">
                <ns2:creationId id="{A9372315-2EF7-4CAF-9B2F-C1A87792654A}"/>
              </a:ext>
            </a:extLst>
          </p:cNvPr>
          <p:cNvSpPr>
            <a:spLocks noGrp="1"/>
          </p:cNvSpPr>
          <p:nvPr/>
        </p:nvSpPr>
        <p:spPr>
          <a:xfrm>
            <a:off x="15601950" y="2914650"/>
            <a:ext cx="2333625" cy="953"/>
          </a:xfrm>
          <a:custGeom>
            <a:pathLst>
              <a:path w="2333625" h="953">
                <a:moveTo>
                  <a:pt x="0" y="0"/>
                </a:moveTo>
                <a:lnTo>
                  <a:pt x="2333625" y="0"/>
                </a:lnTo>
              </a:path>
            </a:pathLst>
          </a:custGeom>
          <a:noFill/>
          <a:ln w="9525">
            <a:solidFill>
              <a:srgbClr val="111111"/>
            </a:solidFill>
            <a:prstDash val="solid"/>
          </a:ln>
        </p:spPr>
      </p:sp>
      <p:sp>
        <p:nvSpPr>
          <p:cNvPr id="1206" name="v10 node:d1Cinterpret">
            <a:extLst>
              <a:ext uri="{FF2B5EF4-FFF2-40B4-BE49-F238E27FC236}">
                <ns2:creationId id="{ED774E0E-D43A-4BD1-AB0E-9813F8566CB2}"/>
              </a:ext>
            </a:extLst>
          </p:cNvPr>
          <p:cNvSpPr>
            <a:spLocks noGrp="1"/>
          </p:cNvSpPr>
          <p:nvPr/>
        </p:nvSpPr>
        <p:spPr>
          <a:xfrm>
            <a:off x="15725775" y="296227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의미 해석기</a:t>
            </a:r>
            <a:endParaRPr lang="ko-KR">
              <a:latin typeface="Calibri"/>
              <a:ea typeface="Calibri"/>
              <a:cs typeface="Calibri"/>
            </a:endParaRPr>
          </a:p>
        </p:txBody>
      </p:sp>
      <p:sp>
        <p:nvSpPr>
          <p:cNvPr id="1207" name="v10 edge:d1Cinterpret-call">
            <a:extLst>
              <a:ext uri="{FF2B5EF4-FFF2-40B4-BE49-F238E27FC236}">
                <ns2:creationId id="{ECD7C4CB-3A5E-4164-AB3B-0738ED9FEDC3}"/>
              </a:ext>
            </a:extLst>
          </p:cNvPr>
          <p:cNvSpPr>
            <a:spLocks noGrp="1"/>
          </p:cNvSpPr>
          <p:nvPr/>
        </p:nvSpPr>
        <p:spPr>
          <a:xfrm>
            <a:off x="14868525" y="3086100"/>
            <a:ext cx="857250" cy="953"/>
          </a:xfrm>
          <a:custGeom>
            <a:pathLst>
              <a:path w="857250" h="953">
                <a:moveTo>
                  <a:pt x="0" y="0"/>
                </a:moveTo>
                <a:lnTo>
                  <a:pt x="857250" y="0"/>
                </a:lnTo>
              </a:path>
            </a:pathLst>
          </a:custGeom>
          <a:noFill/>
          <a:ln w="17145">
            <a:solidFill>
              <a:srgbClr val="111111"/>
            </a:solidFill>
            <a:prstDash val="solid"/>
          </a:ln>
        </p:spPr>
      </p:sp>
      <p:sp>
        <p:nvSpPr>
          <p:cNvPr id="1208" name="v10 arrow:d1Cinterpret-call">
            <a:extLst>
              <a:ext uri="{FF2B5EF4-FFF2-40B4-BE49-F238E27FC236}">
                <ns2:creationId id="{6E79A18E-C866-42F1-98F8-85C0C623576E}"/>
              </a:ext>
            </a:extLst>
          </p:cNvPr>
          <p:cNvSpPr>
            <a:spLocks noGrp="1"/>
          </p:cNvSpPr>
          <p:nvPr/>
        </p:nvSpPr>
        <p:spPr>
          <a:xfrm>
            <a:off x="15640050" y="3048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09" name="v10 label 입력 +&#10;근거">
            <a:extLst>
              <a:ext uri="{FF2B5EF4-FFF2-40B4-BE49-F238E27FC236}">
                <ns2:creationId id="{3307995A-6943-45B0-A5C5-1CCABC0F2AC2}"/>
              </a:ext>
            </a:extLst>
          </p:cNvPr>
          <p:cNvSpPr>
            <a:spLocks noGrp="1"/>
          </p:cNvSpPr>
          <p:nvPr/>
        </p:nvSpPr>
        <p:spPr>
          <a:xfrm>
            <a:off x="15011400" y="2657475"/>
            <a:ext cx="571500" cy="4000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입력 +</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근거</a:t>
            </a:r>
            <a:endParaRPr lang="ko-KR">
              <a:latin typeface="Calibri"/>
              <a:ea typeface="Calibri"/>
              <a:cs typeface="Calibri"/>
            </a:endParaRPr>
          </a:p>
        </p:txBody>
      </p:sp>
      <p:sp>
        <p:nvSpPr>
          <p:cNvPr id="1210" name="v10 edge:d1Cproposal">
            <a:extLst>
              <a:ext uri="{FF2B5EF4-FFF2-40B4-BE49-F238E27FC236}">
                <ns2:creationId id="{D7D06E24-770F-4485-96A0-AB1A57BDB16C}"/>
              </a:ext>
            </a:extLst>
          </p:cNvPr>
          <p:cNvSpPr>
            <a:spLocks noGrp="1"/>
          </p:cNvSpPr>
          <p:nvPr/>
        </p:nvSpPr>
        <p:spPr>
          <a:xfrm>
            <a:off x="13858875" y="3238500"/>
            <a:ext cx="2914650" cy="257175"/>
          </a:xfrm>
          <a:custGeom>
            <a:pathLst>
              <a:path w="2914650" h="257175">
                <a:moveTo>
                  <a:pt x="2914650" y="0"/>
                </a:moveTo>
                <a:lnTo>
                  <a:pt x="2914650" y="257175"/>
                </a:lnTo>
                <a:lnTo>
                  <a:pt x="0" y="257175"/>
                </a:lnTo>
                <a:lnTo>
                  <a:pt x="0" y="0"/>
                </a:lnTo>
              </a:path>
            </a:pathLst>
          </a:custGeom>
          <a:noFill/>
          <a:ln w="17145">
            <a:solidFill>
              <a:srgbClr val="111111"/>
            </a:solidFill>
            <a:prstDash val="dash"/>
          </a:ln>
        </p:spPr>
      </p:sp>
      <p:sp>
        <p:nvSpPr>
          <p:cNvPr id="1211" name="v10 arrow:d1Cproposal">
            <a:extLst>
              <a:ext uri="{FF2B5EF4-FFF2-40B4-BE49-F238E27FC236}">
                <ns2:creationId id="{7DEC774C-A8A3-4C97-B59D-B1BB9E1ADF15}"/>
              </a:ext>
            </a:extLst>
          </p:cNvPr>
          <p:cNvSpPr>
            <a:spLocks noGrp="1"/>
          </p:cNvSpPr>
          <p:nvPr/>
        </p:nvSpPr>
        <p:spPr>
          <a:xfrm>
            <a:off x="13820775" y="32385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212" name="v10 label 의미 제안 / 근거 보완 요구">
            <a:extLst>
              <a:ext uri="{FF2B5EF4-FFF2-40B4-BE49-F238E27FC236}">
                <ns2:creationId id="{E239BF71-6FB9-4BC6-8690-7963E97BCAA5}"/>
              </a:ext>
            </a:extLst>
          </p:cNvPr>
          <p:cNvSpPr>
            <a:spLocks noGrp="1"/>
          </p:cNvSpPr>
          <p:nvPr/>
        </p:nvSpPr>
        <p:spPr>
          <a:xfrm>
            <a:off x="14306550" y="3286125"/>
            <a:ext cx="24098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의미 제안 / 근거 보완 요구</a:t>
            </a:r>
            <a:endParaRPr lang="ko-KR">
              <a:latin typeface="Calibri"/>
              <a:ea typeface="Calibri"/>
              <a:cs typeface="Calibri"/>
            </a:endParaRPr>
          </a:p>
        </p:txBody>
      </p:sp>
      <p:sp>
        <p:nvSpPr>
          <p:cNvPr id="1213" name="v10 label 변경 시 생산 + 요청 시 조회">
            <a:extLst>
              <a:ext uri="{FF2B5EF4-FFF2-40B4-BE49-F238E27FC236}">
                <ns2:creationId id="{87D37177-9127-49D8-AE64-0DD3BFAE9DE5}"/>
              </a:ext>
            </a:extLst>
          </p:cNvPr>
          <p:cNvSpPr>
            <a:spLocks noGrp="1"/>
          </p:cNvSpPr>
          <p:nvPr/>
        </p:nvSpPr>
        <p:spPr>
          <a:xfrm>
            <a:off x="12744450" y="2247900"/>
            <a:ext cx="5191125" cy="257175"/>
          </a:xfrm>
          <a:prstGeom prst="rect">
            <a:avLst/>
          </a:prstGeom>
          <a:noFill/>
          <a:ln w="0">
            <a:noFill/>
          </a:ln>
        </p:spPr>
        <p:txBody>
          <a:bodyPr wrap="none" lIns="47625" tIns="19050" rIns="47625" bIns="19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변경 시 생산 + 요청 시 조회</a:t>
            </a:r>
            <a:endParaRPr lang="ko-KR">
              <a:latin typeface="Calibri"/>
              <a:ea typeface="Calibri"/>
              <a:cs typeface="Calibri"/>
            </a:endParaRPr>
          </a:p>
        </p:txBody>
      </p:sp>
      <p:sp>
        <p:nvSpPr>
          <p:cNvPr id="1214" name="v10 node:d1Ccm">
            <a:extLst>
              <a:ext uri="{FF2B5EF4-FFF2-40B4-BE49-F238E27FC236}">
                <ns2:creationId id="{A2A99AF1-3B02-407E-8449-577DD80DD97E}"/>
              </a:ext>
            </a:extLst>
          </p:cNvPr>
          <p:cNvSpPr>
            <a:spLocks noGrp="1"/>
          </p:cNvSpPr>
          <p:nvPr/>
        </p:nvSpPr>
        <p:spPr>
          <a:xfrm>
            <a:off x="12744450" y="3971925"/>
            <a:ext cx="5191125" cy="1181100"/>
          </a:xfrm>
          <a:prstGeom prst="rect">
            <a:avLst/>
          </a:prstGeom>
          <a:solidFill>
            <a:srgbClr val="FFF6DD"/>
          </a:solidFill>
          <a:ln w="16193">
            <a:solidFill>
              <a:srgbClr val="111111"/>
            </a:solidFill>
          </a:ln>
        </p:spPr>
        <p:txBody>
          <a:bodyPr wrap="none" lIns="47625" tIns="19050" rIns="47625" bIns="8382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215" name="v10 divider d1Ccm">
            <a:extLst>
              <a:ext uri="{FF2B5EF4-FFF2-40B4-BE49-F238E27FC236}">
                <ns2:creationId id="{05A22A3D-C535-4AE2-9623-346246242F9D}"/>
              </a:ext>
            </a:extLst>
          </p:cNvPr>
          <p:cNvSpPr>
            <a:spLocks noGrp="1"/>
          </p:cNvSpPr>
          <p:nvPr/>
        </p:nvSpPr>
        <p:spPr>
          <a:xfrm>
            <a:off x="12744450" y="4333875"/>
            <a:ext cx="5191125" cy="953"/>
          </a:xfrm>
          <a:custGeom>
            <a:pathLst>
              <a:path w="5191125" h="953">
                <a:moveTo>
                  <a:pt x="0" y="0"/>
                </a:moveTo>
                <a:lnTo>
                  <a:pt x="5191125" y="0"/>
                </a:lnTo>
              </a:path>
            </a:pathLst>
          </a:custGeom>
          <a:noFill/>
          <a:ln w="9525">
            <a:solidFill>
              <a:srgbClr val="111111"/>
            </a:solidFill>
            <a:prstDash val="solid"/>
          </a:ln>
        </p:spPr>
      </p:sp>
      <p:sp>
        <p:nvSpPr>
          <p:cNvPr id="1216" name="v10 node:d1Cquery">
            <a:extLst>
              <a:ext uri="{FF2B5EF4-FFF2-40B4-BE49-F238E27FC236}">
                <ns2:creationId id="{53230AEF-7F4D-4127-B157-EBC3D116F57D}"/>
              </a:ext>
            </a:extLst>
          </p:cNvPr>
          <p:cNvSpPr>
            <a:spLocks noGrp="1"/>
          </p:cNvSpPr>
          <p:nvPr/>
        </p:nvSpPr>
        <p:spPr>
          <a:xfrm>
            <a:off x="12887325" y="4400550"/>
            <a:ext cx="2171700" cy="285750"/>
          </a:xfrm>
          <a:prstGeom prst="roundRect">
            <a:avLst>
              <a:gd name="adj" fmla="val 26667"/>
            </a:avLst>
          </a:prstGeom>
          <a:solidFill>
            <a:srgbClr val="FFFFFF"/>
          </a:solidFill>
          <a:ln w="16193">
            <a:solidFill>
              <a:srgbClr val="32824A"/>
            </a:solid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게시 근거 조회 및 보완기</a:t>
            </a:r>
            <a:endParaRPr lang="ko-KR">
              <a:latin typeface="Calibri"/>
              <a:ea typeface="Calibri"/>
              <a:cs typeface="Calibri"/>
            </a:endParaRPr>
          </a:p>
        </p:txBody>
      </p:sp>
      <p:sp>
        <p:nvSpPr>
          <p:cNvPr id="1217" name="v10 node:d1Cproducer">
            <a:extLst>
              <a:ext uri="{FF2B5EF4-FFF2-40B4-BE49-F238E27FC236}">
                <ns2:creationId id="{04FE0362-EBA0-4AA7-A346-99F102D74CE1}"/>
              </a:ext>
            </a:extLst>
          </p:cNvPr>
          <p:cNvSpPr>
            <a:spLocks noGrp="1"/>
          </p:cNvSpPr>
          <p:nvPr/>
        </p:nvSpPr>
        <p:spPr>
          <a:xfrm>
            <a:off x="15601950" y="4400550"/>
            <a:ext cx="2190750" cy="285750"/>
          </a:xfrm>
          <a:prstGeom prst="roundRect">
            <a:avLst>
              <a:gd name="adj" fmla="val 26667"/>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관계 생산 및 게시기</a:t>
            </a:r>
            <a:endParaRPr lang="ko-KR">
              <a:latin typeface="Calibri"/>
              <a:ea typeface="Calibri"/>
              <a:cs typeface="Calibri"/>
            </a:endParaRPr>
          </a:p>
        </p:txBody>
      </p:sp>
      <p:sp>
        <p:nvSpPr>
          <p:cNvPr id="1218" name="v10 node:d1Cpublished">
            <a:extLst>
              <a:ext uri="{FF2B5EF4-FFF2-40B4-BE49-F238E27FC236}">
                <ns2:creationId id="{92AF6DD5-22FB-4611-8265-5725A1073666}"/>
              </a:ext>
            </a:extLst>
          </p:cNvPr>
          <p:cNvSpPr>
            <a:spLocks noGrp="1"/>
          </p:cNvSpPr>
          <p:nvPr/>
        </p:nvSpPr>
        <p:spPr>
          <a:xfrm>
            <a:off x="14839950" y="4810125"/>
            <a:ext cx="2952750" cy="32385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게시 근거 (내구)</a:t>
            </a:r>
            <a:endParaRPr lang="ko-KR">
              <a:latin typeface="Calibri"/>
              <a:ea typeface="Calibri"/>
              <a:cs typeface="Calibri"/>
            </a:endParaRPr>
          </a:p>
        </p:txBody>
      </p:sp>
      <p:sp>
        <p:nvSpPr>
          <p:cNvPr id="1219" name="v10 node:d1Csource">
            <a:extLst>
              <a:ext uri="{FF2B5EF4-FFF2-40B4-BE49-F238E27FC236}">
                <ns2:creationId id="{6E6928C2-E9DD-4B0D-A166-CFFE1706A7CC}"/>
              </a:ext>
            </a:extLst>
          </p:cNvPr>
          <p:cNvSpPr>
            <a:spLocks noGrp="1"/>
          </p:cNvSpPr>
          <p:nvPr/>
        </p:nvSpPr>
        <p:spPr>
          <a:xfrm>
            <a:off x="12744450" y="5286375"/>
            <a:ext cx="2238375" cy="3143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300" b="1" lang="ko-KR">
                <a:solidFill>
                  <a:srgbClr val="111111"/>
                </a:solidFill>
                <a:latin typeface="Calibri"/>
                <a:ea typeface="Calibri"/>
                <a:cs typeface="Calibri"/>
              </a:defRPr>
            </a:defPPr>
            <a:lvl1pPr algn="ctr">
              <a:defRPr sz="1300" b="1" lang="ko-KR">
                <a:solidFill>
                  <a:srgbClr val="111111"/>
                </a:solidFill>
                <a:latin typeface="Calibri"/>
                <a:ea typeface="Calibri"/>
                <a:cs typeface="Calibri"/>
              </a:defRPr>
            </a:lvl1pPr>
            <a:lvl2pPr algn="ctr">
              <a:defRPr sz="1300" b="1" lang="ko-KR">
                <a:solidFill>
                  <a:srgbClr val="111111"/>
                </a:solidFill>
                <a:latin typeface="Calibri"/>
                <a:ea typeface="Calibri"/>
                <a:cs typeface="Calibri"/>
              </a:defRPr>
            </a:lvl2pPr>
            <a:lvl3pPr algn="ctr">
              <a:defRPr sz="1300" b="1" lang="ko-KR">
                <a:solidFill>
                  <a:srgbClr val="111111"/>
                </a:solidFill>
                <a:latin typeface="Calibri"/>
                <a:ea typeface="Calibri"/>
                <a:cs typeface="Calibri"/>
              </a:defRPr>
            </a:lvl3pPr>
            <a:lvl4pPr algn="ctr">
              <a:defRPr sz="1300" b="1" lang="ko-KR">
                <a:solidFill>
                  <a:srgbClr val="111111"/>
                </a:solidFill>
                <a:latin typeface="Calibri"/>
                <a:ea typeface="Calibri"/>
                <a:cs typeface="Calibri"/>
              </a:defRPr>
            </a:lvl4pPr>
            <a:lvl5pPr algn="ctr">
              <a:defRPr sz="1300" b="1" lang="ko-KR">
                <a:solidFill>
                  <a:srgbClr val="111111"/>
                </a:solidFill>
                <a:latin typeface="Calibri"/>
                <a:ea typeface="Calibri"/>
                <a:cs typeface="Calibri"/>
              </a:defRPr>
            </a:lvl5pPr>
            <a:lvl6pPr algn="ctr">
              <a:defRPr sz="1300" b="1" lang="ko-KR">
                <a:solidFill>
                  <a:srgbClr val="111111"/>
                </a:solidFill>
                <a:latin typeface="Calibri"/>
                <a:ea typeface="Calibri"/>
                <a:cs typeface="Calibri"/>
              </a:defRPr>
            </a:lvl6pPr>
            <a:lvl7pPr algn="ctr">
              <a:defRPr sz="1300" b="1" lang="ko-KR">
                <a:solidFill>
                  <a:srgbClr val="111111"/>
                </a:solidFill>
                <a:latin typeface="Calibri"/>
                <a:ea typeface="Calibri"/>
                <a:cs typeface="Calibri"/>
              </a:defRPr>
            </a:lvl7pPr>
            <a:lvl8pPr algn="ctr">
              <a:defRPr sz="1300" b="1" lang="ko-KR">
                <a:solidFill>
                  <a:srgbClr val="111111"/>
                </a:solidFill>
                <a:latin typeface="Calibri"/>
                <a:ea typeface="Calibri"/>
                <a:cs typeface="Calibri"/>
              </a:defRPr>
            </a:lvl8pPr>
            <a:lvl9pPr algn="ctr">
              <a:defRPr sz="1300" b="1" lang="ko-KR">
                <a:solidFill>
                  <a:srgbClr val="111111"/>
                </a:solidFill>
                <a:latin typeface="Calibri"/>
                <a:ea typeface="Calibri"/>
                <a:cs typeface="Calibri"/>
              </a:defRPr>
            </a:lvl9pPr>
          </a:lstStyle>
          <a:p>
            <a:pPr algn="ctr">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원본 owner (VIA 내부)</a:t>
            </a:r>
            <a:endParaRPr lang="ko-KR">
              <a:latin typeface="Calibri"/>
              <a:ea typeface="Calibri"/>
              <a:cs typeface="Calibri"/>
            </a:endParaRPr>
          </a:p>
        </p:txBody>
      </p:sp>
      <p:sp>
        <p:nvSpPr>
          <p:cNvPr id="1220" name="v10 edge:d1Callow">
            <a:extLst>
              <a:ext uri="{FF2B5EF4-FFF2-40B4-BE49-F238E27FC236}">
                <ns2:creationId id="{E2930ABE-480E-45C8-A178-76D9BDE617FB}"/>
              </a:ext>
            </a:extLst>
          </p:cNvPr>
          <p:cNvSpPr>
            <a:spLocks noGrp="1"/>
          </p:cNvSpPr>
          <p:nvPr/>
        </p:nvSpPr>
        <p:spPr>
          <a:xfrm>
            <a:off x="13239750" y="3238500"/>
            <a:ext cx="504825" cy="1162050"/>
          </a:xfrm>
          <a:custGeom>
            <a:pathLst>
              <a:path w="504825" h="1162050">
                <a:moveTo>
                  <a:pt x="0" y="0"/>
                </a:moveTo>
                <a:lnTo>
                  <a:pt x="0" y="533400"/>
                </a:lnTo>
                <a:lnTo>
                  <a:pt x="504825" y="533400"/>
                </a:lnTo>
                <a:lnTo>
                  <a:pt x="504825" y="1162050"/>
                </a:lnTo>
              </a:path>
            </a:pathLst>
          </a:custGeom>
          <a:noFill/>
          <a:ln w="17145">
            <a:solidFill>
              <a:srgbClr val="111111"/>
            </a:solidFill>
            <a:prstDash val="solid"/>
          </a:ln>
        </p:spPr>
      </p:sp>
      <p:sp>
        <p:nvSpPr>
          <p:cNvPr id="1221" name="v10 arrow:d1Callow">
            <a:extLst>
              <a:ext uri="{FF2B5EF4-FFF2-40B4-BE49-F238E27FC236}">
                <ns2:creationId id="{086A2066-7234-4368-8DFE-3138EB803264}"/>
              </a:ext>
            </a:extLst>
          </p:cNvPr>
          <p:cNvSpPr>
            <a:spLocks noGrp="1"/>
          </p:cNvSpPr>
          <p:nvPr/>
        </p:nvSpPr>
        <p:spPr>
          <a:xfrm>
            <a:off x="13706475" y="43148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22" name="v10 label 시작 근거 / 추가 범위 조회 허가">
            <a:extLst>
              <a:ext uri="{FF2B5EF4-FFF2-40B4-BE49-F238E27FC236}">
                <ns2:creationId id="{EE80C791-AFED-4B5D-A61F-3B851E7CD58E}"/>
              </a:ext>
            </a:extLst>
          </p:cNvPr>
          <p:cNvSpPr>
            <a:spLocks noGrp="1"/>
          </p:cNvSpPr>
          <p:nvPr/>
        </p:nvSpPr>
        <p:spPr>
          <a:xfrm>
            <a:off x="13363575" y="3581400"/>
            <a:ext cx="2238375" cy="1905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시작 근거 / 추가 범위 조회 허가</a:t>
            </a:r>
            <a:endParaRPr lang="ko-KR">
              <a:latin typeface="Calibri"/>
              <a:ea typeface="Calibri"/>
              <a:cs typeface="Calibri"/>
            </a:endParaRPr>
          </a:p>
        </p:txBody>
      </p:sp>
      <p:sp>
        <p:nvSpPr>
          <p:cNvPr id="1223" name="v10 edge:d1Cbundle">
            <a:extLst>
              <a:ext uri="{FF2B5EF4-FFF2-40B4-BE49-F238E27FC236}">
                <ns2:creationId id="{3446CE5D-1841-4220-A63D-FF1F93385395}"/>
              </a:ext>
            </a:extLst>
          </p:cNvPr>
          <p:cNvSpPr>
            <a:spLocks noGrp="1"/>
          </p:cNvSpPr>
          <p:nvPr/>
        </p:nvSpPr>
        <p:spPr>
          <a:xfrm>
            <a:off x="12658725" y="3238500"/>
            <a:ext cx="371475" cy="1304925"/>
          </a:xfrm>
          <a:custGeom>
            <a:pathLst>
              <a:path w="371475" h="1304925">
                <a:moveTo>
                  <a:pt x="228600" y="1304925"/>
                </a:moveTo>
                <a:lnTo>
                  <a:pt x="0" y="1304925"/>
                </a:lnTo>
                <a:lnTo>
                  <a:pt x="0" y="123825"/>
                </a:lnTo>
                <a:lnTo>
                  <a:pt x="371475" y="123825"/>
                </a:lnTo>
                <a:lnTo>
                  <a:pt x="371475" y="0"/>
                </a:lnTo>
              </a:path>
            </a:pathLst>
          </a:custGeom>
          <a:noFill/>
          <a:ln w="17145">
            <a:solidFill>
              <a:srgbClr val="111111"/>
            </a:solidFill>
            <a:prstDash val="dash"/>
          </a:ln>
        </p:spPr>
      </p:sp>
      <p:sp>
        <p:nvSpPr>
          <p:cNvPr id="1224" name="v10 arrow:d1Cbundle">
            <a:extLst>
              <a:ext uri="{FF2B5EF4-FFF2-40B4-BE49-F238E27FC236}">
                <ns2:creationId id="{F9D4BEE8-0366-426C-BD2C-1004B39467FC}"/>
              </a:ext>
            </a:extLst>
          </p:cNvPr>
          <p:cNvSpPr>
            <a:spLocks noGrp="1"/>
          </p:cNvSpPr>
          <p:nvPr/>
        </p:nvSpPr>
        <p:spPr>
          <a:xfrm>
            <a:off x="12992100" y="32385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225" name="v10 label 근거 / 불가">
            <a:extLst>
              <a:ext uri="{FF2B5EF4-FFF2-40B4-BE49-F238E27FC236}">
                <ns2:creationId id="{70C2AF35-C4D3-4877-91B7-0809C3A8B28E}"/>
              </a:ext>
            </a:extLst>
          </p:cNvPr>
          <p:cNvSpPr>
            <a:spLocks noGrp="1"/>
          </p:cNvSpPr>
          <p:nvPr/>
        </p:nvSpPr>
        <p:spPr>
          <a:xfrm>
            <a:off x="12696825" y="3790950"/>
            <a:ext cx="1809750" cy="18097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근거 / 불가</a:t>
            </a:r>
            <a:endParaRPr lang="ko-KR">
              <a:latin typeface="Calibri"/>
              <a:ea typeface="Calibri"/>
              <a:cs typeface="Calibri"/>
            </a:endParaRPr>
          </a:p>
        </p:txBody>
      </p:sp>
      <p:sp>
        <p:nvSpPr>
          <p:cNvPr id="1226" name="v10 edge:d1Cread">
            <a:extLst>
              <a:ext uri="{FF2B5EF4-FFF2-40B4-BE49-F238E27FC236}">
                <ns2:creationId id="{5DA4A9C1-98B1-48A8-89F3-7C6DD8ABC297}"/>
              </a:ext>
            </a:extLst>
          </p:cNvPr>
          <p:cNvSpPr>
            <a:spLocks noGrp="1"/>
          </p:cNvSpPr>
          <p:nvPr/>
        </p:nvSpPr>
        <p:spPr>
          <a:xfrm>
            <a:off x="13411200" y="4686300"/>
            <a:ext cx="953" cy="600075"/>
          </a:xfrm>
          <a:custGeom>
            <a:pathLst>
              <a:path w="953" h="600075">
                <a:moveTo>
                  <a:pt x="0" y="0"/>
                </a:moveTo>
                <a:lnTo>
                  <a:pt x="0" y="600075"/>
                </a:lnTo>
              </a:path>
            </a:pathLst>
          </a:custGeom>
          <a:noFill/>
          <a:ln w="17145">
            <a:solidFill>
              <a:srgbClr val="111111"/>
            </a:solidFill>
            <a:prstDash val="solid"/>
          </a:ln>
        </p:spPr>
      </p:sp>
      <p:sp>
        <p:nvSpPr>
          <p:cNvPr id="1227" name="v10 arrow:d1Cread">
            <a:extLst>
              <a:ext uri="{FF2B5EF4-FFF2-40B4-BE49-F238E27FC236}">
                <ns2:creationId id="{F3F0D8A0-0090-49E5-A302-053D8DD9ED0E}"/>
              </a:ext>
            </a:extLst>
          </p:cNvPr>
          <p:cNvSpPr>
            <a:spLocks noGrp="1"/>
          </p:cNvSpPr>
          <p:nvPr/>
        </p:nvSpPr>
        <p:spPr>
          <a:xfrm>
            <a:off x="13373100" y="52006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28" name="v10 label 부족 시&#10;읽기">
            <a:extLst>
              <a:ext uri="{FF2B5EF4-FFF2-40B4-BE49-F238E27FC236}">
                <ns2:creationId id="{17113604-219F-4CFC-98CB-4597A6158E3E}"/>
              </a:ext>
            </a:extLst>
          </p:cNvPr>
          <p:cNvSpPr>
            <a:spLocks noGrp="1"/>
          </p:cNvSpPr>
          <p:nvPr/>
        </p:nvSpPr>
        <p:spPr>
          <a:xfrm>
            <a:off x="12763500" y="4752975"/>
            <a:ext cx="609600" cy="3238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부족 시</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229" name="v10 edge:d1Craw">
            <a:extLst>
              <a:ext uri="{FF2B5EF4-FFF2-40B4-BE49-F238E27FC236}">
                <ns2:creationId id="{DC205EF9-D3AD-4F39-9D09-C5AFB0EC3835}"/>
              </a:ext>
            </a:extLst>
          </p:cNvPr>
          <p:cNvSpPr>
            <a:spLocks noGrp="1"/>
          </p:cNvSpPr>
          <p:nvPr/>
        </p:nvSpPr>
        <p:spPr>
          <a:xfrm>
            <a:off x="14458950" y="4686300"/>
            <a:ext cx="953" cy="600075"/>
          </a:xfrm>
          <a:custGeom>
            <a:pathLst>
              <a:path w="953" h="600075">
                <a:moveTo>
                  <a:pt x="0" y="600075"/>
                </a:moveTo>
                <a:lnTo>
                  <a:pt x="0" y="0"/>
                </a:lnTo>
              </a:path>
            </a:pathLst>
          </a:custGeom>
          <a:noFill/>
          <a:ln w="17145">
            <a:solidFill>
              <a:srgbClr val="111111"/>
            </a:solidFill>
            <a:prstDash val="dash"/>
          </a:ln>
        </p:spPr>
      </p:sp>
      <p:sp>
        <p:nvSpPr>
          <p:cNvPr id="1230" name="v10 arrow:d1Craw">
            <a:extLst>
              <a:ext uri="{FF2B5EF4-FFF2-40B4-BE49-F238E27FC236}">
                <ns2:creationId id="{34C55643-118C-49D8-95EE-40EF9A07E3F7}"/>
              </a:ext>
            </a:extLst>
          </p:cNvPr>
          <p:cNvSpPr>
            <a:spLocks noGrp="1"/>
          </p:cNvSpPr>
          <p:nvPr/>
        </p:nvSpPr>
        <p:spPr>
          <a:xfrm>
            <a:off x="14420850" y="46863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231" name="v10 label 원본">
            <a:extLst>
              <a:ext uri="{FF2B5EF4-FFF2-40B4-BE49-F238E27FC236}">
                <ns2:creationId id="{0E846976-98DE-4FFC-BAB6-9874083E0264}"/>
              </a:ext>
            </a:extLst>
          </p:cNvPr>
          <p:cNvSpPr>
            <a:spLocks noGrp="1"/>
          </p:cNvSpPr>
          <p:nvPr/>
        </p:nvSpPr>
        <p:spPr>
          <a:xfrm>
            <a:off x="14487525" y="4914900"/>
            <a:ext cx="609600" cy="1905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원본</a:t>
            </a:r>
            <a:endParaRPr lang="ko-KR">
              <a:latin typeface="Calibri"/>
              <a:ea typeface="Calibri"/>
              <a:cs typeface="Calibri"/>
            </a:endParaRPr>
          </a:p>
        </p:txBody>
      </p:sp>
      <p:sp>
        <p:nvSpPr>
          <p:cNvPr id="1232" name="v10 edge:d1Cpublished-read">
            <a:extLst>
              <a:ext uri="{FF2B5EF4-FFF2-40B4-BE49-F238E27FC236}">
                <ns2:creationId id="{76338CCF-3EB0-47FC-AFC8-892C51C5C71A}"/>
              </a:ext>
            </a:extLst>
          </p:cNvPr>
          <p:cNvSpPr>
            <a:spLocks noGrp="1"/>
          </p:cNvSpPr>
          <p:nvPr/>
        </p:nvSpPr>
        <p:spPr>
          <a:xfrm>
            <a:off x="14706600" y="4686300"/>
            <a:ext cx="133350" cy="257175"/>
          </a:xfrm>
          <a:custGeom>
            <a:pathLst>
              <a:path w="133350" h="257175">
                <a:moveTo>
                  <a:pt x="133350" y="257175"/>
                </a:moveTo>
                <a:lnTo>
                  <a:pt x="0" y="257175"/>
                </a:lnTo>
                <a:lnTo>
                  <a:pt x="0" y="0"/>
                </a:lnTo>
              </a:path>
            </a:pathLst>
          </a:custGeom>
          <a:noFill/>
          <a:ln w="17145">
            <a:solidFill>
              <a:srgbClr val="32824A"/>
            </a:solidFill>
            <a:prstDash val="dash"/>
          </a:ln>
        </p:spPr>
      </p:sp>
      <p:sp>
        <p:nvSpPr>
          <p:cNvPr id="1233" name="v10 arrow:d1Cpublished-read">
            <a:extLst>
              <a:ext uri="{FF2B5EF4-FFF2-40B4-BE49-F238E27FC236}">
                <ns2:creationId id="{D3EC4D78-A797-411F-B3A2-7C9DEF77CD60}"/>
              </a:ext>
            </a:extLst>
          </p:cNvPr>
          <p:cNvSpPr>
            <a:spLocks noGrp="1"/>
          </p:cNvSpPr>
          <p:nvPr/>
        </p:nvSpPr>
        <p:spPr>
          <a:xfrm>
            <a:off x="14668500" y="4686300"/>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1234" name="v10 label 조회">
            <a:extLst>
              <a:ext uri="{FF2B5EF4-FFF2-40B4-BE49-F238E27FC236}">
                <ns2:creationId id="{F43E8845-EC39-4ABA-9520-D7DCAF3D7AE2}"/>
              </a:ext>
            </a:extLst>
          </p:cNvPr>
          <p:cNvSpPr>
            <a:spLocks noGrp="1"/>
          </p:cNvSpPr>
          <p:nvPr/>
        </p:nvSpPr>
        <p:spPr>
          <a:xfrm>
            <a:off x="15020925" y="4667250"/>
            <a:ext cx="485775" cy="1714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조회</a:t>
            </a:r>
            <a:endParaRPr lang="ko-KR">
              <a:latin typeface="Calibri"/>
              <a:ea typeface="Calibri"/>
              <a:cs typeface="Calibri"/>
            </a:endParaRPr>
          </a:p>
        </p:txBody>
      </p:sp>
      <p:sp>
        <p:nvSpPr>
          <p:cNvPr id="1235" name="v10 edge:d1Cpublish">
            <a:extLst>
              <a:ext uri="{FF2B5EF4-FFF2-40B4-BE49-F238E27FC236}">
                <ns2:creationId id="{35043E13-F70B-4930-BDC0-D4358ACDC349}"/>
              </a:ext>
            </a:extLst>
          </p:cNvPr>
          <p:cNvSpPr>
            <a:spLocks noGrp="1"/>
          </p:cNvSpPr>
          <p:nvPr/>
        </p:nvSpPr>
        <p:spPr>
          <a:xfrm>
            <a:off x="16649700" y="4686300"/>
            <a:ext cx="953" cy="123825"/>
          </a:xfrm>
          <a:custGeom>
            <a:pathLst>
              <a:path w="953" h="123825">
                <a:moveTo>
                  <a:pt x="0" y="0"/>
                </a:moveTo>
                <a:lnTo>
                  <a:pt x="0" y="123825"/>
                </a:lnTo>
              </a:path>
            </a:pathLst>
          </a:custGeom>
          <a:noFill/>
          <a:ln w="17145">
            <a:solidFill>
              <a:srgbClr val="32824A"/>
            </a:solidFill>
            <a:prstDash val="solid"/>
          </a:ln>
        </p:spPr>
      </p:sp>
      <p:sp>
        <p:nvSpPr>
          <p:cNvPr id="1236" name="v10 arrow:d1Cpublish">
            <a:extLst>
              <a:ext uri="{FF2B5EF4-FFF2-40B4-BE49-F238E27FC236}">
                <ns2:creationId id="{D3B459D9-F007-41DD-9ADC-C60B2A627D58}"/>
              </a:ext>
            </a:extLst>
          </p:cNvPr>
          <p:cNvSpPr>
            <a:spLocks noGrp="1"/>
          </p:cNvSpPr>
          <p:nvPr/>
        </p:nvSpPr>
        <p:spPr>
          <a:xfrm>
            <a:off x="16611600" y="4724400"/>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37" name="v10 label 게시">
            <a:extLst>
              <a:ext uri="{FF2B5EF4-FFF2-40B4-BE49-F238E27FC236}">
                <ns2:creationId id="{601D4F50-A0FE-4A69-BA19-4D49534F4CE7}"/>
              </a:ext>
            </a:extLst>
          </p:cNvPr>
          <p:cNvSpPr>
            <a:spLocks noGrp="1"/>
          </p:cNvSpPr>
          <p:nvPr/>
        </p:nvSpPr>
        <p:spPr>
          <a:xfrm>
            <a:off x="16744950" y="4667250"/>
            <a:ext cx="514350" cy="1714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게시</a:t>
            </a:r>
            <a:endParaRPr lang="ko-KR">
              <a:latin typeface="Calibri"/>
              <a:ea typeface="Calibri"/>
              <a:cs typeface="Calibri"/>
            </a:endParaRPr>
          </a:p>
        </p:txBody>
      </p:sp>
      <p:sp>
        <p:nvSpPr>
          <p:cNvPr id="1238" name="v10 edge:d1Cbackground">
            <a:extLst>
              <a:ext uri="{FF2B5EF4-FFF2-40B4-BE49-F238E27FC236}">
                <ns2:creationId id="{588EF21D-AFDE-48BC-AEB9-63AEEA3A403A}"/>
              </a:ext>
            </a:extLst>
          </p:cNvPr>
          <p:cNvSpPr>
            <a:spLocks noGrp="1"/>
          </p:cNvSpPr>
          <p:nvPr/>
        </p:nvSpPr>
        <p:spPr>
          <a:xfrm>
            <a:off x="14982825" y="4543425"/>
            <a:ext cx="3019425" cy="904875"/>
          </a:xfrm>
          <a:custGeom>
            <a:pathLst>
              <a:path w="3019425" h="904875">
                <a:moveTo>
                  <a:pt x="0" y="904875"/>
                </a:moveTo>
                <a:lnTo>
                  <a:pt x="3019425" y="904875"/>
                </a:lnTo>
                <a:lnTo>
                  <a:pt x="3019425" y="0"/>
                </a:lnTo>
                <a:lnTo>
                  <a:pt x="2809875" y="0"/>
                </a:lnTo>
              </a:path>
            </a:pathLst>
          </a:custGeom>
          <a:noFill/>
          <a:ln w="17145">
            <a:solidFill>
              <a:srgbClr val="32824A"/>
            </a:solidFill>
            <a:prstDash val="solid"/>
          </a:ln>
        </p:spPr>
      </p:sp>
      <p:sp>
        <p:nvSpPr>
          <p:cNvPr id="1239" name="v10 arrow:d1Cbackground">
            <a:extLst>
              <a:ext uri="{FF2B5EF4-FFF2-40B4-BE49-F238E27FC236}">
                <ns2:creationId id="{0E9A0D12-9077-4E1A-8133-E3B2D0991007}"/>
              </a:ext>
            </a:extLst>
          </p:cNvPr>
          <p:cNvSpPr>
            <a:spLocks noGrp="1"/>
          </p:cNvSpPr>
          <p:nvPr/>
        </p:nvSpPr>
        <p:spPr>
          <a:xfrm>
            <a:off x="17792700" y="450532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40" name="v10 label 확정 원본 변경 → 별도 생산">
            <a:extLst>
              <a:ext uri="{FF2B5EF4-FFF2-40B4-BE49-F238E27FC236}">
                <ns2:creationId id="{B199B053-AB8C-491E-85EF-15F0A6287957}"/>
              </a:ext>
            </a:extLst>
          </p:cNvPr>
          <p:cNvSpPr>
            <a:spLocks noGrp="1"/>
          </p:cNvSpPr>
          <p:nvPr/>
        </p:nvSpPr>
        <p:spPr>
          <a:xfrm>
            <a:off x="15201900" y="5219700"/>
            <a:ext cx="269557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확정 원본 변경 → 별도 생산</a:t>
            </a:r>
            <a:endParaRPr lang="ko-KR">
              <a:latin typeface="Calibri"/>
              <a:ea typeface="Calibri"/>
              <a:cs typeface="Calibri"/>
            </a:endParaRPr>
          </a:p>
        </p:txBody>
      </p:sp>
    </p:spTree>
    <p:extLst>
      <p:ext uri="{BB962C8B-B14F-4D97-AF65-F5344CB8AC3E}">
        <p14:creationId val="1467687415"/>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9" name="Unified slide title">
            <a:extLst>
              <a:ext uri="{FF2B5EF4-FFF2-40B4-BE49-F238E27FC236}">
                <ns2:creationId id="{95382197-D40B-4127-83CB-52B8AB3B686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(선택 및 보완)</a:t>
            </a:r>
            <a:endParaRPr lang="ko-KR">
              <a:latin typeface="Calibri"/>
              <a:ea typeface="Calibri"/>
              <a:cs typeface="Calibri"/>
            </a:endParaRPr>
          </a:p>
        </p:txBody>
      </p:sp>
      <p:sp>
        <p:nvSpPr>
          <p:cNvPr id="2" name="Workflow 과제 소개">
            <a:extLst>
              <a:ext uri="{FF2B5EF4-FFF2-40B4-BE49-F238E27FC236}">
                <ns2:creationId id="{EB8B204B-DD78-4370-A0CE-D3D20F80FDC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2A0AABE-AE21-408F-A359-86380EC79D7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2629828A-8C23-43D5-A202-396BD0142C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A26A63A-67C3-4862-8057-64285BAB7C5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ED7F195-90F4-4D4C-8F19-3AD6109997B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4050BEB-76FB-48E6-AAA3-B0E481C9951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5BACE27-265B-4CBB-A065-A0612623F2C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A2EE934-E225-4947-8783-1973BDCE9EF0}"/>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9515834-5D0F-420B-B4D3-4173B8C40F53}"/>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41E29BEB-94D7-45E4-B5F8-DDDDEE714C15}"/>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AF4EF0F-B0BD-4B4D-BF2D-84BEE84450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2551D45-C9DA-45C5-B623-AB4C0E93D6CB}"/>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3 / 36</a:t>
            </a:r>
            <a:endParaRPr lang="ko-KR">
              <a:latin typeface="Calibri"/>
              <a:ea typeface="Calibri"/>
              <a:cs typeface="Calibri"/>
            </a:endParaRPr>
          </a:p>
        </p:txBody>
      </p:sp>
      <p:sp>
        <p:nvSpPr>
          <p:cNvPr id="14" name="DP1 object 145">
            <a:extLst>
              <a:ext uri="{FF2B5EF4-FFF2-40B4-BE49-F238E27FC236}">
                <ns2:creationId id="{AB877CB3-1D48-4E98-A467-233AD0C1DA4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같은 자료를 이어 묻는 조건에서 기본 A 선택 / A2는 재조회 감소를 확인한 보완 후보</a:t>
            </a:r>
            <a:endParaRPr lang="ko-KR">
              <a:latin typeface="Calibri"/>
              <a:ea typeface="Calibri"/>
              <a:cs typeface="Calibri"/>
            </a:endParaRPr>
          </a:p>
        </p:txBody>
      </p:sp>
      <p:graphicFrame>
        <p:nvGraphicFramePr>
          <p:cNvPr id="15" name="">
            <a:extLst>
              <a:ext uri="{FF2B5EF4-FFF2-40B4-BE49-F238E27FC236}">
                <ns2:creationId id="{68ECEE70-8115-4288-ABEB-856D3E2FC7AF}"/>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원문 정정에 따른 문맥 갱신</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[QA03 보완] A2 변경 조각 갱신 (영향 불명 시 전체 재구성)</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13.617 (36/36)</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[별도 정정 3회] 21.822 → 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146">
            <a:extLst>
              <a:ext uri="{FF2B5EF4-FFF2-40B4-BE49-F238E27FC236}">
                <ns2:creationId id="{EF344D39-D579-4DB0-A521-F13CFFD0B3ED}"/>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txBody>
          <a:bodyPr wrap="none" lIns="38100" tIns="19050" rIns="47625" bIns="371475"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148">
            <a:extLst>
              <a:ext uri="{FF2B5EF4-FFF2-40B4-BE49-F238E27FC236}">
                <ns2:creationId id="{24B6082D-3828-42E4-B83C-97FF647D4C2F}"/>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txBody>
          <a:bodyPr wrap="none" lIns="19050" tIns="0" rIns="1905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DCD1DE16-50CE-40D2-BCB7-81E18ABE9DBF}"/>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txBody>
          <a:bodyPr wrap="none" lIns="47625" tIns="20955" rIns="47625" bIns="1524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151">
            <a:extLst>
              <a:ext uri="{FF2B5EF4-FFF2-40B4-BE49-F238E27FC236}">
                <ns2:creationId id="{DE0E6FA2-F8F8-403F-956E-2E4791E780BA}"/>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검정 공통</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파랑 A / 초록 B/C</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 / 점선 결과</a:t>
            </a:r>
            <a:endParaRPr lang="ko-KR">
              <a:latin typeface="Calibri"/>
              <a:ea typeface="Calibri"/>
              <a:cs typeface="Calibri"/>
            </a:endParaRPr>
          </a:p>
        </p:txBody>
      </p:sp>
      <p:sp>
        <p:nvSpPr>
          <p:cNvPr id="23" name="DP1 object 152">
            <a:extLst>
              <a:ext uri="{FF2B5EF4-FFF2-40B4-BE49-F238E27FC236}">
                <ns2:creationId id="{0C383399-CE28-4F5C-8908-8DE7C556BC3A}"/>
              </a:ext>
            </a:extLst>
          </p:cNvPr>
          <p:cNvSpPr>
            <a:spLocks noGrp="1"/>
          </p:cNvSpPr>
          <p:nvPr/>
        </p:nvSpPr>
        <p:spPr>
          <a:xfrm>
            <a:off x="400050" y="5200650"/>
            <a:ext cx="228600" cy="209550"/>
          </a:xfrm>
          <a:prstGeom prst="rect">
            <a:avLst/>
          </a:prstGeom>
          <a:solidFill>
            <a:srgbClr val="FFFFFF"/>
          </a:solidFill>
          <a:ln w="28575">
            <a:solidFill>
              <a:srgbClr val="4676CB"/>
            </a:solidFill>
            <a:prstDash val="solid"/>
          </a:ln>
        </p:spPr>
      </p:sp>
      <p:sp>
        <p:nvSpPr>
          <p:cNvPr id="24" name="DP1 object 153">
            <a:extLst>
              <a:ext uri="{FF2B5EF4-FFF2-40B4-BE49-F238E27FC236}">
                <ns2:creationId id="{CF949C9C-AC2D-413C-A9B7-653D37D95065}"/>
              </a:ext>
            </a:extLst>
          </p:cNvPr>
          <p:cNvSpPr>
            <a:spLocks noGrp="1"/>
          </p:cNvSpPr>
          <p:nvPr/>
        </p:nvSpPr>
        <p:spPr>
          <a:xfrm>
            <a:off x="714375" y="5153025"/>
            <a:ext cx="1076325" cy="304800"/>
          </a:xfrm>
          <a:prstGeom prst="rect">
            <a:avLst/>
          </a:prstGeom>
          <a:noFill/>
          <a:ln w="0">
            <a:noFill/>
            <a:prstDash val="solid"/>
          </a:ln>
        </p:spPr>
        <p:txBody>
          <a:bodyPr wrap="none" lIns="0" tIns="0" rIns="0" bIns="0" anchor="ctr">
            <a:noAutofit/>
          </a:bodyPr>
          <a:lstStyle>
            <a:defPPr algn="l">
              <a:defRPr sz="1500" b="1" lang="ko-KR">
                <a:solidFill>
                  <a:srgbClr val="4676CB"/>
                </a:solidFill>
                <a:latin typeface="Calibri"/>
                <a:ea typeface="Calibri"/>
                <a:cs typeface="Calibri"/>
              </a:defRPr>
            </a:defPPr>
            <a:lvl1pPr algn="l">
              <a:defRPr sz="1500" b="1" lang="ko-KR">
                <a:solidFill>
                  <a:srgbClr val="4676CB"/>
                </a:solidFill>
                <a:latin typeface="Calibri"/>
                <a:ea typeface="Calibri"/>
                <a:cs typeface="Calibri"/>
              </a:defRPr>
            </a:lvl1pPr>
            <a:lvl2pPr algn="l">
              <a:defRPr sz="1500" b="1" lang="ko-KR">
                <a:solidFill>
                  <a:srgbClr val="4676CB"/>
                </a:solidFill>
                <a:latin typeface="Calibri"/>
                <a:ea typeface="Calibri"/>
                <a:cs typeface="Calibri"/>
              </a:defRPr>
            </a:lvl2pPr>
            <a:lvl3pPr algn="l">
              <a:defRPr sz="1500" b="1" lang="ko-KR">
                <a:solidFill>
                  <a:srgbClr val="4676CB"/>
                </a:solidFill>
                <a:latin typeface="Calibri"/>
                <a:ea typeface="Calibri"/>
                <a:cs typeface="Calibri"/>
              </a:defRPr>
            </a:lvl3pPr>
            <a:lvl4pPr algn="l">
              <a:defRPr sz="1500" b="1" lang="ko-KR">
                <a:solidFill>
                  <a:srgbClr val="4676CB"/>
                </a:solidFill>
                <a:latin typeface="Calibri"/>
                <a:ea typeface="Calibri"/>
                <a:cs typeface="Calibri"/>
              </a:defRPr>
            </a:lvl4pPr>
            <a:lvl5pPr algn="l">
              <a:defRPr sz="1500" b="1" lang="ko-KR">
                <a:solidFill>
                  <a:srgbClr val="4676CB"/>
                </a:solidFill>
                <a:latin typeface="Calibri"/>
                <a:ea typeface="Calibri"/>
                <a:cs typeface="Calibri"/>
              </a:defRPr>
            </a:lvl5pPr>
            <a:lvl6pPr algn="l">
              <a:defRPr sz="1500" b="1" lang="ko-KR">
                <a:solidFill>
                  <a:srgbClr val="4676CB"/>
                </a:solidFill>
                <a:latin typeface="Calibri"/>
                <a:ea typeface="Calibri"/>
                <a:cs typeface="Calibri"/>
              </a:defRPr>
            </a:lvl6pPr>
            <a:lvl7pPr algn="l">
              <a:defRPr sz="1500" b="1" lang="ko-KR">
                <a:solidFill>
                  <a:srgbClr val="4676CB"/>
                </a:solidFill>
                <a:latin typeface="Calibri"/>
                <a:ea typeface="Calibri"/>
                <a:cs typeface="Calibri"/>
              </a:defRPr>
            </a:lvl7pPr>
            <a:lvl8pPr algn="l">
              <a:defRPr sz="1500" b="1" lang="ko-KR">
                <a:solidFill>
                  <a:srgbClr val="4676CB"/>
                </a:solidFill>
                <a:latin typeface="Calibri"/>
                <a:ea typeface="Calibri"/>
                <a:cs typeface="Calibri"/>
              </a:defRPr>
            </a:lvl8pPr>
            <a:lvl9pPr algn="l">
              <a:defRPr sz="1500" b="1" lang="ko-KR">
                <a:solidFill>
                  <a:srgbClr val="4676CB"/>
                </a:solidFill>
                <a:latin typeface="Calibri"/>
                <a:ea typeface="Calibri"/>
                <a:cs typeface="Calibri"/>
              </a:defRPr>
            </a:lvl9pPr>
          </a:lstStyle>
          <a:p>
            <a:pPr algn="l">
              <a:defRPr sz="1500" b="1" lang="ko-KR">
                <a:solidFill>
                  <a:srgbClr val="4676CB"/>
                </a:solidFill>
                <a:latin typeface="Calibri"/>
                <a:ea typeface="Calibri"/>
                <a:cs typeface="Calibri"/>
              </a:defRPr>
            </a:pPr>
            <a:r>
              <a:rPr sz="1500" b="1" lang="ko-KR">
                <a:solidFill>
                  <a:srgbClr val="4676CB"/>
                </a:solidFill>
                <a:latin typeface="Calibri"/>
                <a:ea typeface="Calibri"/>
                <a:cs typeface="Calibri"/>
              </a:rPr>
              <a:t>보완 A2</a:t>
            </a:r>
            <a:endParaRPr lang="ko-KR">
              <a:latin typeface="Calibri"/>
              <a:ea typeface="Calibri"/>
              <a:cs typeface="Calibri"/>
            </a:endParaRPr>
          </a:p>
        </p:txBody>
      </p:sp>
      <p:sp>
        <p:nvSpPr>
          <p:cNvPr id="125" name="Selected A column">
            <a:extLst>
              <a:ext uri="{FF2B5EF4-FFF2-40B4-BE49-F238E27FC236}">
                <ns2:creationId id="{97FFC917-FEA7-43CC-BA45-E0D4D2951AA2}"/>
              </a:ext>
            </a:extLst>
          </p:cNvPr>
          <p:cNvSpPr>
            <a:spLocks noGrp="1"/>
          </p:cNvSpPr>
          <p:nvPr/>
        </p:nvSpPr>
        <p:spPr>
          <a:xfrm>
            <a:off x="1866900" y="1657350"/>
            <a:ext cx="5391150" cy="7620000"/>
          </a:xfrm>
          <a:prstGeom prst="rect">
            <a:avLst/>
          </a:prstGeom>
          <a:noFill/>
          <a:ln w="40005">
            <a:solidFill>
              <a:srgbClr val="4676CB"/>
            </a:solidFill>
            <a:prstDash val="solid"/>
          </a:ln>
        </p:spPr>
      </p:sp>
      <p:sp>
        <p:nvSpPr>
          <p:cNvPr id="126" name="DP1 object 232">
            <a:extLst>
              <a:ext uri="{FF2B5EF4-FFF2-40B4-BE49-F238E27FC236}">
                <ns2:creationId id="{84F3B5B9-86EF-4E53-A390-253F597195A8}"/>
              </a:ext>
            </a:extLst>
          </p:cNvPr>
          <p:cNvSpPr>
            <a:spLocks noGrp="1"/>
          </p:cNvSpPr>
          <p:nvPr/>
        </p:nvSpPr>
        <p:spPr>
          <a:xfrm>
            <a:off x="19240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7" name="DP1 object 233">
            <a:extLst>
              <a:ext uri="{FF2B5EF4-FFF2-40B4-BE49-F238E27FC236}">
                <ns2:creationId id="{381746CD-2BC0-46EF-A9B0-BA9BB1324C5A}"/>
              </a:ext>
            </a:extLst>
          </p:cNvPr>
          <p:cNvSpPr>
            <a:spLocks noGrp="1"/>
          </p:cNvSpPr>
          <p:nvPr/>
        </p:nvSpPr>
        <p:spPr>
          <a:xfrm>
            <a:off x="266700" y="9496425"/>
            <a:ext cx="17240250" cy="257175"/>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파란색: 보완 반영 부분과 별도 관측값. A2는 읽기 12→9회, 호출 12→12회이며 전체 A/C 재비교는 미실시.</a:t>
            </a:r>
            <a:endParaRPr lang="ko-KR">
              <a:latin typeface="Calibri"/>
              <a:ea typeface="Calibri"/>
              <a:cs typeface="Calibri"/>
            </a:endParaRPr>
          </a:p>
        </p:txBody>
      </p:sp>
      <p:sp>
        <p:nvSpPr>
          <p:cNvPr id="128" name="DP1 object 234">
            <a:extLst>
              <a:ext uri="{FF2B5EF4-FFF2-40B4-BE49-F238E27FC236}">
                <ns2:creationId id="{0A50AC58-2688-43CE-8F7B-D3C495DAE951}"/>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시간 괄호: 관측/예정 건수. 기본 PoC 수치 유지. QA01 우열 미확정. 보완 효과와 비용은 4쪽에 상세 표시.</a:t>
            </a:r>
            <a:endParaRPr lang="ko-KR">
              <a:latin typeface="Calibri"/>
              <a:ea typeface="Calibri"/>
              <a:cs typeface="Calibri"/>
            </a:endParaRPr>
          </a:p>
        </p:txBody>
      </p:sp>
      <p:sp>
        <p:nvSpPr>
          <p:cNvPr id="1130" name="v10 node:d1Arc">
            <a:extLst>
              <a:ext uri="{FF2B5EF4-FFF2-40B4-BE49-F238E27FC236}">
                <ns2:creationId id="{716A94D9-676C-42E7-8023-0941AF75896B}"/>
              </a:ext>
            </a:extLst>
          </p:cNvPr>
          <p:cNvSpPr>
            <a:spLocks noGrp="1"/>
          </p:cNvSpPr>
          <p:nvPr/>
        </p:nvSpPr>
        <p:spPr>
          <a:xfrm>
            <a:off x="1962150" y="2552700"/>
            <a:ext cx="2238375" cy="742950"/>
          </a:xfrm>
          <a:prstGeom prst="rect">
            <a:avLst/>
          </a:prstGeom>
          <a:solidFill>
            <a:srgbClr val="FFF6DD"/>
          </a:solidFill>
          <a:ln w="16193">
            <a:solidFill>
              <a:srgbClr val="111111"/>
            </a:solidFill>
          </a:ln>
        </p:spPr>
        <p:txBody>
          <a:bodyPr wrap="none" lIns="47625" tIns="19050" rIns="47625" bIns="400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131" name="v10 divider d1Arc">
            <a:extLst>
              <a:ext uri="{FF2B5EF4-FFF2-40B4-BE49-F238E27FC236}">
                <ns2:creationId id="{35D325AB-1AF0-42D9-8C4D-ACC61B01756B}"/>
              </a:ext>
            </a:extLst>
          </p:cNvPr>
          <p:cNvSpPr>
            <a:spLocks noGrp="1"/>
          </p:cNvSpPr>
          <p:nvPr/>
        </p:nvSpPr>
        <p:spPr>
          <a:xfrm>
            <a:off x="1962150" y="2914650"/>
            <a:ext cx="2238375" cy="953"/>
          </a:xfrm>
          <a:custGeom>
            <a:pathLst>
              <a:path w="2238375" h="953">
                <a:moveTo>
                  <a:pt x="0" y="0"/>
                </a:moveTo>
                <a:lnTo>
                  <a:pt x="2238375" y="0"/>
                </a:lnTo>
              </a:path>
            </a:pathLst>
          </a:custGeom>
          <a:noFill/>
          <a:ln w="9525">
            <a:solidFill>
              <a:srgbClr val="111111"/>
            </a:solidFill>
            <a:prstDash val="solid"/>
          </a:ln>
        </p:spPr>
      </p:sp>
      <p:sp>
        <p:nvSpPr>
          <p:cNvPr id="1132" name="v10 node:d1Acontrol">
            <a:extLst>
              <a:ext uri="{FF2B5EF4-FFF2-40B4-BE49-F238E27FC236}">
                <ns2:creationId id="{818D2447-0999-41A5-9EF7-3AB81A506F61}"/>
              </a:ext>
            </a:extLst>
          </p:cNvPr>
          <p:cNvSpPr>
            <a:spLocks noGrp="1"/>
          </p:cNvSpPr>
          <p:nvPr/>
        </p:nvSpPr>
        <p:spPr>
          <a:xfrm>
            <a:off x="2076450" y="2962275"/>
            <a:ext cx="20097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검증 및 채택기</a:t>
            </a:r>
            <a:endParaRPr lang="ko-KR">
              <a:latin typeface="Calibri"/>
              <a:ea typeface="Calibri"/>
              <a:cs typeface="Calibri"/>
            </a:endParaRPr>
          </a:p>
        </p:txBody>
      </p:sp>
      <p:sp>
        <p:nvSpPr>
          <p:cNvPr id="1133" name="v10 node:d1Ari">
            <a:extLst>
              <a:ext uri="{FF2B5EF4-FFF2-40B4-BE49-F238E27FC236}">
                <ns2:creationId id="{7218471F-B808-42E5-8BB2-3C3440AE8D43}"/>
              </a:ext>
            </a:extLst>
          </p:cNvPr>
          <p:cNvSpPr>
            <a:spLocks noGrp="1"/>
          </p:cNvSpPr>
          <p:nvPr/>
        </p:nvSpPr>
        <p:spPr>
          <a:xfrm>
            <a:off x="4819650" y="2552700"/>
            <a:ext cx="2333625" cy="742950"/>
          </a:xfrm>
          <a:prstGeom prst="rect">
            <a:avLst/>
          </a:prstGeom>
          <a:solidFill>
            <a:srgbClr val="FFF6DD"/>
          </a:solidFill>
          <a:ln w="16193">
            <a:solidFill>
              <a:srgbClr val="111111"/>
            </a:solidFill>
          </a:ln>
        </p:spPr>
        <p:txBody>
          <a:bodyPr wrap="none" lIns="47625" tIns="19050" rIns="47625" bIns="400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34" name="v10 divider d1Ari">
            <a:extLst>
              <a:ext uri="{FF2B5EF4-FFF2-40B4-BE49-F238E27FC236}">
                <ns2:creationId id="{E21FD37C-CC20-412B-8133-D0D2640BBAF4}"/>
              </a:ext>
            </a:extLst>
          </p:cNvPr>
          <p:cNvSpPr>
            <a:spLocks noGrp="1"/>
          </p:cNvSpPr>
          <p:nvPr/>
        </p:nvSpPr>
        <p:spPr>
          <a:xfrm>
            <a:off x="4819650" y="2914650"/>
            <a:ext cx="2333625" cy="953"/>
          </a:xfrm>
          <a:custGeom>
            <a:pathLst>
              <a:path w="2333625" h="953">
                <a:moveTo>
                  <a:pt x="0" y="0"/>
                </a:moveTo>
                <a:lnTo>
                  <a:pt x="2333625" y="0"/>
                </a:lnTo>
              </a:path>
            </a:pathLst>
          </a:custGeom>
          <a:noFill/>
          <a:ln w="9525">
            <a:solidFill>
              <a:srgbClr val="111111"/>
            </a:solidFill>
            <a:prstDash val="solid"/>
          </a:ln>
        </p:spPr>
      </p:sp>
      <p:sp>
        <p:nvSpPr>
          <p:cNvPr id="1135" name="v10 node:d1Ainterpret">
            <a:extLst>
              <a:ext uri="{FF2B5EF4-FFF2-40B4-BE49-F238E27FC236}">
                <ns2:creationId id="{FDB8603E-B5D5-4A10-A0D6-675B0F58AC68}"/>
              </a:ext>
            </a:extLst>
          </p:cNvPr>
          <p:cNvSpPr>
            <a:spLocks noGrp="1"/>
          </p:cNvSpPr>
          <p:nvPr/>
        </p:nvSpPr>
        <p:spPr>
          <a:xfrm>
            <a:off x="4943475" y="296227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의미 해석기</a:t>
            </a:r>
            <a:endParaRPr lang="ko-KR">
              <a:latin typeface="Calibri"/>
              <a:ea typeface="Calibri"/>
              <a:cs typeface="Calibri"/>
            </a:endParaRPr>
          </a:p>
        </p:txBody>
      </p:sp>
      <p:sp>
        <p:nvSpPr>
          <p:cNvPr id="1136" name="v10 edge:d1Ainterpret-call">
            <a:extLst>
              <a:ext uri="{FF2B5EF4-FFF2-40B4-BE49-F238E27FC236}">
                <ns2:creationId id="{01E91A1E-641E-4202-96D2-497E36BFE688}"/>
              </a:ext>
            </a:extLst>
          </p:cNvPr>
          <p:cNvSpPr>
            <a:spLocks noGrp="1"/>
          </p:cNvSpPr>
          <p:nvPr/>
        </p:nvSpPr>
        <p:spPr>
          <a:xfrm>
            <a:off x="4086225" y="3086100"/>
            <a:ext cx="857250" cy="953"/>
          </a:xfrm>
          <a:custGeom>
            <a:pathLst>
              <a:path w="857250" h="953">
                <a:moveTo>
                  <a:pt x="0" y="0"/>
                </a:moveTo>
                <a:lnTo>
                  <a:pt x="857250" y="0"/>
                </a:lnTo>
              </a:path>
            </a:pathLst>
          </a:custGeom>
          <a:noFill/>
          <a:ln w="17145">
            <a:solidFill>
              <a:srgbClr val="111111"/>
            </a:solidFill>
            <a:prstDash val="solid"/>
          </a:ln>
        </p:spPr>
      </p:sp>
      <p:sp>
        <p:nvSpPr>
          <p:cNvPr id="1137" name="v10 arrow:d1Ainterpret-call">
            <a:extLst>
              <a:ext uri="{FF2B5EF4-FFF2-40B4-BE49-F238E27FC236}">
                <ns2:creationId id="{50393E5A-4BAC-418E-A4CC-FFC65CCA8474}"/>
              </a:ext>
            </a:extLst>
          </p:cNvPr>
          <p:cNvSpPr>
            <a:spLocks noGrp="1"/>
          </p:cNvSpPr>
          <p:nvPr/>
        </p:nvSpPr>
        <p:spPr>
          <a:xfrm>
            <a:off x="4857750" y="3048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38" name="v10 label 입력 +&#10;근거">
            <a:extLst>
              <a:ext uri="{FF2B5EF4-FFF2-40B4-BE49-F238E27FC236}">
                <ns2:creationId id="{2C764639-A44D-4BD9-84F3-8892400562E8}"/>
              </a:ext>
            </a:extLst>
          </p:cNvPr>
          <p:cNvSpPr>
            <a:spLocks noGrp="1"/>
          </p:cNvSpPr>
          <p:nvPr/>
        </p:nvSpPr>
        <p:spPr>
          <a:xfrm>
            <a:off x="4229100" y="2657475"/>
            <a:ext cx="571500" cy="4000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입력 +</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근거</a:t>
            </a:r>
            <a:endParaRPr lang="ko-KR">
              <a:latin typeface="Calibri"/>
              <a:ea typeface="Calibri"/>
              <a:cs typeface="Calibri"/>
            </a:endParaRPr>
          </a:p>
        </p:txBody>
      </p:sp>
      <p:sp>
        <p:nvSpPr>
          <p:cNvPr id="1139" name="v10 edge:d1Aproposal">
            <a:extLst>
              <a:ext uri="{FF2B5EF4-FFF2-40B4-BE49-F238E27FC236}">
                <ns2:creationId id="{9FE38ED6-50BE-4E6A-907A-8B1CB3148AE3}"/>
              </a:ext>
            </a:extLst>
          </p:cNvPr>
          <p:cNvSpPr>
            <a:spLocks noGrp="1"/>
          </p:cNvSpPr>
          <p:nvPr/>
        </p:nvSpPr>
        <p:spPr>
          <a:xfrm>
            <a:off x="3076575" y="3238500"/>
            <a:ext cx="2914650" cy="257175"/>
          </a:xfrm>
          <a:custGeom>
            <a:pathLst>
              <a:path w="2914650" h="257175">
                <a:moveTo>
                  <a:pt x="2914650" y="0"/>
                </a:moveTo>
                <a:lnTo>
                  <a:pt x="2914650" y="257175"/>
                </a:lnTo>
                <a:lnTo>
                  <a:pt x="0" y="257175"/>
                </a:lnTo>
                <a:lnTo>
                  <a:pt x="0" y="0"/>
                </a:lnTo>
              </a:path>
            </a:pathLst>
          </a:custGeom>
          <a:noFill/>
          <a:ln w="17145">
            <a:solidFill>
              <a:srgbClr val="111111"/>
            </a:solidFill>
            <a:prstDash val="dash"/>
          </a:ln>
        </p:spPr>
      </p:sp>
      <p:sp>
        <p:nvSpPr>
          <p:cNvPr id="1140" name="v10 arrow:d1Aproposal">
            <a:extLst>
              <a:ext uri="{FF2B5EF4-FFF2-40B4-BE49-F238E27FC236}">
                <ns2:creationId id="{22B3F039-08A1-4F59-9B8D-31FADBB87A1F}"/>
              </a:ext>
            </a:extLst>
          </p:cNvPr>
          <p:cNvSpPr>
            <a:spLocks noGrp="1"/>
          </p:cNvSpPr>
          <p:nvPr/>
        </p:nvSpPr>
        <p:spPr>
          <a:xfrm>
            <a:off x="3038475" y="32385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41" name="v10 label 의미 제안 / 근거 보완 요구">
            <a:extLst>
              <a:ext uri="{FF2B5EF4-FFF2-40B4-BE49-F238E27FC236}">
                <ns2:creationId id="{AB7CFC0E-0500-46EA-8584-71CD885AF033}"/>
              </a:ext>
            </a:extLst>
          </p:cNvPr>
          <p:cNvSpPr>
            <a:spLocks noGrp="1"/>
          </p:cNvSpPr>
          <p:nvPr/>
        </p:nvSpPr>
        <p:spPr>
          <a:xfrm>
            <a:off x="3524250" y="3286125"/>
            <a:ext cx="24098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의미 제안 / 근거 보완 요구</a:t>
            </a:r>
            <a:endParaRPr lang="ko-KR">
              <a:latin typeface="Calibri"/>
              <a:ea typeface="Calibri"/>
              <a:cs typeface="Calibri"/>
            </a:endParaRPr>
          </a:p>
        </p:txBody>
      </p:sp>
      <p:sp>
        <p:nvSpPr>
          <p:cNvPr id="1142" name="v10 label 대화 수명 근거 재사용">
            <a:extLst>
              <a:ext uri="{FF2B5EF4-FFF2-40B4-BE49-F238E27FC236}">
                <ns2:creationId id="{DB84D42D-4573-4E57-A124-63DE4EA28073}"/>
              </a:ext>
            </a:extLst>
          </p:cNvPr>
          <p:cNvSpPr>
            <a:spLocks noGrp="1"/>
          </p:cNvSpPr>
          <p:nvPr/>
        </p:nvSpPr>
        <p:spPr>
          <a:xfrm>
            <a:off x="1962150" y="2247900"/>
            <a:ext cx="5191125" cy="257175"/>
          </a:xfrm>
          <a:prstGeom prst="rect">
            <a:avLst/>
          </a:prstGeom>
          <a:noFill/>
          <a:ln w="0">
            <a:noFill/>
          </a:ln>
        </p:spPr>
        <p:txBody>
          <a:bodyPr wrap="none" lIns="47625" tIns="19050" rIns="47625" bIns="19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대화 수명 근거 재사용</a:t>
            </a:r>
            <a:endParaRPr lang="ko-KR">
              <a:latin typeface="Calibri"/>
              <a:ea typeface="Calibri"/>
              <a:cs typeface="Calibri"/>
            </a:endParaRPr>
          </a:p>
        </p:txBody>
      </p:sp>
      <p:sp>
        <p:nvSpPr>
          <p:cNvPr id="1143" name="v10 node:d1Acm">
            <a:extLst>
              <a:ext uri="{FF2B5EF4-FFF2-40B4-BE49-F238E27FC236}">
                <ns2:creationId id="{90610ECD-EA8D-415E-82C8-972842BB543E}"/>
              </a:ext>
            </a:extLst>
          </p:cNvPr>
          <p:cNvSpPr>
            <a:spLocks noGrp="1"/>
          </p:cNvSpPr>
          <p:nvPr/>
        </p:nvSpPr>
        <p:spPr>
          <a:xfrm>
            <a:off x="1962150" y="3971925"/>
            <a:ext cx="5191125" cy="1181100"/>
          </a:xfrm>
          <a:prstGeom prst="rect">
            <a:avLst/>
          </a:prstGeom>
          <a:solidFill>
            <a:srgbClr val="FFF6DD"/>
          </a:solidFill>
          <a:ln w="16193">
            <a:solidFill>
              <a:srgbClr val="111111"/>
            </a:solidFill>
          </a:ln>
        </p:spPr>
        <p:txBody>
          <a:bodyPr wrap="none" lIns="47625" tIns="19050" rIns="47625" bIns="8382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144" name="v10 divider d1Acm">
            <a:extLst>
              <a:ext uri="{FF2B5EF4-FFF2-40B4-BE49-F238E27FC236}">
                <ns2:creationId id="{61308871-DB2B-435D-8C50-D6F25CBE8385}"/>
              </a:ext>
            </a:extLst>
          </p:cNvPr>
          <p:cNvSpPr>
            <a:spLocks noGrp="1"/>
          </p:cNvSpPr>
          <p:nvPr/>
        </p:nvSpPr>
        <p:spPr>
          <a:xfrm>
            <a:off x="1962150" y="4333875"/>
            <a:ext cx="5191125" cy="953"/>
          </a:xfrm>
          <a:custGeom>
            <a:pathLst>
              <a:path w="5191125" h="953">
                <a:moveTo>
                  <a:pt x="0" y="0"/>
                </a:moveTo>
                <a:lnTo>
                  <a:pt x="5191125" y="0"/>
                </a:lnTo>
              </a:path>
            </a:pathLst>
          </a:custGeom>
          <a:noFill/>
          <a:ln w="9525">
            <a:solidFill>
              <a:srgbClr val="111111"/>
            </a:solidFill>
            <a:prstDash val="solid"/>
          </a:ln>
        </p:spPr>
      </p:sp>
      <p:sp>
        <p:nvSpPr>
          <p:cNvPr id="1145" name="v10 node:d1Aquery">
            <a:extLst>
              <a:ext uri="{FF2B5EF4-FFF2-40B4-BE49-F238E27FC236}">
                <ns2:creationId id="{0F3112E9-EBBF-41BD-A725-EC3EB3CE8C8C}"/>
              </a:ext>
            </a:extLst>
          </p:cNvPr>
          <p:cNvSpPr>
            <a:spLocks noGrp="1"/>
          </p:cNvSpPr>
          <p:nvPr/>
        </p:nvSpPr>
        <p:spPr>
          <a:xfrm>
            <a:off x="2105025" y="4400550"/>
            <a:ext cx="2095500" cy="323850"/>
          </a:xfrm>
          <a:prstGeom prst="roundRect">
            <a:avLst>
              <a:gd name="adj" fmla="val 23529"/>
            </a:avLst>
          </a:prstGeom>
          <a:solidFill>
            <a:srgbClr val="FFFFFF"/>
          </a:solidFill>
          <a:ln w="16193">
            <a:solidFill>
              <a:srgbClr val="4676CB"/>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A2 변경 조각 갱신기</a:t>
            </a:r>
            <a:endParaRPr lang="ko-KR">
              <a:latin typeface="Calibri"/>
              <a:ea typeface="Calibri"/>
              <a:cs typeface="Calibri"/>
            </a:endParaRPr>
          </a:p>
        </p:txBody>
      </p:sp>
      <p:sp>
        <p:nvSpPr>
          <p:cNvPr id="1146" name="v10 node:d1Aview">
            <a:extLst>
              <a:ext uri="{FF2B5EF4-FFF2-40B4-BE49-F238E27FC236}">
                <ns2:creationId id="{E757DE98-557D-4536-BB0A-61F359365CB9}"/>
              </a:ext>
            </a:extLst>
          </p:cNvPr>
          <p:cNvSpPr>
            <a:spLocks noGrp="1"/>
          </p:cNvSpPr>
          <p:nvPr/>
        </p:nvSpPr>
        <p:spPr>
          <a:xfrm>
            <a:off x="4819650" y="4381500"/>
            <a:ext cx="2190750" cy="619125"/>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유효 작업 문맥</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 / 대화 수명</a:t>
            </a:r>
            <a:endParaRPr lang="ko-KR">
              <a:latin typeface="Calibri"/>
              <a:ea typeface="Calibri"/>
              <a:cs typeface="Calibri"/>
            </a:endParaRPr>
          </a:p>
        </p:txBody>
      </p:sp>
      <p:sp>
        <p:nvSpPr>
          <p:cNvPr id="1147" name="v10 node:d1Asource">
            <a:extLst>
              <a:ext uri="{FF2B5EF4-FFF2-40B4-BE49-F238E27FC236}">
                <ns2:creationId id="{98C2D6CD-4BE8-457F-8EC8-F0677070EDE2}"/>
              </a:ext>
            </a:extLst>
          </p:cNvPr>
          <p:cNvSpPr>
            <a:spLocks noGrp="1"/>
          </p:cNvSpPr>
          <p:nvPr/>
        </p:nvSpPr>
        <p:spPr>
          <a:xfrm>
            <a:off x="1962150" y="5286375"/>
            <a:ext cx="2238375" cy="3143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300" b="1" lang="ko-KR">
                <a:solidFill>
                  <a:srgbClr val="111111"/>
                </a:solidFill>
                <a:latin typeface="Calibri"/>
                <a:ea typeface="Calibri"/>
                <a:cs typeface="Calibri"/>
              </a:defRPr>
            </a:defPPr>
            <a:lvl1pPr algn="ctr">
              <a:defRPr sz="1300" b="1" lang="ko-KR">
                <a:solidFill>
                  <a:srgbClr val="111111"/>
                </a:solidFill>
                <a:latin typeface="Calibri"/>
                <a:ea typeface="Calibri"/>
                <a:cs typeface="Calibri"/>
              </a:defRPr>
            </a:lvl1pPr>
            <a:lvl2pPr algn="ctr">
              <a:defRPr sz="1300" b="1" lang="ko-KR">
                <a:solidFill>
                  <a:srgbClr val="111111"/>
                </a:solidFill>
                <a:latin typeface="Calibri"/>
                <a:ea typeface="Calibri"/>
                <a:cs typeface="Calibri"/>
              </a:defRPr>
            </a:lvl2pPr>
            <a:lvl3pPr algn="ctr">
              <a:defRPr sz="1300" b="1" lang="ko-KR">
                <a:solidFill>
                  <a:srgbClr val="111111"/>
                </a:solidFill>
                <a:latin typeface="Calibri"/>
                <a:ea typeface="Calibri"/>
                <a:cs typeface="Calibri"/>
              </a:defRPr>
            </a:lvl3pPr>
            <a:lvl4pPr algn="ctr">
              <a:defRPr sz="1300" b="1" lang="ko-KR">
                <a:solidFill>
                  <a:srgbClr val="111111"/>
                </a:solidFill>
                <a:latin typeface="Calibri"/>
                <a:ea typeface="Calibri"/>
                <a:cs typeface="Calibri"/>
              </a:defRPr>
            </a:lvl4pPr>
            <a:lvl5pPr algn="ctr">
              <a:defRPr sz="1300" b="1" lang="ko-KR">
                <a:solidFill>
                  <a:srgbClr val="111111"/>
                </a:solidFill>
                <a:latin typeface="Calibri"/>
                <a:ea typeface="Calibri"/>
                <a:cs typeface="Calibri"/>
              </a:defRPr>
            </a:lvl5pPr>
            <a:lvl6pPr algn="ctr">
              <a:defRPr sz="1300" b="1" lang="ko-KR">
                <a:solidFill>
                  <a:srgbClr val="111111"/>
                </a:solidFill>
                <a:latin typeface="Calibri"/>
                <a:ea typeface="Calibri"/>
                <a:cs typeface="Calibri"/>
              </a:defRPr>
            </a:lvl6pPr>
            <a:lvl7pPr algn="ctr">
              <a:defRPr sz="1300" b="1" lang="ko-KR">
                <a:solidFill>
                  <a:srgbClr val="111111"/>
                </a:solidFill>
                <a:latin typeface="Calibri"/>
                <a:ea typeface="Calibri"/>
                <a:cs typeface="Calibri"/>
              </a:defRPr>
            </a:lvl7pPr>
            <a:lvl8pPr algn="ctr">
              <a:defRPr sz="1300" b="1" lang="ko-KR">
                <a:solidFill>
                  <a:srgbClr val="111111"/>
                </a:solidFill>
                <a:latin typeface="Calibri"/>
                <a:ea typeface="Calibri"/>
                <a:cs typeface="Calibri"/>
              </a:defRPr>
            </a:lvl8pPr>
            <a:lvl9pPr algn="ctr">
              <a:defRPr sz="1300" b="1" lang="ko-KR">
                <a:solidFill>
                  <a:srgbClr val="111111"/>
                </a:solidFill>
                <a:latin typeface="Calibri"/>
                <a:ea typeface="Calibri"/>
                <a:cs typeface="Calibri"/>
              </a:defRPr>
            </a:lvl9pPr>
          </a:lstStyle>
          <a:p>
            <a:pPr algn="ctr">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원본 owner (VIA 내부)</a:t>
            </a:r>
            <a:endParaRPr lang="ko-KR">
              <a:latin typeface="Calibri"/>
              <a:ea typeface="Calibri"/>
              <a:cs typeface="Calibri"/>
            </a:endParaRPr>
          </a:p>
        </p:txBody>
      </p:sp>
      <p:sp>
        <p:nvSpPr>
          <p:cNvPr id="1148" name="v10 edge:d1Aallow">
            <a:extLst>
              <a:ext uri="{FF2B5EF4-FFF2-40B4-BE49-F238E27FC236}">
                <ns2:creationId id="{58E109DC-80C0-4BC0-A592-804B56260728}"/>
              </a:ext>
            </a:extLst>
          </p:cNvPr>
          <p:cNvSpPr>
            <a:spLocks noGrp="1"/>
          </p:cNvSpPr>
          <p:nvPr/>
        </p:nvSpPr>
        <p:spPr>
          <a:xfrm>
            <a:off x="2457450" y="3238500"/>
            <a:ext cx="504825" cy="1162050"/>
          </a:xfrm>
          <a:custGeom>
            <a:pathLst>
              <a:path w="504825" h="1162050">
                <a:moveTo>
                  <a:pt x="0" y="0"/>
                </a:moveTo>
                <a:lnTo>
                  <a:pt x="0" y="533400"/>
                </a:lnTo>
                <a:lnTo>
                  <a:pt x="504825" y="533400"/>
                </a:lnTo>
                <a:lnTo>
                  <a:pt x="504825" y="1162050"/>
                </a:lnTo>
              </a:path>
            </a:pathLst>
          </a:custGeom>
          <a:noFill/>
          <a:ln w="17145">
            <a:solidFill>
              <a:srgbClr val="111111"/>
            </a:solidFill>
            <a:prstDash val="solid"/>
          </a:ln>
        </p:spPr>
      </p:sp>
      <p:sp>
        <p:nvSpPr>
          <p:cNvPr id="1149" name="v10 arrow:d1Aallow">
            <a:extLst>
              <a:ext uri="{FF2B5EF4-FFF2-40B4-BE49-F238E27FC236}">
                <ns2:creationId id="{C41204D3-1E3F-4910-A550-1754B810E92D}"/>
              </a:ext>
            </a:extLst>
          </p:cNvPr>
          <p:cNvSpPr>
            <a:spLocks noGrp="1"/>
          </p:cNvSpPr>
          <p:nvPr/>
        </p:nvSpPr>
        <p:spPr>
          <a:xfrm>
            <a:off x="2924175" y="43148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50" name="v10 label 초기 문맥 / 추가 범위 조회 허가">
            <a:extLst>
              <a:ext uri="{FF2B5EF4-FFF2-40B4-BE49-F238E27FC236}">
                <ns2:creationId id="{A14B4E84-BD8D-4272-B07E-0CBEE025D094}"/>
              </a:ext>
            </a:extLst>
          </p:cNvPr>
          <p:cNvSpPr>
            <a:spLocks noGrp="1"/>
          </p:cNvSpPr>
          <p:nvPr/>
        </p:nvSpPr>
        <p:spPr>
          <a:xfrm>
            <a:off x="2581275" y="3581400"/>
            <a:ext cx="2238375" cy="1905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초기 문맥 / 추가 범위 조회 허가</a:t>
            </a:r>
            <a:endParaRPr lang="ko-KR">
              <a:latin typeface="Calibri"/>
              <a:ea typeface="Calibri"/>
              <a:cs typeface="Calibri"/>
            </a:endParaRPr>
          </a:p>
        </p:txBody>
      </p:sp>
      <p:sp>
        <p:nvSpPr>
          <p:cNvPr id="1151" name="v10 edge:d1Abundle">
            <a:extLst>
              <a:ext uri="{FF2B5EF4-FFF2-40B4-BE49-F238E27FC236}">
                <ns2:creationId id="{02E9C889-C350-47FD-8557-206FCF008C60}"/>
              </a:ext>
            </a:extLst>
          </p:cNvPr>
          <p:cNvSpPr>
            <a:spLocks noGrp="1"/>
          </p:cNvSpPr>
          <p:nvPr/>
        </p:nvSpPr>
        <p:spPr>
          <a:xfrm>
            <a:off x="1876425" y="3238500"/>
            <a:ext cx="371475" cy="1304925"/>
          </a:xfrm>
          <a:custGeom>
            <a:pathLst>
              <a:path w="371475" h="1304925">
                <a:moveTo>
                  <a:pt x="228600" y="1304925"/>
                </a:moveTo>
                <a:lnTo>
                  <a:pt x="0" y="1304925"/>
                </a:lnTo>
                <a:lnTo>
                  <a:pt x="0" y="123825"/>
                </a:lnTo>
                <a:lnTo>
                  <a:pt x="371475" y="123825"/>
                </a:lnTo>
                <a:lnTo>
                  <a:pt x="371475" y="0"/>
                </a:lnTo>
              </a:path>
            </a:pathLst>
          </a:custGeom>
          <a:noFill/>
          <a:ln w="17145">
            <a:solidFill>
              <a:srgbClr val="111111"/>
            </a:solidFill>
            <a:prstDash val="dash"/>
          </a:ln>
        </p:spPr>
      </p:sp>
      <p:sp>
        <p:nvSpPr>
          <p:cNvPr id="1152" name="v10 arrow:d1Abundle">
            <a:extLst>
              <a:ext uri="{FF2B5EF4-FFF2-40B4-BE49-F238E27FC236}">
                <ns2:creationId id="{82643208-9505-46B0-BCDB-DDB7182F2E2E}"/>
              </a:ext>
            </a:extLst>
          </p:cNvPr>
          <p:cNvSpPr>
            <a:spLocks noGrp="1"/>
          </p:cNvSpPr>
          <p:nvPr/>
        </p:nvSpPr>
        <p:spPr>
          <a:xfrm>
            <a:off x="2209800" y="32385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53" name="v10 label 문맥 / 근거 / 불가">
            <a:extLst>
              <a:ext uri="{FF2B5EF4-FFF2-40B4-BE49-F238E27FC236}">
                <ns2:creationId id="{0DEEBB74-368B-49F2-B200-663267018996}"/>
              </a:ext>
            </a:extLst>
          </p:cNvPr>
          <p:cNvSpPr>
            <a:spLocks noGrp="1"/>
          </p:cNvSpPr>
          <p:nvPr/>
        </p:nvSpPr>
        <p:spPr>
          <a:xfrm>
            <a:off x="1914525" y="3790950"/>
            <a:ext cx="1809750" cy="18097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문맥 / 근거 / 불가</a:t>
            </a:r>
            <a:endParaRPr lang="ko-KR">
              <a:latin typeface="Calibri"/>
              <a:ea typeface="Calibri"/>
              <a:cs typeface="Calibri"/>
            </a:endParaRPr>
          </a:p>
        </p:txBody>
      </p:sp>
      <p:sp>
        <p:nvSpPr>
          <p:cNvPr id="1154" name="v10 edge:d1Aread">
            <a:extLst>
              <a:ext uri="{FF2B5EF4-FFF2-40B4-BE49-F238E27FC236}">
                <ns2:creationId id="{DC49EFC6-B149-4D6A-A41B-98E1BCC5E77C}"/>
              </a:ext>
            </a:extLst>
          </p:cNvPr>
          <p:cNvSpPr>
            <a:spLocks noGrp="1"/>
          </p:cNvSpPr>
          <p:nvPr/>
        </p:nvSpPr>
        <p:spPr>
          <a:xfrm>
            <a:off x="2628900" y="4724400"/>
            <a:ext cx="953" cy="561975"/>
          </a:xfrm>
          <a:custGeom>
            <a:pathLst>
              <a:path w="953" h="561975">
                <a:moveTo>
                  <a:pt x="0" y="0"/>
                </a:moveTo>
                <a:lnTo>
                  <a:pt x="0" y="561975"/>
                </a:lnTo>
              </a:path>
            </a:pathLst>
          </a:custGeom>
          <a:noFill/>
          <a:ln w="17145">
            <a:solidFill>
              <a:srgbClr val="111111"/>
            </a:solidFill>
            <a:prstDash val="solid"/>
          </a:ln>
        </p:spPr>
      </p:sp>
      <p:sp>
        <p:nvSpPr>
          <p:cNvPr id="1155" name="v10 arrow:d1Aread">
            <a:extLst>
              <a:ext uri="{FF2B5EF4-FFF2-40B4-BE49-F238E27FC236}">
                <ns2:creationId id="{4FC70651-D601-4955-BDEF-1EA779BF9073}"/>
              </a:ext>
            </a:extLst>
          </p:cNvPr>
          <p:cNvSpPr>
            <a:spLocks noGrp="1"/>
          </p:cNvSpPr>
          <p:nvPr/>
        </p:nvSpPr>
        <p:spPr>
          <a:xfrm>
            <a:off x="2590800" y="52006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56" name="v10 label 부족 시&#10;읽기">
            <a:extLst>
              <a:ext uri="{FF2B5EF4-FFF2-40B4-BE49-F238E27FC236}">
                <ns2:creationId id="{9D129BB2-DA01-43ED-B8BA-EFB2BD4DAE93}"/>
              </a:ext>
            </a:extLst>
          </p:cNvPr>
          <p:cNvSpPr>
            <a:spLocks noGrp="1"/>
          </p:cNvSpPr>
          <p:nvPr/>
        </p:nvSpPr>
        <p:spPr>
          <a:xfrm>
            <a:off x="1981200" y="4781550"/>
            <a:ext cx="609600" cy="3238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부족 시</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157" name="v10 edge:d1Araw">
            <a:extLst>
              <a:ext uri="{FF2B5EF4-FFF2-40B4-BE49-F238E27FC236}">
                <ns2:creationId id="{70140B28-FB4E-4020-A9E8-EF440CE3379D}"/>
              </a:ext>
            </a:extLst>
          </p:cNvPr>
          <p:cNvSpPr>
            <a:spLocks noGrp="1"/>
          </p:cNvSpPr>
          <p:nvPr/>
        </p:nvSpPr>
        <p:spPr>
          <a:xfrm>
            <a:off x="3676650" y="4724400"/>
            <a:ext cx="953" cy="561975"/>
          </a:xfrm>
          <a:custGeom>
            <a:pathLst>
              <a:path w="953" h="561975">
                <a:moveTo>
                  <a:pt x="0" y="561975"/>
                </a:moveTo>
                <a:lnTo>
                  <a:pt x="0" y="0"/>
                </a:lnTo>
              </a:path>
            </a:pathLst>
          </a:custGeom>
          <a:noFill/>
          <a:ln w="17145">
            <a:solidFill>
              <a:srgbClr val="111111"/>
            </a:solidFill>
            <a:prstDash val="dash"/>
          </a:ln>
        </p:spPr>
      </p:sp>
      <p:sp>
        <p:nvSpPr>
          <p:cNvPr id="1158" name="v10 arrow:d1Araw">
            <a:extLst>
              <a:ext uri="{FF2B5EF4-FFF2-40B4-BE49-F238E27FC236}">
                <ns2:creationId id="{06536292-5D37-4168-B687-60548D193E95}"/>
              </a:ext>
            </a:extLst>
          </p:cNvPr>
          <p:cNvSpPr>
            <a:spLocks noGrp="1"/>
          </p:cNvSpPr>
          <p:nvPr/>
        </p:nvSpPr>
        <p:spPr>
          <a:xfrm>
            <a:off x="3638550" y="47244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59" name="v10 label 원본">
            <a:extLst>
              <a:ext uri="{FF2B5EF4-FFF2-40B4-BE49-F238E27FC236}">
                <ns2:creationId id="{2C2C4BD9-F8A5-41A2-AA23-8729A85C1A83}"/>
              </a:ext>
            </a:extLst>
          </p:cNvPr>
          <p:cNvSpPr>
            <a:spLocks noGrp="1"/>
          </p:cNvSpPr>
          <p:nvPr/>
        </p:nvSpPr>
        <p:spPr>
          <a:xfrm>
            <a:off x="3705225" y="4914900"/>
            <a:ext cx="609600" cy="1905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원본</a:t>
            </a:r>
            <a:endParaRPr lang="ko-KR">
              <a:latin typeface="Calibri"/>
              <a:ea typeface="Calibri"/>
              <a:cs typeface="Calibri"/>
            </a:endParaRPr>
          </a:p>
        </p:txBody>
      </p:sp>
      <p:sp>
        <p:nvSpPr>
          <p:cNvPr id="1160" name="v10 edge:d1Awrite">
            <a:extLst>
              <a:ext uri="{FF2B5EF4-FFF2-40B4-BE49-F238E27FC236}">
                <ns2:creationId id="{6FDF11AB-989C-41C3-8278-844344B07ED2}"/>
              </a:ext>
            </a:extLst>
          </p:cNvPr>
          <p:cNvSpPr>
            <a:spLocks noGrp="1"/>
          </p:cNvSpPr>
          <p:nvPr/>
        </p:nvSpPr>
        <p:spPr>
          <a:xfrm>
            <a:off x="4200525" y="4514850"/>
            <a:ext cx="619125" cy="953"/>
          </a:xfrm>
          <a:custGeom>
            <a:pathLst>
              <a:path w="619125" h="953">
                <a:moveTo>
                  <a:pt x="0" y="0"/>
                </a:moveTo>
                <a:lnTo>
                  <a:pt x="619125" y="0"/>
                </a:lnTo>
              </a:path>
            </a:pathLst>
          </a:custGeom>
          <a:noFill/>
          <a:ln w="17145">
            <a:solidFill>
              <a:srgbClr val="4676CB"/>
            </a:solidFill>
            <a:prstDash val="solid"/>
          </a:ln>
        </p:spPr>
      </p:sp>
      <p:sp>
        <p:nvSpPr>
          <p:cNvPr id="1161" name="v10 arrow:d1Awrite">
            <a:extLst>
              <a:ext uri="{FF2B5EF4-FFF2-40B4-BE49-F238E27FC236}">
                <ns2:creationId id="{8D91AD23-08B3-4B5A-8E00-1C162FD6AD2E}"/>
              </a:ext>
            </a:extLst>
          </p:cNvPr>
          <p:cNvSpPr>
            <a:spLocks noGrp="1"/>
          </p:cNvSpPr>
          <p:nvPr/>
        </p:nvSpPr>
        <p:spPr>
          <a:xfrm>
            <a:off x="4733925" y="44767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62" name="v10 label 갱신">
            <a:extLst>
              <a:ext uri="{FF2B5EF4-FFF2-40B4-BE49-F238E27FC236}">
                <ns2:creationId id="{EC7BBBF0-1809-414A-83FC-0CD4D7A4F9D1}"/>
              </a:ext>
            </a:extLst>
          </p:cNvPr>
          <p:cNvSpPr>
            <a:spLocks noGrp="1"/>
          </p:cNvSpPr>
          <p:nvPr/>
        </p:nvSpPr>
        <p:spPr>
          <a:xfrm>
            <a:off x="4229100" y="4305300"/>
            <a:ext cx="561975"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갱신</a:t>
            </a:r>
            <a:endParaRPr lang="ko-KR">
              <a:latin typeface="Calibri"/>
              <a:ea typeface="Calibri"/>
              <a:cs typeface="Calibri"/>
            </a:endParaRPr>
          </a:p>
        </p:txBody>
      </p:sp>
      <p:sp>
        <p:nvSpPr>
          <p:cNvPr id="1163" name="v10 edge:d1Areuse">
            <a:extLst>
              <a:ext uri="{FF2B5EF4-FFF2-40B4-BE49-F238E27FC236}">
                <ns2:creationId id="{70629863-E130-4B5B-8CA2-85E9CD9F1174}"/>
              </a:ext>
            </a:extLst>
          </p:cNvPr>
          <p:cNvSpPr>
            <a:spLocks noGrp="1"/>
          </p:cNvSpPr>
          <p:nvPr/>
        </p:nvSpPr>
        <p:spPr>
          <a:xfrm>
            <a:off x="4200525" y="4705350"/>
            <a:ext cx="619125" cy="953"/>
          </a:xfrm>
          <a:custGeom>
            <a:pathLst>
              <a:path w="619125" h="953">
                <a:moveTo>
                  <a:pt x="619125" y="0"/>
                </a:moveTo>
                <a:lnTo>
                  <a:pt x="0" y="0"/>
                </a:lnTo>
              </a:path>
            </a:pathLst>
          </a:custGeom>
          <a:noFill/>
          <a:ln w="17145">
            <a:solidFill>
              <a:srgbClr val="4676CB"/>
            </a:solidFill>
            <a:prstDash val="dash"/>
          </a:ln>
        </p:spPr>
      </p:sp>
      <p:sp>
        <p:nvSpPr>
          <p:cNvPr id="1164" name="v10 arrow:d1Areuse">
            <a:extLst>
              <a:ext uri="{FF2B5EF4-FFF2-40B4-BE49-F238E27FC236}">
                <ns2:creationId id="{B77E19A4-6DE3-4BD4-B0EA-EF11A0D95376}"/>
              </a:ext>
            </a:extLst>
          </p:cNvPr>
          <p:cNvSpPr>
            <a:spLocks noGrp="1"/>
          </p:cNvSpPr>
          <p:nvPr/>
        </p:nvSpPr>
        <p:spPr>
          <a:xfrm>
            <a:off x="4200525" y="466725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1165" name="v10 label 조회">
            <a:extLst>
              <a:ext uri="{FF2B5EF4-FFF2-40B4-BE49-F238E27FC236}">
                <ns2:creationId id="{4EE7E189-3FE3-448E-A6A0-00083C18B342}"/>
              </a:ext>
            </a:extLst>
          </p:cNvPr>
          <p:cNvSpPr>
            <a:spLocks noGrp="1"/>
          </p:cNvSpPr>
          <p:nvPr/>
        </p:nvSpPr>
        <p:spPr>
          <a:xfrm>
            <a:off x="4229100" y="4752975"/>
            <a:ext cx="561975"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조회</a:t>
            </a:r>
            <a:endParaRPr lang="ko-KR">
              <a:latin typeface="Calibri"/>
              <a:ea typeface="Calibri"/>
              <a:cs typeface="Calibri"/>
            </a:endParaRPr>
          </a:p>
        </p:txBody>
      </p:sp>
      <p:sp>
        <p:nvSpPr>
          <p:cNvPr id="1166" name="v10 label A2: 변경 부분 읽기&#10;전체 현재성 재검증 유지">
            <a:extLst>
              <a:ext uri="{FF2B5EF4-FFF2-40B4-BE49-F238E27FC236}">
                <ns2:creationId id="{4E592769-9622-43E6-B83B-9E5FA1043B90}"/>
              </a:ext>
            </a:extLst>
          </p:cNvPr>
          <p:cNvSpPr>
            <a:spLocks noGrp="1"/>
          </p:cNvSpPr>
          <p:nvPr/>
        </p:nvSpPr>
        <p:spPr>
          <a:xfrm>
            <a:off x="4391025" y="5238750"/>
            <a:ext cx="2724150" cy="390525"/>
          </a:xfrm>
          <a:prstGeom prst="rect">
            <a:avLst/>
          </a:prstGeom>
          <a:noFill/>
          <a:ln w="0">
            <a:noFill/>
          </a:ln>
        </p:spPr>
        <p:txBody>
          <a:bodyPr wrap="none" lIns="47625" tIns="19050" rIns="47625" bIns="19050" anchor="ctr">
            <a:noAutofit/>
          </a:bodyPr>
          <a:lstStyle>
            <a:defPPr algn="ctr">
              <a:defRPr sz="1300" b="0" lang="ko-KR">
                <a:solidFill>
                  <a:srgbClr val="4676CB"/>
                </a:solidFill>
                <a:latin typeface="Calibri"/>
                <a:ea typeface="Calibri"/>
                <a:cs typeface="Calibri"/>
              </a:defRPr>
            </a:defPPr>
            <a:lvl1pPr algn="ctr">
              <a:defRPr sz="1300" b="0" lang="ko-KR">
                <a:solidFill>
                  <a:srgbClr val="4676CB"/>
                </a:solidFill>
                <a:latin typeface="Calibri"/>
                <a:ea typeface="Calibri"/>
                <a:cs typeface="Calibri"/>
              </a:defRPr>
            </a:lvl1pPr>
            <a:lvl2pPr algn="ctr">
              <a:defRPr sz="1300" b="0" lang="ko-KR">
                <a:solidFill>
                  <a:srgbClr val="4676CB"/>
                </a:solidFill>
                <a:latin typeface="Calibri"/>
                <a:ea typeface="Calibri"/>
                <a:cs typeface="Calibri"/>
              </a:defRPr>
            </a:lvl2pPr>
            <a:lvl3pPr algn="ctr">
              <a:defRPr sz="1300" b="0" lang="ko-KR">
                <a:solidFill>
                  <a:srgbClr val="4676CB"/>
                </a:solidFill>
                <a:latin typeface="Calibri"/>
                <a:ea typeface="Calibri"/>
                <a:cs typeface="Calibri"/>
              </a:defRPr>
            </a:lvl3pPr>
            <a:lvl4pPr algn="ctr">
              <a:defRPr sz="1300" b="0" lang="ko-KR">
                <a:solidFill>
                  <a:srgbClr val="4676CB"/>
                </a:solidFill>
                <a:latin typeface="Calibri"/>
                <a:ea typeface="Calibri"/>
                <a:cs typeface="Calibri"/>
              </a:defRPr>
            </a:lvl4pPr>
            <a:lvl5pPr algn="ctr">
              <a:defRPr sz="1300" b="0" lang="ko-KR">
                <a:solidFill>
                  <a:srgbClr val="4676CB"/>
                </a:solidFill>
                <a:latin typeface="Calibri"/>
                <a:ea typeface="Calibri"/>
                <a:cs typeface="Calibri"/>
              </a:defRPr>
            </a:lvl5pPr>
            <a:lvl6pPr algn="ctr">
              <a:defRPr sz="1300" b="0" lang="ko-KR">
                <a:solidFill>
                  <a:srgbClr val="4676CB"/>
                </a:solidFill>
                <a:latin typeface="Calibri"/>
                <a:ea typeface="Calibri"/>
                <a:cs typeface="Calibri"/>
              </a:defRPr>
            </a:lvl6pPr>
            <a:lvl7pPr algn="ctr">
              <a:defRPr sz="1300" b="0" lang="ko-KR">
                <a:solidFill>
                  <a:srgbClr val="4676CB"/>
                </a:solidFill>
                <a:latin typeface="Calibri"/>
                <a:ea typeface="Calibri"/>
                <a:cs typeface="Calibri"/>
              </a:defRPr>
            </a:lvl7pPr>
            <a:lvl8pPr algn="ctr">
              <a:defRPr sz="1300" b="0" lang="ko-KR">
                <a:solidFill>
                  <a:srgbClr val="4676CB"/>
                </a:solidFill>
                <a:latin typeface="Calibri"/>
                <a:ea typeface="Calibri"/>
                <a:cs typeface="Calibri"/>
              </a:defRPr>
            </a:lvl8pPr>
            <a:lvl9pPr algn="ctr">
              <a:defRPr sz="1300" b="0" lang="ko-KR">
                <a:solidFill>
                  <a:srgbClr val="4676CB"/>
                </a:solidFill>
                <a:latin typeface="Calibri"/>
                <a:ea typeface="Calibri"/>
                <a:cs typeface="Calibri"/>
              </a:defRPr>
            </a:lvl9pPr>
          </a:lstStyle>
          <a:p>
            <a:pPr algn="ctr">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A2: 변경 부분 읽기</a:t>
            </a:r>
            <a:endParaRPr lang="ko-KR">
              <a:latin typeface="Calibri"/>
              <a:ea typeface="Calibri"/>
              <a:cs typeface="Calibri"/>
            </a:endParaRPr>
          </a:p>
          <a:p>
            <a:pPr algn="ctr">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전체 현재성 재검증 유지</a:t>
            </a:r>
            <a:endParaRPr lang="ko-KR">
              <a:latin typeface="Calibri"/>
              <a:ea typeface="Calibri"/>
              <a:cs typeface="Calibri"/>
            </a:endParaRPr>
          </a:p>
        </p:txBody>
      </p:sp>
      <p:sp>
        <p:nvSpPr>
          <p:cNvPr id="1167" name="v10 node:d1Brc">
            <a:extLst>
              <a:ext uri="{FF2B5EF4-FFF2-40B4-BE49-F238E27FC236}">
                <ns2:creationId id="{686632B0-F629-45E3-8957-CBBDF1B08B1D}"/>
              </a:ext>
            </a:extLst>
          </p:cNvPr>
          <p:cNvSpPr>
            <a:spLocks noGrp="1"/>
          </p:cNvSpPr>
          <p:nvPr/>
        </p:nvSpPr>
        <p:spPr>
          <a:xfrm>
            <a:off x="7353300" y="2552700"/>
            <a:ext cx="2238375" cy="742950"/>
          </a:xfrm>
          <a:prstGeom prst="rect">
            <a:avLst/>
          </a:prstGeom>
          <a:solidFill>
            <a:srgbClr val="FFF6DD"/>
          </a:solidFill>
          <a:ln w="16193">
            <a:solidFill>
              <a:srgbClr val="111111"/>
            </a:solidFill>
          </a:ln>
        </p:spPr>
        <p:txBody>
          <a:bodyPr wrap="none" lIns="47625" tIns="19050" rIns="47625" bIns="400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168" name="v10 divider d1Brc">
            <a:extLst>
              <a:ext uri="{FF2B5EF4-FFF2-40B4-BE49-F238E27FC236}">
                <ns2:creationId id="{7CA63F52-9B73-4C59-AF4B-AA6FD30AD3F7}"/>
              </a:ext>
            </a:extLst>
          </p:cNvPr>
          <p:cNvSpPr>
            <a:spLocks noGrp="1"/>
          </p:cNvSpPr>
          <p:nvPr/>
        </p:nvSpPr>
        <p:spPr>
          <a:xfrm>
            <a:off x="7353300" y="2914650"/>
            <a:ext cx="2238375" cy="953"/>
          </a:xfrm>
          <a:custGeom>
            <a:pathLst>
              <a:path w="2238375" h="953">
                <a:moveTo>
                  <a:pt x="0" y="0"/>
                </a:moveTo>
                <a:lnTo>
                  <a:pt x="2238375" y="0"/>
                </a:lnTo>
              </a:path>
            </a:pathLst>
          </a:custGeom>
          <a:noFill/>
          <a:ln w="9525">
            <a:solidFill>
              <a:srgbClr val="111111"/>
            </a:solidFill>
            <a:prstDash val="solid"/>
          </a:ln>
        </p:spPr>
      </p:sp>
      <p:sp>
        <p:nvSpPr>
          <p:cNvPr id="1169" name="v10 node:d1Bcontrol">
            <a:extLst>
              <a:ext uri="{FF2B5EF4-FFF2-40B4-BE49-F238E27FC236}">
                <ns2:creationId id="{6E044A5D-D3CE-4582-A596-79F6D996C5BB}"/>
              </a:ext>
            </a:extLst>
          </p:cNvPr>
          <p:cNvSpPr>
            <a:spLocks noGrp="1"/>
          </p:cNvSpPr>
          <p:nvPr/>
        </p:nvSpPr>
        <p:spPr>
          <a:xfrm>
            <a:off x="7467600" y="2962275"/>
            <a:ext cx="20097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검증 및 채택기</a:t>
            </a:r>
            <a:endParaRPr lang="ko-KR">
              <a:latin typeface="Calibri"/>
              <a:ea typeface="Calibri"/>
              <a:cs typeface="Calibri"/>
            </a:endParaRPr>
          </a:p>
        </p:txBody>
      </p:sp>
      <p:sp>
        <p:nvSpPr>
          <p:cNvPr id="1170" name="v10 node:d1Bri">
            <a:extLst>
              <a:ext uri="{FF2B5EF4-FFF2-40B4-BE49-F238E27FC236}">
                <ns2:creationId id="{0F1E0DF3-A6BF-4535-A8E1-27736A447FB1}"/>
              </a:ext>
            </a:extLst>
          </p:cNvPr>
          <p:cNvSpPr>
            <a:spLocks noGrp="1"/>
          </p:cNvSpPr>
          <p:nvPr/>
        </p:nvSpPr>
        <p:spPr>
          <a:xfrm>
            <a:off x="10210800" y="2552700"/>
            <a:ext cx="2333625" cy="742950"/>
          </a:xfrm>
          <a:prstGeom prst="rect">
            <a:avLst/>
          </a:prstGeom>
          <a:solidFill>
            <a:srgbClr val="FFF6DD"/>
          </a:solidFill>
          <a:ln w="16193">
            <a:solidFill>
              <a:srgbClr val="111111"/>
            </a:solidFill>
          </a:ln>
        </p:spPr>
        <p:txBody>
          <a:bodyPr wrap="none" lIns="47625" tIns="19050" rIns="47625" bIns="400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71" name="v10 divider d1Bri">
            <a:extLst>
              <a:ext uri="{FF2B5EF4-FFF2-40B4-BE49-F238E27FC236}">
                <ns2:creationId id="{DC06C087-58A7-476B-BEAC-437EBFD8F3B3}"/>
              </a:ext>
            </a:extLst>
          </p:cNvPr>
          <p:cNvSpPr>
            <a:spLocks noGrp="1"/>
          </p:cNvSpPr>
          <p:nvPr/>
        </p:nvSpPr>
        <p:spPr>
          <a:xfrm>
            <a:off x="10210800" y="2914650"/>
            <a:ext cx="2333625" cy="953"/>
          </a:xfrm>
          <a:custGeom>
            <a:pathLst>
              <a:path w="2333625" h="953">
                <a:moveTo>
                  <a:pt x="0" y="0"/>
                </a:moveTo>
                <a:lnTo>
                  <a:pt x="2333625" y="0"/>
                </a:lnTo>
              </a:path>
            </a:pathLst>
          </a:custGeom>
          <a:noFill/>
          <a:ln w="9525">
            <a:solidFill>
              <a:srgbClr val="111111"/>
            </a:solidFill>
            <a:prstDash val="solid"/>
          </a:ln>
        </p:spPr>
      </p:sp>
      <p:sp>
        <p:nvSpPr>
          <p:cNvPr id="1172" name="v10 node:d1Binterpret">
            <a:extLst>
              <a:ext uri="{FF2B5EF4-FFF2-40B4-BE49-F238E27FC236}">
                <ns2:creationId id="{FB39E6E1-9F77-43EA-B76E-482C5ABC6825}"/>
              </a:ext>
            </a:extLst>
          </p:cNvPr>
          <p:cNvSpPr>
            <a:spLocks noGrp="1"/>
          </p:cNvSpPr>
          <p:nvPr/>
        </p:nvSpPr>
        <p:spPr>
          <a:xfrm>
            <a:off x="10334625" y="296227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의미 해석기</a:t>
            </a:r>
            <a:endParaRPr lang="ko-KR">
              <a:latin typeface="Calibri"/>
              <a:ea typeface="Calibri"/>
              <a:cs typeface="Calibri"/>
            </a:endParaRPr>
          </a:p>
        </p:txBody>
      </p:sp>
      <p:sp>
        <p:nvSpPr>
          <p:cNvPr id="1173" name="v10 edge:d1Binterpret-call">
            <a:extLst>
              <a:ext uri="{FF2B5EF4-FFF2-40B4-BE49-F238E27FC236}">
                <ns2:creationId id="{96D07A24-6855-4A77-B8B2-A45DB33917D4}"/>
              </a:ext>
            </a:extLst>
          </p:cNvPr>
          <p:cNvSpPr>
            <a:spLocks noGrp="1"/>
          </p:cNvSpPr>
          <p:nvPr/>
        </p:nvSpPr>
        <p:spPr>
          <a:xfrm>
            <a:off x="9477375" y="3086100"/>
            <a:ext cx="857250" cy="953"/>
          </a:xfrm>
          <a:custGeom>
            <a:pathLst>
              <a:path w="857250" h="953">
                <a:moveTo>
                  <a:pt x="0" y="0"/>
                </a:moveTo>
                <a:lnTo>
                  <a:pt x="857250" y="0"/>
                </a:lnTo>
              </a:path>
            </a:pathLst>
          </a:custGeom>
          <a:noFill/>
          <a:ln w="17145">
            <a:solidFill>
              <a:srgbClr val="111111"/>
            </a:solidFill>
            <a:prstDash val="solid"/>
          </a:ln>
        </p:spPr>
      </p:sp>
      <p:sp>
        <p:nvSpPr>
          <p:cNvPr id="1174" name="v10 arrow:d1Binterpret-call">
            <a:extLst>
              <a:ext uri="{FF2B5EF4-FFF2-40B4-BE49-F238E27FC236}">
                <ns2:creationId id="{E3842A26-4FC0-4E45-A77F-EC0AF9222A2A}"/>
              </a:ext>
            </a:extLst>
          </p:cNvPr>
          <p:cNvSpPr>
            <a:spLocks noGrp="1"/>
          </p:cNvSpPr>
          <p:nvPr/>
        </p:nvSpPr>
        <p:spPr>
          <a:xfrm>
            <a:off x="10248900" y="3048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75" name="v10 label 입력 +&#10;근거">
            <a:extLst>
              <a:ext uri="{FF2B5EF4-FFF2-40B4-BE49-F238E27FC236}">
                <ns2:creationId id="{0DE419FF-A175-4BEF-B86C-721C38611432}"/>
              </a:ext>
            </a:extLst>
          </p:cNvPr>
          <p:cNvSpPr>
            <a:spLocks noGrp="1"/>
          </p:cNvSpPr>
          <p:nvPr/>
        </p:nvSpPr>
        <p:spPr>
          <a:xfrm>
            <a:off x="9620250" y="2657475"/>
            <a:ext cx="571500" cy="4000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입력 +</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근거</a:t>
            </a:r>
            <a:endParaRPr lang="ko-KR">
              <a:latin typeface="Calibri"/>
              <a:ea typeface="Calibri"/>
              <a:cs typeface="Calibri"/>
            </a:endParaRPr>
          </a:p>
        </p:txBody>
      </p:sp>
      <p:sp>
        <p:nvSpPr>
          <p:cNvPr id="1176" name="v10 edge:d1Bproposal">
            <a:extLst>
              <a:ext uri="{FF2B5EF4-FFF2-40B4-BE49-F238E27FC236}">
                <ns2:creationId id="{C7187DAA-A5EA-4204-A678-848B6696A4D9}"/>
              </a:ext>
            </a:extLst>
          </p:cNvPr>
          <p:cNvSpPr>
            <a:spLocks noGrp="1"/>
          </p:cNvSpPr>
          <p:nvPr/>
        </p:nvSpPr>
        <p:spPr>
          <a:xfrm>
            <a:off x="8467725" y="3238500"/>
            <a:ext cx="2914650" cy="257175"/>
          </a:xfrm>
          <a:custGeom>
            <a:pathLst>
              <a:path w="2914650" h="257175">
                <a:moveTo>
                  <a:pt x="2914650" y="0"/>
                </a:moveTo>
                <a:lnTo>
                  <a:pt x="2914650" y="257175"/>
                </a:lnTo>
                <a:lnTo>
                  <a:pt x="0" y="257175"/>
                </a:lnTo>
                <a:lnTo>
                  <a:pt x="0" y="0"/>
                </a:lnTo>
              </a:path>
            </a:pathLst>
          </a:custGeom>
          <a:noFill/>
          <a:ln w="17145">
            <a:solidFill>
              <a:srgbClr val="111111"/>
            </a:solidFill>
            <a:prstDash val="dash"/>
          </a:ln>
        </p:spPr>
      </p:sp>
      <p:sp>
        <p:nvSpPr>
          <p:cNvPr id="1177" name="v10 arrow:d1Bproposal">
            <a:extLst>
              <a:ext uri="{FF2B5EF4-FFF2-40B4-BE49-F238E27FC236}">
                <ns2:creationId id="{F255D68F-EC2E-4122-ABE0-C15311C27BE2}"/>
              </a:ext>
            </a:extLst>
          </p:cNvPr>
          <p:cNvSpPr>
            <a:spLocks noGrp="1"/>
          </p:cNvSpPr>
          <p:nvPr/>
        </p:nvSpPr>
        <p:spPr>
          <a:xfrm>
            <a:off x="8429625" y="32385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78" name="v10 label 의미 제안 / 근거 보완 요구">
            <a:extLst>
              <a:ext uri="{FF2B5EF4-FFF2-40B4-BE49-F238E27FC236}">
                <ns2:creationId id="{8CE74CBB-1847-41A0-B35F-DE8B759D82BE}"/>
              </a:ext>
            </a:extLst>
          </p:cNvPr>
          <p:cNvSpPr>
            <a:spLocks noGrp="1"/>
          </p:cNvSpPr>
          <p:nvPr/>
        </p:nvSpPr>
        <p:spPr>
          <a:xfrm>
            <a:off x="8915400" y="3286125"/>
            <a:ext cx="24098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의미 제안 / 근거 보완 요구</a:t>
            </a:r>
            <a:endParaRPr lang="ko-KR">
              <a:latin typeface="Calibri"/>
              <a:ea typeface="Calibri"/>
              <a:cs typeface="Calibri"/>
            </a:endParaRPr>
          </a:p>
        </p:txBody>
      </p:sp>
      <p:sp>
        <p:nvSpPr>
          <p:cNvPr id="1179" name="v10 label 요청마다 근거 구성">
            <a:extLst>
              <a:ext uri="{FF2B5EF4-FFF2-40B4-BE49-F238E27FC236}">
                <ns2:creationId id="{8C15AAD5-C174-49AB-A0D9-5E5096180DBB}"/>
              </a:ext>
            </a:extLst>
          </p:cNvPr>
          <p:cNvSpPr>
            <a:spLocks noGrp="1"/>
          </p:cNvSpPr>
          <p:nvPr/>
        </p:nvSpPr>
        <p:spPr>
          <a:xfrm>
            <a:off x="7353300" y="2247900"/>
            <a:ext cx="5191125" cy="257175"/>
          </a:xfrm>
          <a:prstGeom prst="rect">
            <a:avLst/>
          </a:prstGeom>
          <a:noFill/>
          <a:ln w="0">
            <a:noFill/>
          </a:ln>
        </p:spPr>
        <p:txBody>
          <a:bodyPr wrap="none" lIns="47625" tIns="19050" rIns="47625" bIns="19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요청마다 근거 구성</a:t>
            </a:r>
            <a:endParaRPr lang="ko-KR">
              <a:latin typeface="Calibri"/>
              <a:ea typeface="Calibri"/>
              <a:cs typeface="Calibri"/>
            </a:endParaRPr>
          </a:p>
        </p:txBody>
      </p:sp>
      <p:sp>
        <p:nvSpPr>
          <p:cNvPr id="1180" name="v10 node:d1Bcm">
            <a:extLst>
              <a:ext uri="{FF2B5EF4-FFF2-40B4-BE49-F238E27FC236}">
                <ns2:creationId id="{69261357-C69E-4725-88C6-906608AE43CF}"/>
              </a:ext>
            </a:extLst>
          </p:cNvPr>
          <p:cNvSpPr>
            <a:spLocks noGrp="1"/>
          </p:cNvSpPr>
          <p:nvPr/>
        </p:nvSpPr>
        <p:spPr>
          <a:xfrm>
            <a:off x="7353300" y="3971925"/>
            <a:ext cx="5191125" cy="1181100"/>
          </a:xfrm>
          <a:prstGeom prst="rect">
            <a:avLst/>
          </a:prstGeom>
          <a:solidFill>
            <a:srgbClr val="FFF6DD"/>
          </a:solidFill>
          <a:ln w="16193">
            <a:solidFill>
              <a:srgbClr val="111111"/>
            </a:solidFill>
          </a:ln>
        </p:spPr>
        <p:txBody>
          <a:bodyPr wrap="none" lIns="47625" tIns="19050" rIns="47625" bIns="8382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181" name="v10 divider d1Bcm">
            <a:extLst>
              <a:ext uri="{FF2B5EF4-FFF2-40B4-BE49-F238E27FC236}">
                <ns2:creationId id="{96C68504-7C31-4AEF-8326-D8661D187413}"/>
              </a:ext>
            </a:extLst>
          </p:cNvPr>
          <p:cNvSpPr>
            <a:spLocks noGrp="1"/>
          </p:cNvSpPr>
          <p:nvPr/>
        </p:nvSpPr>
        <p:spPr>
          <a:xfrm>
            <a:off x="7353300" y="4333875"/>
            <a:ext cx="5191125" cy="953"/>
          </a:xfrm>
          <a:custGeom>
            <a:pathLst>
              <a:path w="5191125" h="953">
                <a:moveTo>
                  <a:pt x="0" y="0"/>
                </a:moveTo>
                <a:lnTo>
                  <a:pt x="5191125" y="0"/>
                </a:lnTo>
              </a:path>
            </a:pathLst>
          </a:custGeom>
          <a:noFill/>
          <a:ln w="9525">
            <a:solidFill>
              <a:srgbClr val="111111"/>
            </a:solidFill>
            <a:prstDash val="solid"/>
          </a:ln>
        </p:spPr>
      </p:sp>
      <p:sp>
        <p:nvSpPr>
          <p:cNvPr id="1182" name="v10 node:d1Bquery">
            <a:extLst>
              <a:ext uri="{FF2B5EF4-FFF2-40B4-BE49-F238E27FC236}">
                <ns2:creationId id="{5F82B9F7-21E7-4156-B62C-DE45D2CE8ACD}"/>
              </a:ext>
            </a:extLst>
          </p:cNvPr>
          <p:cNvSpPr>
            <a:spLocks noGrp="1"/>
          </p:cNvSpPr>
          <p:nvPr/>
        </p:nvSpPr>
        <p:spPr>
          <a:xfrm>
            <a:off x="7496175" y="4400550"/>
            <a:ext cx="2095500" cy="323850"/>
          </a:xfrm>
          <a:prstGeom prst="roundRect">
            <a:avLst>
              <a:gd name="adj" fmla="val 23529"/>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조회 및 묶음 구성기</a:t>
            </a:r>
            <a:endParaRPr lang="ko-KR">
              <a:latin typeface="Calibri"/>
              <a:ea typeface="Calibri"/>
              <a:cs typeface="Calibri"/>
            </a:endParaRPr>
          </a:p>
        </p:txBody>
      </p:sp>
      <p:sp>
        <p:nvSpPr>
          <p:cNvPr id="1183" name="v10 node:d1Bview">
            <a:extLst>
              <a:ext uri="{FF2B5EF4-FFF2-40B4-BE49-F238E27FC236}">
                <ns2:creationId id="{41E64C79-0838-47B6-B3BE-7F3954370D56}"/>
              </a:ext>
            </a:extLst>
          </p:cNvPr>
          <p:cNvSpPr>
            <a:spLocks noGrp="1"/>
          </p:cNvSpPr>
          <p:nvPr/>
        </p:nvSpPr>
        <p:spPr>
          <a:xfrm>
            <a:off x="10210800" y="4381500"/>
            <a:ext cx="2190750" cy="619125"/>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임시 근거 묶음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 / 요청 수명</a:t>
            </a:r>
            <a:endParaRPr lang="ko-KR">
              <a:latin typeface="Calibri"/>
              <a:ea typeface="Calibri"/>
              <a:cs typeface="Calibri"/>
            </a:endParaRPr>
          </a:p>
        </p:txBody>
      </p:sp>
      <p:sp>
        <p:nvSpPr>
          <p:cNvPr id="1184" name="v10 node:d1Bsource">
            <a:extLst>
              <a:ext uri="{FF2B5EF4-FFF2-40B4-BE49-F238E27FC236}">
                <ns2:creationId id="{CAD5798E-E569-4D97-9C70-57FA10BC6F82}"/>
              </a:ext>
            </a:extLst>
          </p:cNvPr>
          <p:cNvSpPr>
            <a:spLocks noGrp="1"/>
          </p:cNvSpPr>
          <p:nvPr/>
        </p:nvSpPr>
        <p:spPr>
          <a:xfrm>
            <a:off x="7353300" y="5286375"/>
            <a:ext cx="2238375" cy="3143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300" b="1" lang="ko-KR">
                <a:solidFill>
                  <a:srgbClr val="111111"/>
                </a:solidFill>
                <a:latin typeface="Calibri"/>
                <a:ea typeface="Calibri"/>
                <a:cs typeface="Calibri"/>
              </a:defRPr>
            </a:defPPr>
            <a:lvl1pPr algn="ctr">
              <a:defRPr sz="1300" b="1" lang="ko-KR">
                <a:solidFill>
                  <a:srgbClr val="111111"/>
                </a:solidFill>
                <a:latin typeface="Calibri"/>
                <a:ea typeface="Calibri"/>
                <a:cs typeface="Calibri"/>
              </a:defRPr>
            </a:lvl1pPr>
            <a:lvl2pPr algn="ctr">
              <a:defRPr sz="1300" b="1" lang="ko-KR">
                <a:solidFill>
                  <a:srgbClr val="111111"/>
                </a:solidFill>
                <a:latin typeface="Calibri"/>
                <a:ea typeface="Calibri"/>
                <a:cs typeface="Calibri"/>
              </a:defRPr>
            </a:lvl2pPr>
            <a:lvl3pPr algn="ctr">
              <a:defRPr sz="1300" b="1" lang="ko-KR">
                <a:solidFill>
                  <a:srgbClr val="111111"/>
                </a:solidFill>
                <a:latin typeface="Calibri"/>
                <a:ea typeface="Calibri"/>
                <a:cs typeface="Calibri"/>
              </a:defRPr>
            </a:lvl3pPr>
            <a:lvl4pPr algn="ctr">
              <a:defRPr sz="1300" b="1" lang="ko-KR">
                <a:solidFill>
                  <a:srgbClr val="111111"/>
                </a:solidFill>
                <a:latin typeface="Calibri"/>
                <a:ea typeface="Calibri"/>
                <a:cs typeface="Calibri"/>
              </a:defRPr>
            </a:lvl4pPr>
            <a:lvl5pPr algn="ctr">
              <a:defRPr sz="1300" b="1" lang="ko-KR">
                <a:solidFill>
                  <a:srgbClr val="111111"/>
                </a:solidFill>
                <a:latin typeface="Calibri"/>
                <a:ea typeface="Calibri"/>
                <a:cs typeface="Calibri"/>
              </a:defRPr>
            </a:lvl5pPr>
            <a:lvl6pPr algn="ctr">
              <a:defRPr sz="1300" b="1" lang="ko-KR">
                <a:solidFill>
                  <a:srgbClr val="111111"/>
                </a:solidFill>
                <a:latin typeface="Calibri"/>
                <a:ea typeface="Calibri"/>
                <a:cs typeface="Calibri"/>
              </a:defRPr>
            </a:lvl6pPr>
            <a:lvl7pPr algn="ctr">
              <a:defRPr sz="1300" b="1" lang="ko-KR">
                <a:solidFill>
                  <a:srgbClr val="111111"/>
                </a:solidFill>
                <a:latin typeface="Calibri"/>
                <a:ea typeface="Calibri"/>
                <a:cs typeface="Calibri"/>
              </a:defRPr>
            </a:lvl7pPr>
            <a:lvl8pPr algn="ctr">
              <a:defRPr sz="1300" b="1" lang="ko-KR">
                <a:solidFill>
                  <a:srgbClr val="111111"/>
                </a:solidFill>
                <a:latin typeface="Calibri"/>
                <a:ea typeface="Calibri"/>
                <a:cs typeface="Calibri"/>
              </a:defRPr>
            </a:lvl8pPr>
            <a:lvl9pPr algn="ctr">
              <a:defRPr sz="1300" b="1" lang="ko-KR">
                <a:solidFill>
                  <a:srgbClr val="111111"/>
                </a:solidFill>
                <a:latin typeface="Calibri"/>
                <a:ea typeface="Calibri"/>
                <a:cs typeface="Calibri"/>
              </a:defRPr>
            </a:lvl9pPr>
          </a:lstStyle>
          <a:p>
            <a:pPr algn="ctr">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원본 owner (VIA 내부)</a:t>
            </a:r>
            <a:endParaRPr lang="ko-KR">
              <a:latin typeface="Calibri"/>
              <a:ea typeface="Calibri"/>
              <a:cs typeface="Calibri"/>
            </a:endParaRPr>
          </a:p>
        </p:txBody>
      </p:sp>
      <p:sp>
        <p:nvSpPr>
          <p:cNvPr id="1185" name="v10 edge:d1Ballow">
            <a:extLst>
              <a:ext uri="{FF2B5EF4-FFF2-40B4-BE49-F238E27FC236}">
                <ns2:creationId id="{8A1831BC-DEB2-4D91-A58E-20D49012E5B5}"/>
              </a:ext>
            </a:extLst>
          </p:cNvPr>
          <p:cNvSpPr>
            <a:spLocks noGrp="1"/>
          </p:cNvSpPr>
          <p:nvPr/>
        </p:nvSpPr>
        <p:spPr>
          <a:xfrm>
            <a:off x="7848600" y="3238500"/>
            <a:ext cx="504825" cy="1162050"/>
          </a:xfrm>
          <a:custGeom>
            <a:pathLst>
              <a:path w="504825" h="1162050">
                <a:moveTo>
                  <a:pt x="0" y="0"/>
                </a:moveTo>
                <a:lnTo>
                  <a:pt x="0" y="533400"/>
                </a:lnTo>
                <a:lnTo>
                  <a:pt x="504825" y="533400"/>
                </a:lnTo>
                <a:lnTo>
                  <a:pt x="504825" y="1162050"/>
                </a:lnTo>
              </a:path>
            </a:pathLst>
          </a:custGeom>
          <a:noFill/>
          <a:ln w="17145">
            <a:solidFill>
              <a:srgbClr val="111111"/>
            </a:solidFill>
            <a:prstDash val="solid"/>
          </a:ln>
        </p:spPr>
      </p:sp>
      <p:sp>
        <p:nvSpPr>
          <p:cNvPr id="1186" name="v10 arrow:d1Ballow">
            <a:extLst>
              <a:ext uri="{FF2B5EF4-FFF2-40B4-BE49-F238E27FC236}">
                <ns2:creationId id="{A4AC1419-133C-4FE5-AF39-FDD55D3798B3}"/>
              </a:ext>
            </a:extLst>
          </p:cNvPr>
          <p:cNvSpPr>
            <a:spLocks noGrp="1"/>
          </p:cNvSpPr>
          <p:nvPr/>
        </p:nvSpPr>
        <p:spPr>
          <a:xfrm>
            <a:off x="8315325" y="43148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87" name="v10 label 시작 근거 / 추가 범위 조회 허가">
            <a:extLst>
              <a:ext uri="{FF2B5EF4-FFF2-40B4-BE49-F238E27FC236}">
                <ns2:creationId id="{1B024DDE-088E-4B90-89B9-2EC25DEA1600}"/>
              </a:ext>
            </a:extLst>
          </p:cNvPr>
          <p:cNvSpPr>
            <a:spLocks noGrp="1"/>
          </p:cNvSpPr>
          <p:nvPr/>
        </p:nvSpPr>
        <p:spPr>
          <a:xfrm>
            <a:off x="7972425" y="3581400"/>
            <a:ext cx="2238375" cy="1905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시작 근거 / 추가 범위 조회 허가</a:t>
            </a:r>
            <a:endParaRPr lang="ko-KR">
              <a:latin typeface="Calibri"/>
              <a:ea typeface="Calibri"/>
              <a:cs typeface="Calibri"/>
            </a:endParaRPr>
          </a:p>
        </p:txBody>
      </p:sp>
      <p:sp>
        <p:nvSpPr>
          <p:cNvPr id="1188" name="v10 edge:d1Bbundle">
            <a:extLst>
              <a:ext uri="{FF2B5EF4-FFF2-40B4-BE49-F238E27FC236}">
                <ns2:creationId id="{605BA027-7FD3-4DE9-8500-9D8C6F6F8BDD}"/>
              </a:ext>
            </a:extLst>
          </p:cNvPr>
          <p:cNvSpPr>
            <a:spLocks noGrp="1"/>
          </p:cNvSpPr>
          <p:nvPr/>
        </p:nvSpPr>
        <p:spPr>
          <a:xfrm>
            <a:off x="7267575" y="3238500"/>
            <a:ext cx="371475" cy="1304925"/>
          </a:xfrm>
          <a:custGeom>
            <a:pathLst>
              <a:path w="371475" h="1304925">
                <a:moveTo>
                  <a:pt x="228600" y="1304925"/>
                </a:moveTo>
                <a:lnTo>
                  <a:pt x="0" y="1304925"/>
                </a:lnTo>
                <a:lnTo>
                  <a:pt x="0" y="123825"/>
                </a:lnTo>
                <a:lnTo>
                  <a:pt x="371475" y="123825"/>
                </a:lnTo>
                <a:lnTo>
                  <a:pt x="371475" y="0"/>
                </a:lnTo>
              </a:path>
            </a:pathLst>
          </a:custGeom>
          <a:noFill/>
          <a:ln w="17145">
            <a:solidFill>
              <a:srgbClr val="111111"/>
            </a:solidFill>
            <a:prstDash val="dash"/>
          </a:ln>
        </p:spPr>
      </p:sp>
      <p:sp>
        <p:nvSpPr>
          <p:cNvPr id="1189" name="v10 arrow:d1Bbundle">
            <a:extLst>
              <a:ext uri="{FF2B5EF4-FFF2-40B4-BE49-F238E27FC236}">
                <ns2:creationId id="{B3E64241-C494-479B-8FEB-FC691FC37012}"/>
              </a:ext>
            </a:extLst>
          </p:cNvPr>
          <p:cNvSpPr>
            <a:spLocks noGrp="1"/>
          </p:cNvSpPr>
          <p:nvPr/>
        </p:nvSpPr>
        <p:spPr>
          <a:xfrm>
            <a:off x="7600950" y="32385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90" name="v10 label 근거 / 불가">
            <a:extLst>
              <a:ext uri="{FF2B5EF4-FFF2-40B4-BE49-F238E27FC236}">
                <ns2:creationId id="{391C2747-F203-4036-823F-6711FC787733}"/>
              </a:ext>
            </a:extLst>
          </p:cNvPr>
          <p:cNvSpPr>
            <a:spLocks noGrp="1"/>
          </p:cNvSpPr>
          <p:nvPr/>
        </p:nvSpPr>
        <p:spPr>
          <a:xfrm>
            <a:off x="7305675" y="3790950"/>
            <a:ext cx="1809750" cy="18097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근거 / 불가</a:t>
            </a:r>
            <a:endParaRPr lang="ko-KR">
              <a:latin typeface="Calibri"/>
              <a:ea typeface="Calibri"/>
              <a:cs typeface="Calibri"/>
            </a:endParaRPr>
          </a:p>
        </p:txBody>
      </p:sp>
      <p:sp>
        <p:nvSpPr>
          <p:cNvPr id="1191" name="v10 edge:d1Bread">
            <a:extLst>
              <a:ext uri="{FF2B5EF4-FFF2-40B4-BE49-F238E27FC236}">
                <ns2:creationId id="{5669647F-D793-46D2-AAD4-1B133BDFBD2A}"/>
              </a:ext>
            </a:extLst>
          </p:cNvPr>
          <p:cNvSpPr>
            <a:spLocks noGrp="1"/>
          </p:cNvSpPr>
          <p:nvPr/>
        </p:nvSpPr>
        <p:spPr>
          <a:xfrm>
            <a:off x="8020050" y="4724400"/>
            <a:ext cx="953" cy="561975"/>
          </a:xfrm>
          <a:custGeom>
            <a:pathLst>
              <a:path w="953" h="561975">
                <a:moveTo>
                  <a:pt x="0" y="0"/>
                </a:moveTo>
                <a:lnTo>
                  <a:pt x="0" y="561975"/>
                </a:lnTo>
              </a:path>
            </a:pathLst>
          </a:custGeom>
          <a:noFill/>
          <a:ln w="17145">
            <a:solidFill>
              <a:srgbClr val="111111"/>
            </a:solidFill>
            <a:prstDash val="solid"/>
          </a:ln>
        </p:spPr>
      </p:sp>
      <p:sp>
        <p:nvSpPr>
          <p:cNvPr id="1192" name="v10 arrow:d1Bread">
            <a:extLst>
              <a:ext uri="{FF2B5EF4-FFF2-40B4-BE49-F238E27FC236}">
                <ns2:creationId id="{2C6D4A94-6FB7-4491-A3A4-705661C769B8}"/>
              </a:ext>
            </a:extLst>
          </p:cNvPr>
          <p:cNvSpPr>
            <a:spLocks noGrp="1"/>
          </p:cNvSpPr>
          <p:nvPr/>
        </p:nvSpPr>
        <p:spPr>
          <a:xfrm>
            <a:off x="7981950" y="52006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93" name="v10 label 부족 시&#10;읽기">
            <a:extLst>
              <a:ext uri="{FF2B5EF4-FFF2-40B4-BE49-F238E27FC236}">
                <ns2:creationId id="{EA3BB91E-5341-4AF0-9428-0635DC54F16D}"/>
              </a:ext>
            </a:extLst>
          </p:cNvPr>
          <p:cNvSpPr>
            <a:spLocks noGrp="1"/>
          </p:cNvSpPr>
          <p:nvPr/>
        </p:nvSpPr>
        <p:spPr>
          <a:xfrm>
            <a:off x="7372350" y="4781550"/>
            <a:ext cx="609600" cy="3238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부족 시</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194" name="v10 edge:d1Braw">
            <a:extLst>
              <a:ext uri="{FF2B5EF4-FFF2-40B4-BE49-F238E27FC236}">
                <ns2:creationId id="{7F62E7F4-C90D-4678-BB08-56583A908BB6}"/>
              </a:ext>
            </a:extLst>
          </p:cNvPr>
          <p:cNvSpPr>
            <a:spLocks noGrp="1"/>
          </p:cNvSpPr>
          <p:nvPr/>
        </p:nvSpPr>
        <p:spPr>
          <a:xfrm>
            <a:off x="9067800" y="4724400"/>
            <a:ext cx="953" cy="561975"/>
          </a:xfrm>
          <a:custGeom>
            <a:pathLst>
              <a:path w="953" h="561975">
                <a:moveTo>
                  <a:pt x="0" y="561975"/>
                </a:moveTo>
                <a:lnTo>
                  <a:pt x="0" y="0"/>
                </a:lnTo>
              </a:path>
            </a:pathLst>
          </a:custGeom>
          <a:noFill/>
          <a:ln w="17145">
            <a:solidFill>
              <a:srgbClr val="111111"/>
            </a:solidFill>
            <a:prstDash val="dash"/>
          </a:ln>
        </p:spPr>
      </p:sp>
      <p:sp>
        <p:nvSpPr>
          <p:cNvPr id="1195" name="v10 arrow:d1Braw">
            <a:extLst>
              <a:ext uri="{FF2B5EF4-FFF2-40B4-BE49-F238E27FC236}">
                <ns2:creationId id="{B7589928-43AF-4C65-8B33-2225F49C6D06}"/>
              </a:ext>
            </a:extLst>
          </p:cNvPr>
          <p:cNvSpPr>
            <a:spLocks noGrp="1"/>
          </p:cNvSpPr>
          <p:nvPr/>
        </p:nvSpPr>
        <p:spPr>
          <a:xfrm>
            <a:off x="9029700" y="47244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96" name="v10 label 원본">
            <a:extLst>
              <a:ext uri="{FF2B5EF4-FFF2-40B4-BE49-F238E27FC236}">
                <ns2:creationId id="{5793C6BE-2954-45F7-963A-33E5B898A0F5}"/>
              </a:ext>
            </a:extLst>
          </p:cNvPr>
          <p:cNvSpPr>
            <a:spLocks noGrp="1"/>
          </p:cNvSpPr>
          <p:nvPr/>
        </p:nvSpPr>
        <p:spPr>
          <a:xfrm>
            <a:off x="9096375" y="4914900"/>
            <a:ext cx="609600" cy="1905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원본</a:t>
            </a:r>
            <a:endParaRPr lang="ko-KR">
              <a:latin typeface="Calibri"/>
              <a:ea typeface="Calibri"/>
              <a:cs typeface="Calibri"/>
            </a:endParaRPr>
          </a:p>
        </p:txBody>
      </p:sp>
      <p:sp>
        <p:nvSpPr>
          <p:cNvPr id="1197" name="v10 edge:d1Bwrite">
            <a:extLst>
              <a:ext uri="{FF2B5EF4-FFF2-40B4-BE49-F238E27FC236}">
                <ns2:creationId id="{A4C67316-DA07-458F-8E3E-774A770371EE}"/>
              </a:ext>
            </a:extLst>
          </p:cNvPr>
          <p:cNvSpPr>
            <a:spLocks noGrp="1"/>
          </p:cNvSpPr>
          <p:nvPr/>
        </p:nvSpPr>
        <p:spPr>
          <a:xfrm>
            <a:off x="9591675" y="4514850"/>
            <a:ext cx="619125" cy="953"/>
          </a:xfrm>
          <a:custGeom>
            <a:pathLst>
              <a:path w="619125" h="953">
                <a:moveTo>
                  <a:pt x="0" y="0"/>
                </a:moveTo>
                <a:lnTo>
                  <a:pt x="619125" y="0"/>
                </a:lnTo>
              </a:path>
            </a:pathLst>
          </a:custGeom>
          <a:noFill/>
          <a:ln w="17145">
            <a:solidFill>
              <a:srgbClr val="32824A"/>
            </a:solidFill>
            <a:prstDash val="solid"/>
          </a:ln>
        </p:spPr>
      </p:sp>
      <p:sp>
        <p:nvSpPr>
          <p:cNvPr id="1198" name="v10 arrow:d1Bwrite">
            <a:extLst>
              <a:ext uri="{FF2B5EF4-FFF2-40B4-BE49-F238E27FC236}">
                <ns2:creationId id="{4022C656-D5A6-4F67-A6E2-9C58B816CC56}"/>
              </a:ext>
            </a:extLst>
          </p:cNvPr>
          <p:cNvSpPr>
            <a:spLocks noGrp="1"/>
          </p:cNvSpPr>
          <p:nvPr/>
        </p:nvSpPr>
        <p:spPr>
          <a:xfrm>
            <a:off x="10125075" y="447675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199" name="v10 label 갱신">
            <a:extLst>
              <a:ext uri="{FF2B5EF4-FFF2-40B4-BE49-F238E27FC236}">
                <ns2:creationId id="{884EB174-D955-41FD-AA54-59535FD1C985}"/>
              </a:ext>
            </a:extLst>
          </p:cNvPr>
          <p:cNvSpPr>
            <a:spLocks noGrp="1"/>
          </p:cNvSpPr>
          <p:nvPr/>
        </p:nvSpPr>
        <p:spPr>
          <a:xfrm>
            <a:off x="9620250" y="4305300"/>
            <a:ext cx="561975"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갱신</a:t>
            </a:r>
            <a:endParaRPr lang="ko-KR">
              <a:latin typeface="Calibri"/>
              <a:ea typeface="Calibri"/>
              <a:cs typeface="Calibri"/>
            </a:endParaRPr>
          </a:p>
        </p:txBody>
      </p:sp>
      <p:sp>
        <p:nvSpPr>
          <p:cNvPr id="1200" name="v10 edge:d1Breuse">
            <a:extLst>
              <a:ext uri="{FF2B5EF4-FFF2-40B4-BE49-F238E27FC236}">
                <ns2:creationId id="{8BB8ED89-210A-40C9-86C2-77162E5CC62F}"/>
              </a:ext>
            </a:extLst>
          </p:cNvPr>
          <p:cNvSpPr>
            <a:spLocks noGrp="1"/>
          </p:cNvSpPr>
          <p:nvPr/>
        </p:nvSpPr>
        <p:spPr>
          <a:xfrm>
            <a:off x="9591675" y="4705350"/>
            <a:ext cx="619125" cy="953"/>
          </a:xfrm>
          <a:custGeom>
            <a:pathLst>
              <a:path w="619125" h="953">
                <a:moveTo>
                  <a:pt x="619125" y="0"/>
                </a:moveTo>
                <a:lnTo>
                  <a:pt x="0" y="0"/>
                </a:lnTo>
              </a:path>
            </a:pathLst>
          </a:custGeom>
          <a:noFill/>
          <a:ln w="17145">
            <a:solidFill>
              <a:srgbClr val="32824A"/>
            </a:solidFill>
            <a:prstDash val="dash"/>
          </a:ln>
        </p:spPr>
      </p:sp>
      <p:sp>
        <p:nvSpPr>
          <p:cNvPr id="1201" name="v10 arrow:d1Breuse">
            <a:extLst>
              <a:ext uri="{FF2B5EF4-FFF2-40B4-BE49-F238E27FC236}">
                <ns2:creationId id="{3AE5C885-859D-4CFB-940C-EFB0BCA7D373}"/>
              </a:ext>
            </a:extLst>
          </p:cNvPr>
          <p:cNvSpPr>
            <a:spLocks noGrp="1"/>
          </p:cNvSpPr>
          <p:nvPr/>
        </p:nvSpPr>
        <p:spPr>
          <a:xfrm>
            <a:off x="9591675" y="466725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02" name="v10 label 조회">
            <a:extLst>
              <a:ext uri="{FF2B5EF4-FFF2-40B4-BE49-F238E27FC236}">
                <ns2:creationId id="{0B970B66-CE4D-4194-8593-ABA9C419C82F}"/>
              </a:ext>
            </a:extLst>
          </p:cNvPr>
          <p:cNvSpPr>
            <a:spLocks noGrp="1"/>
          </p:cNvSpPr>
          <p:nvPr/>
        </p:nvSpPr>
        <p:spPr>
          <a:xfrm>
            <a:off x="9620250" y="4752975"/>
            <a:ext cx="561975"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조회</a:t>
            </a:r>
            <a:endParaRPr lang="ko-KR">
              <a:latin typeface="Calibri"/>
              <a:ea typeface="Calibri"/>
              <a:cs typeface="Calibri"/>
            </a:endParaRPr>
          </a:p>
        </p:txBody>
      </p:sp>
      <p:sp>
        <p:nvSpPr>
          <p:cNvPr id="1203" name="v10 label 최소 시작 근거 + 부족분 보완&#10;요청 종료 후 임시 묶음 해제">
            <a:extLst>
              <a:ext uri="{FF2B5EF4-FFF2-40B4-BE49-F238E27FC236}">
                <ns2:creationId id="{14728E4A-13C9-4D08-A54B-243C928908F5}"/>
              </a:ext>
            </a:extLst>
          </p:cNvPr>
          <p:cNvSpPr>
            <a:spLocks noGrp="1"/>
          </p:cNvSpPr>
          <p:nvPr/>
        </p:nvSpPr>
        <p:spPr>
          <a:xfrm>
            <a:off x="9782175" y="5238750"/>
            <a:ext cx="2724150" cy="390525"/>
          </a:xfrm>
          <a:prstGeom prst="rect">
            <a:avLst/>
          </a:prstGeom>
          <a:no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최소 시작 근거 + 부족분 보완</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요청 종료 후 임시 묶음 해제</a:t>
            </a:r>
            <a:endParaRPr lang="ko-KR">
              <a:latin typeface="Calibri"/>
              <a:ea typeface="Calibri"/>
              <a:cs typeface="Calibri"/>
            </a:endParaRPr>
          </a:p>
        </p:txBody>
      </p:sp>
      <p:sp>
        <p:nvSpPr>
          <p:cNvPr id="1204" name="v10 node:d1Crc">
            <a:extLst>
              <a:ext uri="{FF2B5EF4-FFF2-40B4-BE49-F238E27FC236}">
                <ns2:creationId id="{93EE7FCE-BC28-4C64-8EC7-0F3CD323F3C8}"/>
              </a:ext>
            </a:extLst>
          </p:cNvPr>
          <p:cNvSpPr>
            <a:spLocks noGrp="1"/>
          </p:cNvSpPr>
          <p:nvPr/>
        </p:nvSpPr>
        <p:spPr>
          <a:xfrm>
            <a:off x="12744450" y="2552700"/>
            <a:ext cx="2238375" cy="742950"/>
          </a:xfrm>
          <a:prstGeom prst="rect">
            <a:avLst/>
          </a:prstGeom>
          <a:solidFill>
            <a:srgbClr val="FFF6DD"/>
          </a:solidFill>
          <a:ln w="16193">
            <a:solidFill>
              <a:srgbClr val="111111"/>
            </a:solidFill>
          </a:ln>
        </p:spPr>
        <p:txBody>
          <a:bodyPr wrap="none" lIns="47625" tIns="19050" rIns="47625" bIns="400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205" name="v10 divider d1Crc">
            <a:extLst>
              <a:ext uri="{FF2B5EF4-FFF2-40B4-BE49-F238E27FC236}">
                <ns2:creationId id="{F54FCE51-F735-4B39-BF01-6137481A4B46}"/>
              </a:ext>
            </a:extLst>
          </p:cNvPr>
          <p:cNvSpPr>
            <a:spLocks noGrp="1"/>
          </p:cNvSpPr>
          <p:nvPr/>
        </p:nvSpPr>
        <p:spPr>
          <a:xfrm>
            <a:off x="12744450" y="2914650"/>
            <a:ext cx="2238375" cy="953"/>
          </a:xfrm>
          <a:custGeom>
            <a:pathLst>
              <a:path w="2238375" h="953">
                <a:moveTo>
                  <a:pt x="0" y="0"/>
                </a:moveTo>
                <a:lnTo>
                  <a:pt x="2238375" y="0"/>
                </a:lnTo>
              </a:path>
            </a:pathLst>
          </a:custGeom>
          <a:noFill/>
          <a:ln w="9525">
            <a:solidFill>
              <a:srgbClr val="111111"/>
            </a:solidFill>
            <a:prstDash val="solid"/>
          </a:ln>
        </p:spPr>
      </p:sp>
      <p:sp>
        <p:nvSpPr>
          <p:cNvPr id="1206" name="v10 node:d1Ccontrol">
            <a:extLst>
              <a:ext uri="{FF2B5EF4-FFF2-40B4-BE49-F238E27FC236}">
                <ns2:creationId id="{F98855D2-18B9-4157-A092-36AADE39A84C}"/>
              </a:ext>
            </a:extLst>
          </p:cNvPr>
          <p:cNvSpPr>
            <a:spLocks noGrp="1"/>
          </p:cNvSpPr>
          <p:nvPr/>
        </p:nvSpPr>
        <p:spPr>
          <a:xfrm>
            <a:off x="12858750" y="2962275"/>
            <a:ext cx="20097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검증 및 채택기</a:t>
            </a:r>
            <a:endParaRPr lang="ko-KR">
              <a:latin typeface="Calibri"/>
              <a:ea typeface="Calibri"/>
              <a:cs typeface="Calibri"/>
            </a:endParaRPr>
          </a:p>
        </p:txBody>
      </p:sp>
      <p:sp>
        <p:nvSpPr>
          <p:cNvPr id="1207" name="v10 node:d1Cri">
            <a:extLst>
              <a:ext uri="{FF2B5EF4-FFF2-40B4-BE49-F238E27FC236}">
                <ns2:creationId id="{74AA9FC1-2DF7-48F2-ABD1-A83C0C8B9836}"/>
              </a:ext>
            </a:extLst>
          </p:cNvPr>
          <p:cNvSpPr>
            <a:spLocks noGrp="1"/>
          </p:cNvSpPr>
          <p:nvPr/>
        </p:nvSpPr>
        <p:spPr>
          <a:xfrm>
            <a:off x="15601950" y="2552700"/>
            <a:ext cx="2333625" cy="742950"/>
          </a:xfrm>
          <a:prstGeom prst="rect">
            <a:avLst/>
          </a:prstGeom>
          <a:solidFill>
            <a:srgbClr val="FFF6DD"/>
          </a:solidFill>
          <a:ln w="16193">
            <a:solidFill>
              <a:srgbClr val="111111"/>
            </a:solidFill>
          </a:ln>
        </p:spPr>
        <p:txBody>
          <a:bodyPr wrap="none" lIns="47625" tIns="19050" rIns="47625" bIns="400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208" name="v10 divider d1Cri">
            <a:extLst>
              <a:ext uri="{FF2B5EF4-FFF2-40B4-BE49-F238E27FC236}">
                <ns2:creationId id="{89AA4DFE-CA21-48D5-9C0F-F9F44071240B}"/>
              </a:ext>
            </a:extLst>
          </p:cNvPr>
          <p:cNvSpPr>
            <a:spLocks noGrp="1"/>
          </p:cNvSpPr>
          <p:nvPr/>
        </p:nvSpPr>
        <p:spPr>
          <a:xfrm>
            <a:off x="15601950" y="2914650"/>
            <a:ext cx="2333625" cy="953"/>
          </a:xfrm>
          <a:custGeom>
            <a:pathLst>
              <a:path w="2333625" h="953">
                <a:moveTo>
                  <a:pt x="0" y="0"/>
                </a:moveTo>
                <a:lnTo>
                  <a:pt x="2333625" y="0"/>
                </a:lnTo>
              </a:path>
            </a:pathLst>
          </a:custGeom>
          <a:noFill/>
          <a:ln w="9525">
            <a:solidFill>
              <a:srgbClr val="111111"/>
            </a:solidFill>
            <a:prstDash val="solid"/>
          </a:ln>
        </p:spPr>
      </p:sp>
      <p:sp>
        <p:nvSpPr>
          <p:cNvPr id="1209" name="v10 node:d1Cinterpret">
            <a:extLst>
              <a:ext uri="{FF2B5EF4-FFF2-40B4-BE49-F238E27FC236}">
                <ns2:creationId id="{CBC113F4-226C-4C19-95DE-04C337999D6E}"/>
              </a:ext>
            </a:extLst>
          </p:cNvPr>
          <p:cNvSpPr>
            <a:spLocks noGrp="1"/>
          </p:cNvSpPr>
          <p:nvPr/>
        </p:nvSpPr>
        <p:spPr>
          <a:xfrm>
            <a:off x="15725775" y="296227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의미 해석기</a:t>
            </a:r>
            <a:endParaRPr lang="ko-KR">
              <a:latin typeface="Calibri"/>
              <a:ea typeface="Calibri"/>
              <a:cs typeface="Calibri"/>
            </a:endParaRPr>
          </a:p>
        </p:txBody>
      </p:sp>
      <p:sp>
        <p:nvSpPr>
          <p:cNvPr id="1210" name="v10 edge:d1Cinterpret-call">
            <a:extLst>
              <a:ext uri="{FF2B5EF4-FFF2-40B4-BE49-F238E27FC236}">
                <ns2:creationId id="{E21AD363-9F26-4B82-8DBE-90FBB3975B97}"/>
              </a:ext>
            </a:extLst>
          </p:cNvPr>
          <p:cNvSpPr>
            <a:spLocks noGrp="1"/>
          </p:cNvSpPr>
          <p:nvPr/>
        </p:nvSpPr>
        <p:spPr>
          <a:xfrm>
            <a:off x="14868525" y="3086100"/>
            <a:ext cx="857250" cy="953"/>
          </a:xfrm>
          <a:custGeom>
            <a:pathLst>
              <a:path w="857250" h="953">
                <a:moveTo>
                  <a:pt x="0" y="0"/>
                </a:moveTo>
                <a:lnTo>
                  <a:pt x="857250" y="0"/>
                </a:lnTo>
              </a:path>
            </a:pathLst>
          </a:custGeom>
          <a:noFill/>
          <a:ln w="17145">
            <a:solidFill>
              <a:srgbClr val="111111"/>
            </a:solidFill>
            <a:prstDash val="solid"/>
          </a:ln>
        </p:spPr>
      </p:sp>
      <p:sp>
        <p:nvSpPr>
          <p:cNvPr id="1211" name="v10 arrow:d1Cinterpret-call">
            <a:extLst>
              <a:ext uri="{FF2B5EF4-FFF2-40B4-BE49-F238E27FC236}">
                <ns2:creationId id="{8CB9313B-ADBB-4B20-AB18-21E63A50976C}"/>
              </a:ext>
            </a:extLst>
          </p:cNvPr>
          <p:cNvSpPr>
            <a:spLocks noGrp="1"/>
          </p:cNvSpPr>
          <p:nvPr/>
        </p:nvSpPr>
        <p:spPr>
          <a:xfrm>
            <a:off x="15640050" y="3048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12" name="v10 label 입력 +&#10;근거">
            <a:extLst>
              <a:ext uri="{FF2B5EF4-FFF2-40B4-BE49-F238E27FC236}">
                <ns2:creationId id="{7E6CFAE1-E42C-4963-9687-A28C08C3C0EC}"/>
              </a:ext>
            </a:extLst>
          </p:cNvPr>
          <p:cNvSpPr>
            <a:spLocks noGrp="1"/>
          </p:cNvSpPr>
          <p:nvPr/>
        </p:nvSpPr>
        <p:spPr>
          <a:xfrm>
            <a:off x="15011400" y="2657475"/>
            <a:ext cx="571500" cy="4000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입력 +</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근거</a:t>
            </a:r>
            <a:endParaRPr lang="ko-KR">
              <a:latin typeface="Calibri"/>
              <a:ea typeface="Calibri"/>
              <a:cs typeface="Calibri"/>
            </a:endParaRPr>
          </a:p>
        </p:txBody>
      </p:sp>
      <p:sp>
        <p:nvSpPr>
          <p:cNvPr id="1213" name="v10 edge:d1Cproposal">
            <a:extLst>
              <a:ext uri="{FF2B5EF4-FFF2-40B4-BE49-F238E27FC236}">
                <ns2:creationId id="{7440AFCD-76CF-416E-B500-1DD20416E7A3}"/>
              </a:ext>
            </a:extLst>
          </p:cNvPr>
          <p:cNvSpPr>
            <a:spLocks noGrp="1"/>
          </p:cNvSpPr>
          <p:nvPr/>
        </p:nvSpPr>
        <p:spPr>
          <a:xfrm>
            <a:off x="13858875" y="3238500"/>
            <a:ext cx="2914650" cy="257175"/>
          </a:xfrm>
          <a:custGeom>
            <a:pathLst>
              <a:path w="2914650" h="257175">
                <a:moveTo>
                  <a:pt x="2914650" y="0"/>
                </a:moveTo>
                <a:lnTo>
                  <a:pt x="2914650" y="257175"/>
                </a:lnTo>
                <a:lnTo>
                  <a:pt x="0" y="257175"/>
                </a:lnTo>
                <a:lnTo>
                  <a:pt x="0" y="0"/>
                </a:lnTo>
              </a:path>
            </a:pathLst>
          </a:custGeom>
          <a:noFill/>
          <a:ln w="17145">
            <a:solidFill>
              <a:srgbClr val="111111"/>
            </a:solidFill>
            <a:prstDash val="dash"/>
          </a:ln>
        </p:spPr>
      </p:sp>
      <p:sp>
        <p:nvSpPr>
          <p:cNvPr id="1214" name="v10 arrow:d1Cproposal">
            <a:extLst>
              <a:ext uri="{FF2B5EF4-FFF2-40B4-BE49-F238E27FC236}">
                <ns2:creationId id="{61E0DFDF-CA6E-402A-B2EA-B39455EE0A8D}"/>
              </a:ext>
            </a:extLst>
          </p:cNvPr>
          <p:cNvSpPr>
            <a:spLocks noGrp="1"/>
          </p:cNvSpPr>
          <p:nvPr/>
        </p:nvSpPr>
        <p:spPr>
          <a:xfrm>
            <a:off x="13820775" y="32385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215" name="v10 label 의미 제안 / 근거 보완 요구">
            <a:extLst>
              <a:ext uri="{FF2B5EF4-FFF2-40B4-BE49-F238E27FC236}">
                <ns2:creationId id="{09FE0262-6472-4660-98D7-0D70680C1050}"/>
              </a:ext>
            </a:extLst>
          </p:cNvPr>
          <p:cNvSpPr>
            <a:spLocks noGrp="1"/>
          </p:cNvSpPr>
          <p:nvPr/>
        </p:nvSpPr>
        <p:spPr>
          <a:xfrm>
            <a:off x="14306550" y="3286125"/>
            <a:ext cx="24098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의미 제안 / 근거 보완 요구</a:t>
            </a:r>
            <a:endParaRPr lang="ko-KR">
              <a:latin typeface="Calibri"/>
              <a:ea typeface="Calibri"/>
              <a:cs typeface="Calibri"/>
            </a:endParaRPr>
          </a:p>
        </p:txBody>
      </p:sp>
      <p:sp>
        <p:nvSpPr>
          <p:cNvPr id="1216" name="v10 label 변경 시 생산 + 요청 시 조회">
            <a:extLst>
              <a:ext uri="{FF2B5EF4-FFF2-40B4-BE49-F238E27FC236}">
                <ns2:creationId id="{C8373946-367F-49B4-9BEB-00B4D895261A}"/>
              </a:ext>
            </a:extLst>
          </p:cNvPr>
          <p:cNvSpPr>
            <a:spLocks noGrp="1"/>
          </p:cNvSpPr>
          <p:nvPr/>
        </p:nvSpPr>
        <p:spPr>
          <a:xfrm>
            <a:off x="12744450" y="2247900"/>
            <a:ext cx="5191125" cy="257175"/>
          </a:xfrm>
          <a:prstGeom prst="rect">
            <a:avLst/>
          </a:prstGeom>
          <a:noFill/>
          <a:ln w="0">
            <a:noFill/>
          </a:ln>
        </p:spPr>
        <p:txBody>
          <a:bodyPr wrap="none" lIns="47625" tIns="19050" rIns="47625" bIns="19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변경 시 생산 + 요청 시 조회</a:t>
            </a:r>
            <a:endParaRPr lang="ko-KR">
              <a:latin typeface="Calibri"/>
              <a:ea typeface="Calibri"/>
              <a:cs typeface="Calibri"/>
            </a:endParaRPr>
          </a:p>
        </p:txBody>
      </p:sp>
      <p:sp>
        <p:nvSpPr>
          <p:cNvPr id="1217" name="v10 node:d1Ccm">
            <a:extLst>
              <a:ext uri="{FF2B5EF4-FFF2-40B4-BE49-F238E27FC236}">
                <ns2:creationId id="{1C0352F4-A5A8-43B4-9AA3-3A4AF99E8184}"/>
              </a:ext>
            </a:extLst>
          </p:cNvPr>
          <p:cNvSpPr>
            <a:spLocks noGrp="1"/>
          </p:cNvSpPr>
          <p:nvPr/>
        </p:nvSpPr>
        <p:spPr>
          <a:xfrm>
            <a:off x="12744450" y="3971925"/>
            <a:ext cx="5191125" cy="1181100"/>
          </a:xfrm>
          <a:prstGeom prst="rect">
            <a:avLst/>
          </a:prstGeom>
          <a:solidFill>
            <a:srgbClr val="FFF6DD"/>
          </a:solidFill>
          <a:ln w="16193">
            <a:solidFill>
              <a:srgbClr val="111111"/>
            </a:solidFill>
          </a:ln>
        </p:spPr>
        <p:txBody>
          <a:bodyPr wrap="none" lIns="47625" tIns="19050" rIns="47625" bIns="8382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218" name="v10 divider d1Ccm">
            <a:extLst>
              <a:ext uri="{FF2B5EF4-FFF2-40B4-BE49-F238E27FC236}">
                <ns2:creationId id="{9480630F-7E01-4BCE-9119-AD1DF12AE550}"/>
              </a:ext>
            </a:extLst>
          </p:cNvPr>
          <p:cNvSpPr>
            <a:spLocks noGrp="1"/>
          </p:cNvSpPr>
          <p:nvPr/>
        </p:nvSpPr>
        <p:spPr>
          <a:xfrm>
            <a:off x="12744450" y="4333875"/>
            <a:ext cx="5191125" cy="953"/>
          </a:xfrm>
          <a:custGeom>
            <a:pathLst>
              <a:path w="5191125" h="953">
                <a:moveTo>
                  <a:pt x="0" y="0"/>
                </a:moveTo>
                <a:lnTo>
                  <a:pt x="5191125" y="0"/>
                </a:lnTo>
              </a:path>
            </a:pathLst>
          </a:custGeom>
          <a:noFill/>
          <a:ln w="9525">
            <a:solidFill>
              <a:srgbClr val="111111"/>
            </a:solidFill>
            <a:prstDash val="solid"/>
          </a:ln>
        </p:spPr>
      </p:sp>
      <p:sp>
        <p:nvSpPr>
          <p:cNvPr id="1219" name="v10 node:d1Cquery">
            <a:extLst>
              <a:ext uri="{FF2B5EF4-FFF2-40B4-BE49-F238E27FC236}">
                <ns2:creationId id="{D58AECA5-A0C9-443A-825B-BED9946A1062}"/>
              </a:ext>
            </a:extLst>
          </p:cNvPr>
          <p:cNvSpPr>
            <a:spLocks noGrp="1"/>
          </p:cNvSpPr>
          <p:nvPr/>
        </p:nvSpPr>
        <p:spPr>
          <a:xfrm>
            <a:off x="12887325" y="4400550"/>
            <a:ext cx="2171700" cy="285750"/>
          </a:xfrm>
          <a:prstGeom prst="roundRect">
            <a:avLst>
              <a:gd name="adj" fmla="val 26667"/>
            </a:avLst>
          </a:prstGeom>
          <a:solidFill>
            <a:srgbClr val="FFFFFF"/>
          </a:solidFill>
          <a:ln w="16193">
            <a:solidFill>
              <a:srgbClr val="32824A"/>
            </a:solid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게시 근거 조회 및 보완기</a:t>
            </a:r>
            <a:endParaRPr lang="ko-KR">
              <a:latin typeface="Calibri"/>
              <a:ea typeface="Calibri"/>
              <a:cs typeface="Calibri"/>
            </a:endParaRPr>
          </a:p>
        </p:txBody>
      </p:sp>
      <p:sp>
        <p:nvSpPr>
          <p:cNvPr id="1220" name="v10 node:d1Cproducer">
            <a:extLst>
              <a:ext uri="{FF2B5EF4-FFF2-40B4-BE49-F238E27FC236}">
                <ns2:creationId id="{CE5DF7A0-C7A0-4015-B416-C822476C1B65}"/>
              </a:ext>
            </a:extLst>
          </p:cNvPr>
          <p:cNvSpPr>
            <a:spLocks noGrp="1"/>
          </p:cNvSpPr>
          <p:nvPr/>
        </p:nvSpPr>
        <p:spPr>
          <a:xfrm>
            <a:off x="15601950" y="4400550"/>
            <a:ext cx="2190750" cy="285750"/>
          </a:xfrm>
          <a:prstGeom prst="roundRect">
            <a:avLst>
              <a:gd name="adj" fmla="val 26667"/>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관계 생산 및 게시기</a:t>
            </a:r>
            <a:endParaRPr lang="ko-KR">
              <a:latin typeface="Calibri"/>
              <a:ea typeface="Calibri"/>
              <a:cs typeface="Calibri"/>
            </a:endParaRPr>
          </a:p>
        </p:txBody>
      </p:sp>
      <p:sp>
        <p:nvSpPr>
          <p:cNvPr id="1221" name="v10 node:d1Cpublished">
            <a:extLst>
              <a:ext uri="{FF2B5EF4-FFF2-40B4-BE49-F238E27FC236}">
                <ns2:creationId id="{AD8C998D-0A91-4B75-92E4-69425E4C1102}"/>
              </a:ext>
            </a:extLst>
          </p:cNvPr>
          <p:cNvSpPr>
            <a:spLocks noGrp="1"/>
          </p:cNvSpPr>
          <p:nvPr/>
        </p:nvSpPr>
        <p:spPr>
          <a:xfrm>
            <a:off x="14839950" y="4810125"/>
            <a:ext cx="2952750" cy="32385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게시 근거 (내구)</a:t>
            </a:r>
            <a:endParaRPr lang="ko-KR">
              <a:latin typeface="Calibri"/>
              <a:ea typeface="Calibri"/>
              <a:cs typeface="Calibri"/>
            </a:endParaRPr>
          </a:p>
        </p:txBody>
      </p:sp>
      <p:sp>
        <p:nvSpPr>
          <p:cNvPr id="1222" name="v10 node:d1Csource">
            <a:extLst>
              <a:ext uri="{FF2B5EF4-FFF2-40B4-BE49-F238E27FC236}">
                <ns2:creationId id="{A02F7EAD-FFA7-4CEE-B39B-4A81F9A104A5}"/>
              </a:ext>
            </a:extLst>
          </p:cNvPr>
          <p:cNvSpPr>
            <a:spLocks noGrp="1"/>
          </p:cNvSpPr>
          <p:nvPr/>
        </p:nvSpPr>
        <p:spPr>
          <a:xfrm>
            <a:off x="12744450" y="5286375"/>
            <a:ext cx="2238375" cy="3143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300" b="1" lang="ko-KR">
                <a:solidFill>
                  <a:srgbClr val="111111"/>
                </a:solidFill>
                <a:latin typeface="Calibri"/>
                <a:ea typeface="Calibri"/>
                <a:cs typeface="Calibri"/>
              </a:defRPr>
            </a:defPPr>
            <a:lvl1pPr algn="ctr">
              <a:defRPr sz="1300" b="1" lang="ko-KR">
                <a:solidFill>
                  <a:srgbClr val="111111"/>
                </a:solidFill>
                <a:latin typeface="Calibri"/>
                <a:ea typeface="Calibri"/>
                <a:cs typeface="Calibri"/>
              </a:defRPr>
            </a:lvl1pPr>
            <a:lvl2pPr algn="ctr">
              <a:defRPr sz="1300" b="1" lang="ko-KR">
                <a:solidFill>
                  <a:srgbClr val="111111"/>
                </a:solidFill>
                <a:latin typeface="Calibri"/>
                <a:ea typeface="Calibri"/>
                <a:cs typeface="Calibri"/>
              </a:defRPr>
            </a:lvl2pPr>
            <a:lvl3pPr algn="ctr">
              <a:defRPr sz="1300" b="1" lang="ko-KR">
                <a:solidFill>
                  <a:srgbClr val="111111"/>
                </a:solidFill>
                <a:latin typeface="Calibri"/>
                <a:ea typeface="Calibri"/>
                <a:cs typeface="Calibri"/>
              </a:defRPr>
            </a:lvl3pPr>
            <a:lvl4pPr algn="ctr">
              <a:defRPr sz="1300" b="1" lang="ko-KR">
                <a:solidFill>
                  <a:srgbClr val="111111"/>
                </a:solidFill>
                <a:latin typeface="Calibri"/>
                <a:ea typeface="Calibri"/>
                <a:cs typeface="Calibri"/>
              </a:defRPr>
            </a:lvl4pPr>
            <a:lvl5pPr algn="ctr">
              <a:defRPr sz="1300" b="1" lang="ko-KR">
                <a:solidFill>
                  <a:srgbClr val="111111"/>
                </a:solidFill>
                <a:latin typeface="Calibri"/>
                <a:ea typeface="Calibri"/>
                <a:cs typeface="Calibri"/>
              </a:defRPr>
            </a:lvl5pPr>
            <a:lvl6pPr algn="ctr">
              <a:defRPr sz="1300" b="1" lang="ko-KR">
                <a:solidFill>
                  <a:srgbClr val="111111"/>
                </a:solidFill>
                <a:latin typeface="Calibri"/>
                <a:ea typeface="Calibri"/>
                <a:cs typeface="Calibri"/>
              </a:defRPr>
            </a:lvl6pPr>
            <a:lvl7pPr algn="ctr">
              <a:defRPr sz="1300" b="1" lang="ko-KR">
                <a:solidFill>
                  <a:srgbClr val="111111"/>
                </a:solidFill>
                <a:latin typeface="Calibri"/>
                <a:ea typeface="Calibri"/>
                <a:cs typeface="Calibri"/>
              </a:defRPr>
            </a:lvl7pPr>
            <a:lvl8pPr algn="ctr">
              <a:defRPr sz="1300" b="1" lang="ko-KR">
                <a:solidFill>
                  <a:srgbClr val="111111"/>
                </a:solidFill>
                <a:latin typeface="Calibri"/>
                <a:ea typeface="Calibri"/>
                <a:cs typeface="Calibri"/>
              </a:defRPr>
            </a:lvl8pPr>
            <a:lvl9pPr algn="ctr">
              <a:defRPr sz="1300" b="1" lang="ko-KR">
                <a:solidFill>
                  <a:srgbClr val="111111"/>
                </a:solidFill>
                <a:latin typeface="Calibri"/>
                <a:ea typeface="Calibri"/>
                <a:cs typeface="Calibri"/>
              </a:defRPr>
            </a:lvl9pPr>
          </a:lstStyle>
          <a:p>
            <a:pPr algn="ctr">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원본 owner (VIA 내부)</a:t>
            </a:r>
            <a:endParaRPr lang="ko-KR">
              <a:latin typeface="Calibri"/>
              <a:ea typeface="Calibri"/>
              <a:cs typeface="Calibri"/>
            </a:endParaRPr>
          </a:p>
        </p:txBody>
      </p:sp>
      <p:sp>
        <p:nvSpPr>
          <p:cNvPr id="1223" name="v10 edge:d1Callow">
            <a:extLst>
              <a:ext uri="{FF2B5EF4-FFF2-40B4-BE49-F238E27FC236}">
                <ns2:creationId id="{937A1CAD-9137-48E0-A247-E16A73398AD0}"/>
              </a:ext>
            </a:extLst>
          </p:cNvPr>
          <p:cNvSpPr>
            <a:spLocks noGrp="1"/>
          </p:cNvSpPr>
          <p:nvPr/>
        </p:nvSpPr>
        <p:spPr>
          <a:xfrm>
            <a:off x="13239750" y="3238500"/>
            <a:ext cx="504825" cy="1162050"/>
          </a:xfrm>
          <a:custGeom>
            <a:pathLst>
              <a:path w="504825" h="1162050">
                <a:moveTo>
                  <a:pt x="0" y="0"/>
                </a:moveTo>
                <a:lnTo>
                  <a:pt x="0" y="533400"/>
                </a:lnTo>
                <a:lnTo>
                  <a:pt x="504825" y="533400"/>
                </a:lnTo>
                <a:lnTo>
                  <a:pt x="504825" y="1162050"/>
                </a:lnTo>
              </a:path>
            </a:pathLst>
          </a:custGeom>
          <a:noFill/>
          <a:ln w="17145">
            <a:solidFill>
              <a:srgbClr val="111111"/>
            </a:solidFill>
            <a:prstDash val="solid"/>
          </a:ln>
        </p:spPr>
      </p:sp>
      <p:sp>
        <p:nvSpPr>
          <p:cNvPr id="1224" name="v10 arrow:d1Callow">
            <a:extLst>
              <a:ext uri="{FF2B5EF4-FFF2-40B4-BE49-F238E27FC236}">
                <ns2:creationId id="{2FC57C79-EF84-499D-9DEA-01888CB557AA}"/>
              </a:ext>
            </a:extLst>
          </p:cNvPr>
          <p:cNvSpPr>
            <a:spLocks noGrp="1"/>
          </p:cNvSpPr>
          <p:nvPr/>
        </p:nvSpPr>
        <p:spPr>
          <a:xfrm>
            <a:off x="13706475" y="43148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25" name="v10 label 시작 근거 / 추가 범위 조회 허가">
            <a:extLst>
              <a:ext uri="{FF2B5EF4-FFF2-40B4-BE49-F238E27FC236}">
                <ns2:creationId id="{AF7D31D8-BF16-46FF-9617-72391937BA0C}"/>
              </a:ext>
            </a:extLst>
          </p:cNvPr>
          <p:cNvSpPr>
            <a:spLocks noGrp="1"/>
          </p:cNvSpPr>
          <p:nvPr/>
        </p:nvSpPr>
        <p:spPr>
          <a:xfrm>
            <a:off x="13363575" y="3581400"/>
            <a:ext cx="2238375" cy="1905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시작 근거 / 추가 범위 조회 허가</a:t>
            </a:r>
            <a:endParaRPr lang="ko-KR">
              <a:latin typeface="Calibri"/>
              <a:ea typeface="Calibri"/>
              <a:cs typeface="Calibri"/>
            </a:endParaRPr>
          </a:p>
        </p:txBody>
      </p:sp>
      <p:sp>
        <p:nvSpPr>
          <p:cNvPr id="1226" name="v10 edge:d1Cbundle">
            <a:extLst>
              <a:ext uri="{FF2B5EF4-FFF2-40B4-BE49-F238E27FC236}">
                <ns2:creationId id="{A4949231-DDD0-4E8B-A106-30AF1F95286A}"/>
              </a:ext>
            </a:extLst>
          </p:cNvPr>
          <p:cNvSpPr>
            <a:spLocks noGrp="1"/>
          </p:cNvSpPr>
          <p:nvPr/>
        </p:nvSpPr>
        <p:spPr>
          <a:xfrm>
            <a:off x="12658725" y="3238500"/>
            <a:ext cx="371475" cy="1304925"/>
          </a:xfrm>
          <a:custGeom>
            <a:pathLst>
              <a:path w="371475" h="1304925">
                <a:moveTo>
                  <a:pt x="228600" y="1304925"/>
                </a:moveTo>
                <a:lnTo>
                  <a:pt x="0" y="1304925"/>
                </a:lnTo>
                <a:lnTo>
                  <a:pt x="0" y="123825"/>
                </a:lnTo>
                <a:lnTo>
                  <a:pt x="371475" y="123825"/>
                </a:lnTo>
                <a:lnTo>
                  <a:pt x="371475" y="0"/>
                </a:lnTo>
              </a:path>
            </a:pathLst>
          </a:custGeom>
          <a:noFill/>
          <a:ln w="17145">
            <a:solidFill>
              <a:srgbClr val="111111"/>
            </a:solidFill>
            <a:prstDash val="dash"/>
          </a:ln>
        </p:spPr>
      </p:sp>
      <p:sp>
        <p:nvSpPr>
          <p:cNvPr id="1227" name="v10 arrow:d1Cbundle">
            <a:extLst>
              <a:ext uri="{FF2B5EF4-FFF2-40B4-BE49-F238E27FC236}">
                <ns2:creationId id="{B9031965-88B7-449F-9F5C-6EC542B491E7}"/>
              </a:ext>
            </a:extLst>
          </p:cNvPr>
          <p:cNvSpPr>
            <a:spLocks noGrp="1"/>
          </p:cNvSpPr>
          <p:nvPr/>
        </p:nvSpPr>
        <p:spPr>
          <a:xfrm>
            <a:off x="12992100" y="32385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228" name="v10 label 근거 / 불가">
            <a:extLst>
              <a:ext uri="{FF2B5EF4-FFF2-40B4-BE49-F238E27FC236}">
                <ns2:creationId id="{32A2FB1A-21A7-4582-8738-4B23F5CB7837}"/>
              </a:ext>
            </a:extLst>
          </p:cNvPr>
          <p:cNvSpPr>
            <a:spLocks noGrp="1"/>
          </p:cNvSpPr>
          <p:nvPr/>
        </p:nvSpPr>
        <p:spPr>
          <a:xfrm>
            <a:off x="12696825" y="3790950"/>
            <a:ext cx="1809750" cy="18097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근거 / 불가</a:t>
            </a:r>
            <a:endParaRPr lang="ko-KR">
              <a:latin typeface="Calibri"/>
              <a:ea typeface="Calibri"/>
              <a:cs typeface="Calibri"/>
            </a:endParaRPr>
          </a:p>
        </p:txBody>
      </p:sp>
      <p:sp>
        <p:nvSpPr>
          <p:cNvPr id="1229" name="v10 edge:d1Cread">
            <a:extLst>
              <a:ext uri="{FF2B5EF4-FFF2-40B4-BE49-F238E27FC236}">
                <ns2:creationId id="{795C0294-5188-417B-90C5-FEA911AD5454}"/>
              </a:ext>
            </a:extLst>
          </p:cNvPr>
          <p:cNvSpPr>
            <a:spLocks noGrp="1"/>
          </p:cNvSpPr>
          <p:nvPr/>
        </p:nvSpPr>
        <p:spPr>
          <a:xfrm>
            <a:off x="13411200" y="4686300"/>
            <a:ext cx="953" cy="600075"/>
          </a:xfrm>
          <a:custGeom>
            <a:pathLst>
              <a:path w="953" h="600075">
                <a:moveTo>
                  <a:pt x="0" y="0"/>
                </a:moveTo>
                <a:lnTo>
                  <a:pt x="0" y="600075"/>
                </a:lnTo>
              </a:path>
            </a:pathLst>
          </a:custGeom>
          <a:noFill/>
          <a:ln w="17145">
            <a:solidFill>
              <a:srgbClr val="111111"/>
            </a:solidFill>
            <a:prstDash val="solid"/>
          </a:ln>
        </p:spPr>
      </p:sp>
      <p:sp>
        <p:nvSpPr>
          <p:cNvPr id="1230" name="v10 arrow:d1Cread">
            <a:extLst>
              <a:ext uri="{FF2B5EF4-FFF2-40B4-BE49-F238E27FC236}">
                <ns2:creationId id="{08140BA9-5BD8-47D6-BC39-AD6FBD5F7FAD}"/>
              </a:ext>
            </a:extLst>
          </p:cNvPr>
          <p:cNvSpPr>
            <a:spLocks noGrp="1"/>
          </p:cNvSpPr>
          <p:nvPr/>
        </p:nvSpPr>
        <p:spPr>
          <a:xfrm>
            <a:off x="13373100" y="52006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31" name="v10 label 부족 시&#10;읽기">
            <a:extLst>
              <a:ext uri="{FF2B5EF4-FFF2-40B4-BE49-F238E27FC236}">
                <ns2:creationId id="{C7B42B93-C67E-46E9-BB4F-3797DA5C2CD2}"/>
              </a:ext>
            </a:extLst>
          </p:cNvPr>
          <p:cNvSpPr>
            <a:spLocks noGrp="1"/>
          </p:cNvSpPr>
          <p:nvPr/>
        </p:nvSpPr>
        <p:spPr>
          <a:xfrm>
            <a:off x="12763500" y="4752975"/>
            <a:ext cx="609600" cy="3238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부족 시</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232" name="v10 edge:d1Craw">
            <a:extLst>
              <a:ext uri="{FF2B5EF4-FFF2-40B4-BE49-F238E27FC236}">
                <ns2:creationId id="{A06D8E0C-3E88-4292-AED8-7244AFF33C43}"/>
              </a:ext>
            </a:extLst>
          </p:cNvPr>
          <p:cNvSpPr>
            <a:spLocks noGrp="1"/>
          </p:cNvSpPr>
          <p:nvPr/>
        </p:nvSpPr>
        <p:spPr>
          <a:xfrm>
            <a:off x="14458950" y="4686300"/>
            <a:ext cx="953" cy="600075"/>
          </a:xfrm>
          <a:custGeom>
            <a:pathLst>
              <a:path w="953" h="600075">
                <a:moveTo>
                  <a:pt x="0" y="600075"/>
                </a:moveTo>
                <a:lnTo>
                  <a:pt x="0" y="0"/>
                </a:lnTo>
              </a:path>
            </a:pathLst>
          </a:custGeom>
          <a:noFill/>
          <a:ln w="17145">
            <a:solidFill>
              <a:srgbClr val="111111"/>
            </a:solidFill>
            <a:prstDash val="dash"/>
          </a:ln>
        </p:spPr>
      </p:sp>
      <p:sp>
        <p:nvSpPr>
          <p:cNvPr id="1233" name="v10 arrow:d1Craw">
            <a:extLst>
              <a:ext uri="{FF2B5EF4-FFF2-40B4-BE49-F238E27FC236}">
                <ns2:creationId id="{35A87A5C-2092-4E18-8CDF-8F675C57F1BA}"/>
              </a:ext>
            </a:extLst>
          </p:cNvPr>
          <p:cNvSpPr>
            <a:spLocks noGrp="1"/>
          </p:cNvSpPr>
          <p:nvPr/>
        </p:nvSpPr>
        <p:spPr>
          <a:xfrm>
            <a:off x="14420850" y="46863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234" name="v10 label 원본">
            <a:extLst>
              <a:ext uri="{FF2B5EF4-FFF2-40B4-BE49-F238E27FC236}">
                <ns2:creationId id="{9154C56B-2189-4FAF-964C-A5BD16B47A75}"/>
              </a:ext>
            </a:extLst>
          </p:cNvPr>
          <p:cNvSpPr>
            <a:spLocks noGrp="1"/>
          </p:cNvSpPr>
          <p:nvPr/>
        </p:nvSpPr>
        <p:spPr>
          <a:xfrm>
            <a:off x="14487525" y="4914900"/>
            <a:ext cx="609600" cy="1905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원본</a:t>
            </a:r>
            <a:endParaRPr lang="ko-KR">
              <a:latin typeface="Calibri"/>
              <a:ea typeface="Calibri"/>
              <a:cs typeface="Calibri"/>
            </a:endParaRPr>
          </a:p>
        </p:txBody>
      </p:sp>
      <p:sp>
        <p:nvSpPr>
          <p:cNvPr id="1235" name="v10 edge:d1Cpublished-read">
            <a:extLst>
              <a:ext uri="{FF2B5EF4-FFF2-40B4-BE49-F238E27FC236}">
                <ns2:creationId id="{4977EFC2-E25E-4CE0-AFB2-263539BC7840}"/>
              </a:ext>
            </a:extLst>
          </p:cNvPr>
          <p:cNvSpPr>
            <a:spLocks noGrp="1"/>
          </p:cNvSpPr>
          <p:nvPr/>
        </p:nvSpPr>
        <p:spPr>
          <a:xfrm>
            <a:off x="14706600" y="4686300"/>
            <a:ext cx="133350" cy="257175"/>
          </a:xfrm>
          <a:custGeom>
            <a:pathLst>
              <a:path w="133350" h="257175">
                <a:moveTo>
                  <a:pt x="133350" y="257175"/>
                </a:moveTo>
                <a:lnTo>
                  <a:pt x="0" y="257175"/>
                </a:lnTo>
                <a:lnTo>
                  <a:pt x="0" y="0"/>
                </a:lnTo>
              </a:path>
            </a:pathLst>
          </a:custGeom>
          <a:noFill/>
          <a:ln w="17145">
            <a:solidFill>
              <a:srgbClr val="32824A"/>
            </a:solidFill>
            <a:prstDash val="dash"/>
          </a:ln>
        </p:spPr>
      </p:sp>
      <p:sp>
        <p:nvSpPr>
          <p:cNvPr id="1236" name="v10 arrow:d1Cpublished-read">
            <a:extLst>
              <a:ext uri="{FF2B5EF4-FFF2-40B4-BE49-F238E27FC236}">
                <ns2:creationId id="{AA266184-1CB8-4D4D-90A1-8115BCE11E44}"/>
              </a:ext>
            </a:extLst>
          </p:cNvPr>
          <p:cNvSpPr>
            <a:spLocks noGrp="1"/>
          </p:cNvSpPr>
          <p:nvPr/>
        </p:nvSpPr>
        <p:spPr>
          <a:xfrm>
            <a:off x="14668500" y="4686300"/>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1237" name="v10 label 조회">
            <a:extLst>
              <a:ext uri="{FF2B5EF4-FFF2-40B4-BE49-F238E27FC236}">
                <ns2:creationId id="{8EF01D6C-6A97-4AFB-BE18-C5FEECE481A5}"/>
              </a:ext>
            </a:extLst>
          </p:cNvPr>
          <p:cNvSpPr>
            <a:spLocks noGrp="1"/>
          </p:cNvSpPr>
          <p:nvPr/>
        </p:nvSpPr>
        <p:spPr>
          <a:xfrm>
            <a:off x="15020925" y="4667250"/>
            <a:ext cx="485775" cy="1714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조회</a:t>
            </a:r>
            <a:endParaRPr lang="ko-KR">
              <a:latin typeface="Calibri"/>
              <a:ea typeface="Calibri"/>
              <a:cs typeface="Calibri"/>
            </a:endParaRPr>
          </a:p>
        </p:txBody>
      </p:sp>
      <p:sp>
        <p:nvSpPr>
          <p:cNvPr id="1238" name="v10 edge:d1Cpublish">
            <a:extLst>
              <a:ext uri="{FF2B5EF4-FFF2-40B4-BE49-F238E27FC236}">
                <ns2:creationId id="{99D65833-CFD6-4513-8B4D-A44DD658C704}"/>
              </a:ext>
            </a:extLst>
          </p:cNvPr>
          <p:cNvSpPr>
            <a:spLocks noGrp="1"/>
          </p:cNvSpPr>
          <p:nvPr/>
        </p:nvSpPr>
        <p:spPr>
          <a:xfrm>
            <a:off x="16649700" y="4686300"/>
            <a:ext cx="953" cy="123825"/>
          </a:xfrm>
          <a:custGeom>
            <a:pathLst>
              <a:path w="953" h="123825">
                <a:moveTo>
                  <a:pt x="0" y="0"/>
                </a:moveTo>
                <a:lnTo>
                  <a:pt x="0" y="123825"/>
                </a:lnTo>
              </a:path>
            </a:pathLst>
          </a:custGeom>
          <a:noFill/>
          <a:ln w="17145">
            <a:solidFill>
              <a:srgbClr val="32824A"/>
            </a:solidFill>
            <a:prstDash val="solid"/>
          </a:ln>
        </p:spPr>
      </p:sp>
      <p:sp>
        <p:nvSpPr>
          <p:cNvPr id="1239" name="v10 arrow:d1Cpublish">
            <a:extLst>
              <a:ext uri="{FF2B5EF4-FFF2-40B4-BE49-F238E27FC236}">
                <ns2:creationId id="{8B0B9CE6-D7EC-4384-B401-75C9A2B875C6}"/>
              </a:ext>
            </a:extLst>
          </p:cNvPr>
          <p:cNvSpPr>
            <a:spLocks noGrp="1"/>
          </p:cNvSpPr>
          <p:nvPr/>
        </p:nvSpPr>
        <p:spPr>
          <a:xfrm>
            <a:off x="16611600" y="4724400"/>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40" name="v10 label 게시">
            <a:extLst>
              <a:ext uri="{FF2B5EF4-FFF2-40B4-BE49-F238E27FC236}">
                <ns2:creationId id="{B5791FA6-D55A-421A-92CC-82C622436C8B}"/>
              </a:ext>
            </a:extLst>
          </p:cNvPr>
          <p:cNvSpPr>
            <a:spLocks noGrp="1"/>
          </p:cNvSpPr>
          <p:nvPr/>
        </p:nvSpPr>
        <p:spPr>
          <a:xfrm>
            <a:off x="16744950" y="4667250"/>
            <a:ext cx="514350" cy="1714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게시</a:t>
            </a:r>
            <a:endParaRPr lang="ko-KR">
              <a:latin typeface="Calibri"/>
              <a:ea typeface="Calibri"/>
              <a:cs typeface="Calibri"/>
            </a:endParaRPr>
          </a:p>
        </p:txBody>
      </p:sp>
      <p:sp>
        <p:nvSpPr>
          <p:cNvPr id="1241" name="v10 edge:d1Cbackground">
            <a:extLst>
              <a:ext uri="{FF2B5EF4-FFF2-40B4-BE49-F238E27FC236}">
                <ns2:creationId id="{17440126-0944-4AEB-8793-A3292DC74412}"/>
              </a:ext>
            </a:extLst>
          </p:cNvPr>
          <p:cNvSpPr>
            <a:spLocks noGrp="1"/>
          </p:cNvSpPr>
          <p:nvPr/>
        </p:nvSpPr>
        <p:spPr>
          <a:xfrm>
            <a:off x="14982825" y="4543425"/>
            <a:ext cx="3019425" cy="904875"/>
          </a:xfrm>
          <a:custGeom>
            <a:pathLst>
              <a:path w="3019425" h="904875">
                <a:moveTo>
                  <a:pt x="0" y="904875"/>
                </a:moveTo>
                <a:lnTo>
                  <a:pt x="3019425" y="904875"/>
                </a:lnTo>
                <a:lnTo>
                  <a:pt x="3019425" y="0"/>
                </a:lnTo>
                <a:lnTo>
                  <a:pt x="2809875" y="0"/>
                </a:lnTo>
              </a:path>
            </a:pathLst>
          </a:custGeom>
          <a:noFill/>
          <a:ln w="17145">
            <a:solidFill>
              <a:srgbClr val="32824A"/>
            </a:solidFill>
            <a:prstDash val="solid"/>
          </a:ln>
        </p:spPr>
      </p:sp>
      <p:sp>
        <p:nvSpPr>
          <p:cNvPr id="1242" name="v10 arrow:d1Cbackground">
            <a:extLst>
              <a:ext uri="{FF2B5EF4-FFF2-40B4-BE49-F238E27FC236}">
                <ns2:creationId id="{471FC61A-2193-4EAD-B2A2-2BBBD55672E2}"/>
              </a:ext>
            </a:extLst>
          </p:cNvPr>
          <p:cNvSpPr>
            <a:spLocks noGrp="1"/>
          </p:cNvSpPr>
          <p:nvPr/>
        </p:nvSpPr>
        <p:spPr>
          <a:xfrm>
            <a:off x="17792700" y="450532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43" name="v10 label 확정 원본 변경 → 별도 생산">
            <a:extLst>
              <a:ext uri="{FF2B5EF4-FFF2-40B4-BE49-F238E27FC236}">
                <ns2:creationId id="{11040D27-3D15-43F3-AE05-27EA32CAEB13}"/>
              </a:ext>
            </a:extLst>
          </p:cNvPr>
          <p:cNvSpPr>
            <a:spLocks noGrp="1"/>
          </p:cNvSpPr>
          <p:nvPr/>
        </p:nvSpPr>
        <p:spPr>
          <a:xfrm>
            <a:off x="15201900" y="5219700"/>
            <a:ext cx="269557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확정 원본 변경 → 별도 생산</a:t>
            </a:r>
            <a:endParaRPr lang="ko-KR">
              <a:latin typeface="Calibri"/>
              <a:ea typeface="Calibri"/>
              <a:cs typeface="Calibri"/>
            </a:endParaRPr>
          </a:p>
        </p:txBody>
      </p:sp>
    </p:spTree>
    <p:extLst>
      <p:ext uri="{BB962C8B-B14F-4D97-AF65-F5344CB8AC3E}">
        <p14:creationId val="155975800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0" name="Unified slide title">
            <a:extLst>
              <a:ext uri="{FF2B5EF4-FFF2-40B4-BE49-F238E27FC236}">
                <ns2:creationId id="{E96E6465-CD50-40A1-9C41-56BF725202E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(보완 효과 상세)</a:t>
            </a:r>
            <a:endParaRPr lang="ko-KR">
              <a:latin typeface="Calibri"/>
              <a:ea typeface="Calibri"/>
              <a:cs typeface="Calibri"/>
            </a:endParaRPr>
          </a:p>
        </p:txBody>
      </p:sp>
      <p:sp>
        <p:nvSpPr>
          <p:cNvPr id="2" name="Workflow 과제 소개">
            <a:extLst>
              <a:ext uri="{FF2B5EF4-FFF2-40B4-BE49-F238E27FC236}">
                <ns2:creationId id="{F9FCEB12-EE62-4F8C-920D-E1D149AF9A3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09F7144-2CEE-4D20-9D3F-121CA66765D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B6B51D2-C2AA-43EB-A436-57EDFDA30FB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1229EAE-7928-426D-9740-6F0F30452DF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600A012-86C3-4629-B978-A008CD66BAF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3293B3D2-E388-465C-9225-3363163508B4}"/>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23855F6-CE3D-4925-B8F8-C9DC12B9042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9961546-C291-48E5-9FBB-D889979757AB}"/>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391A6AFE-46FE-4EF2-8269-AE9521FE3F0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B15EDB7-769A-483C-8D0D-E17259BFC2D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6ECAAE61-B2AE-4187-A4EC-1B75391B3F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25FC515-0672-4FF0-B259-319BD8B10CC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4 / 36</a:t>
            </a:r>
            <a:endParaRPr lang="ko-KR">
              <a:latin typeface="Calibri"/>
              <a:ea typeface="Calibri"/>
              <a:cs typeface="Calibri"/>
            </a:endParaRPr>
          </a:p>
        </p:txBody>
      </p:sp>
      <p:sp>
        <p:nvSpPr>
          <p:cNvPr id="14" name="DP1 object 235">
            <a:extLst>
              <a:ext uri="{FF2B5EF4-FFF2-40B4-BE49-F238E27FC236}">
                <ns2:creationId id="{DB498790-ACD8-4DD5-9007-F227349AB648}"/>
              </a:ext>
            </a:extLst>
          </p:cNvPr>
          <p:cNvSpPr>
            <a:spLocks noGrp="1"/>
          </p:cNvSpPr>
          <p:nvPr/>
        </p:nvSpPr>
        <p:spPr>
          <a:xfrm>
            <a:off x="266700" y="1181100"/>
            <a:ext cx="12477750" cy="40957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같은 자료를 이어 묻는 사용에서 A 선택</a:t>
            </a:r>
            <a:endParaRPr lang="ko-KR">
              <a:latin typeface="Calibri"/>
              <a:ea typeface="Calibri"/>
              <a:cs typeface="Calibri"/>
            </a:endParaRPr>
          </a:p>
        </p:txBody>
      </p:sp>
      <p:sp>
        <p:nvSpPr>
          <p:cNvPr id="15" name="DP1 object 236">
            <a:extLst>
              <a:ext uri="{FF2B5EF4-FFF2-40B4-BE49-F238E27FC236}">
                <ns2:creationId id="{F8C108B1-8930-4D31-9636-12FF6FAD0F2D}"/>
              </a:ext>
            </a:extLst>
          </p:cNvPr>
          <p:cNvSpPr>
            <a:spLocks noGrp="1"/>
          </p:cNvSpPr>
          <p:nvPr/>
        </p:nvSpPr>
        <p:spPr>
          <a:xfrm>
            <a:off x="266700" y="1619250"/>
            <a:ext cx="17526000" cy="29527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B 대비 동일 자료 답변 호출 6회 감소  /  C의 사전 생산 포함 총 모델 비용은 A의 2.42배</a:t>
            </a:r>
            <a:endParaRPr lang="ko-KR">
              <a:latin typeface="Calibri"/>
              <a:ea typeface="Calibri"/>
              <a:cs typeface="Calibri"/>
            </a:endParaRPr>
          </a:p>
        </p:txBody>
      </p:sp>
      <p:sp>
        <p:nvSpPr>
          <p:cNvPr id="16" name="DP1 object 237">
            <a:extLst>
              <a:ext uri="{FF2B5EF4-FFF2-40B4-BE49-F238E27FC236}">
                <ns2:creationId id="{7CD6334A-E5F9-4D03-AD91-63301516B209}"/>
              </a:ext>
            </a:extLst>
          </p:cNvPr>
          <p:cNvSpPr>
            <a:spLocks noGrp="1"/>
          </p:cNvSpPr>
          <p:nvPr/>
        </p:nvSpPr>
        <p:spPr>
          <a:xfrm>
            <a:off x="228600" y="2085975"/>
            <a:ext cx="5810250" cy="7229475"/>
          </a:xfrm>
          <a:prstGeom prst="rect">
            <a:avLst/>
          </a:prstGeom>
          <a:noFill/>
          <a:ln w="36195">
            <a:solidFill>
              <a:srgbClr val="4676CB"/>
            </a:solidFill>
            <a:prstDash val="solid"/>
          </a:ln>
        </p:spPr>
      </p:sp>
      <p:sp>
        <p:nvSpPr>
          <p:cNvPr id="17" name="DP1 object 238">
            <a:extLst>
              <a:ext uri="{FF2B5EF4-FFF2-40B4-BE49-F238E27FC236}">
                <ns2:creationId id="{50C210F1-9328-45B1-AE53-9ADFBE997384}"/>
              </a:ext>
            </a:extLst>
          </p:cNvPr>
          <p:cNvSpPr>
            <a:spLocks noGrp="1"/>
          </p:cNvSpPr>
          <p:nvPr/>
        </p:nvSpPr>
        <p:spPr>
          <a:xfrm>
            <a:off x="228600" y="2085975"/>
            <a:ext cx="5810250" cy="495300"/>
          </a:xfrm>
          <a:prstGeom prst="rect">
            <a:avLst/>
          </a:prstGeom>
          <a:solidFill>
            <a:srgbClr val="C9E1B3"/>
          </a:solidFill>
          <a:ln w="0">
            <a:noFill/>
            <a:prstDash val="solid"/>
          </a:ln>
        </p:spPr>
        <p:txBody>
          <a:bodyPr wrap="none" lIns="790575" tIns="28575" rIns="257175" bIns="5715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유효 작업 문맥 유지</a:t>
            </a:r>
            <a:endParaRPr lang="ko-KR">
              <a:latin typeface="Calibri"/>
              <a:ea typeface="Calibri"/>
              <a:cs typeface="Calibri"/>
            </a:endParaRPr>
          </a:p>
        </p:txBody>
      </p:sp>
      <p:sp>
        <p:nvSpPr>
          <p:cNvPr id="18" name="DP1 object 239">
            <a:extLst>
              <a:ext uri="{FF2B5EF4-FFF2-40B4-BE49-F238E27FC236}">
                <ns2:creationId id="{77FCF62A-7717-438E-9205-1E57B9AFFFFB}"/>
              </a:ext>
            </a:extLst>
          </p:cNvPr>
          <p:cNvSpPr>
            <a:spLocks noGrp="1"/>
          </p:cNvSpPr>
          <p:nvPr/>
        </p:nvSpPr>
        <p:spPr>
          <a:xfrm>
            <a:off x="342900" y="1971675"/>
            <a:ext cx="571500" cy="628650"/>
          </a:xfrm>
          <a:prstGeom prst="rect">
            <a:avLst/>
          </a:prstGeom>
          <a:noFill/>
          <a:ln w="0">
            <a:noFill/>
            <a:prstDash val="solid"/>
          </a:ln>
        </p:spPr>
        <p:txBody>
          <a:bodyPr wrap="none" lIns="0" tIns="0" rIns="0" bIns="0" anchor="ctr">
            <a:noAutofit/>
          </a:bodyPr>
          <a:lstStyle>
            <a:defPPr algn="l">
              <a:defRPr sz="4100" b="1" lang="ko-KR">
                <a:solidFill>
                  <a:srgbClr val="C00000"/>
                </a:solidFill>
                <a:latin typeface="Calibri"/>
                <a:ea typeface="Calibri"/>
                <a:cs typeface="Calibri"/>
              </a:defRPr>
            </a:defPPr>
            <a:lvl1pPr algn="l">
              <a:defRPr sz="4100" b="1" lang="ko-KR">
                <a:solidFill>
                  <a:srgbClr val="C00000"/>
                </a:solidFill>
                <a:latin typeface="Calibri"/>
                <a:ea typeface="Calibri"/>
                <a:cs typeface="Calibri"/>
              </a:defRPr>
            </a:lvl1pPr>
            <a:lvl2pPr algn="l">
              <a:defRPr sz="4100" b="1" lang="ko-KR">
                <a:solidFill>
                  <a:srgbClr val="C00000"/>
                </a:solidFill>
                <a:latin typeface="Calibri"/>
                <a:ea typeface="Calibri"/>
                <a:cs typeface="Calibri"/>
              </a:defRPr>
            </a:lvl2pPr>
            <a:lvl3pPr algn="l">
              <a:defRPr sz="4100" b="1" lang="ko-KR">
                <a:solidFill>
                  <a:srgbClr val="C00000"/>
                </a:solidFill>
                <a:latin typeface="Calibri"/>
                <a:ea typeface="Calibri"/>
                <a:cs typeface="Calibri"/>
              </a:defRPr>
            </a:lvl3pPr>
            <a:lvl4pPr algn="l">
              <a:defRPr sz="4100" b="1" lang="ko-KR">
                <a:solidFill>
                  <a:srgbClr val="C00000"/>
                </a:solidFill>
                <a:latin typeface="Calibri"/>
                <a:ea typeface="Calibri"/>
                <a:cs typeface="Calibri"/>
              </a:defRPr>
            </a:lvl4pPr>
            <a:lvl5pPr algn="l">
              <a:defRPr sz="4100" b="1" lang="ko-KR">
                <a:solidFill>
                  <a:srgbClr val="C00000"/>
                </a:solidFill>
                <a:latin typeface="Calibri"/>
                <a:ea typeface="Calibri"/>
                <a:cs typeface="Calibri"/>
              </a:defRPr>
            </a:lvl5pPr>
            <a:lvl6pPr algn="l">
              <a:defRPr sz="4100" b="1" lang="ko-KR">
                <a:solidFill>
                  <a:srgbClr val="C00000"/>
                </a:solidFill>
                <a:latin typeface="Calibri"/>
                <a:ea typeface="Calibri"/>
                <a:cs typeface="Calibri"/>
              </a:defRPr>
            </a:lvl6pPr>
            <a:lvl7pPr algn="l">
              <a:defRPr sz="4100" b="1" lang="ko-KR">
                <a:solidFill>
                  <a:srgbClr val="C00000"/>
                </a:solidFill>
                <a:latin typeface="Calibri"/>
                <a:ea typeface="Calibri"/>
                <a:cs typeface="Calibri"/>
              </a:defRPr>
            </a:lvl7pPr>
            <a:lvl8pPr algn="l">
              <a:defRPr sz="4100" b="1" lang="ko-KR">
                <a:solidFill>
                  <a:srgbClr val="C00000"/>
                </a:solidFill>
                <a:latin typeface="Calibri"/>
                <a:ea typeface="Calibri"/>
                <a:cs typeface="Calibri"/>
              </a:defRPr>
            </a:lvl8pPr>
            <a:lvl9pPr algn="l">
              <a:defRPr sz="4100" b="1" lang="ko-KR">
                <a:solidFill>
                  <a:srgbClr val="C00000"/>
                </a:solidFill>
                <a:latin typeface="Calibri"/>
                <a:ea typeface="Calibri"/>
                <a:cs typeface="Calibri"/>
              </a:defRPr>
            </a:lvl9pPr>
          </a:lstStyle>
          <a:p>
            <a:pPr algn="l">
              <a:defRPr sz="4100" b="1" lang="ko-KR">
                <a:solidFill>
                  <a:srgbClr val="C00000"/>
                </a:solidFill>
                <a:latin typeface="Calibri"/>
                <a:ea typeface="Calibri"/>
                <a:cs typeface="Calibri"/>
              </a:defRPr>
            </a:pPr>
            <a:r>
              <a:rPr sz="4100" b="1" lang="ko-KR">
                <a:solidFill>
                  <a:srgbClr val="C00000"/>
                </a:solidFill>
                <a:latin typeface="Calibri"/>
                <a:ea typeface="Calibri"/>
                <a:cs typeface="Calibri"/>
              </a:rPr>
              <a:t>✓</a:t>
            </a:r>
            <a:endParaRPr lang="ko-KR">
              <a:latin typeface="Calibri"/>
              <a:ea typeface="Calibri"/>
              <a:cs typeface="Calibri"/>
            </a:endParaRPr>
          </a:p>
        </p:txBody>
      </p:sp>
      <p:sp>
        <p:nvSpPr>
          <p:cNvPr id="20" name="DP1 object 241">
            <a:extLst>
              <a:ext uri="{FF2B5EF4-FFF2-40B4-BE49-F238E27FC236}">
                <ns2:creationId id="{C7ABD01B-96F4-4496-A69B-FF2804D53503}"/>
              </a:ext>
            </a:extLst>
          </p:cNvPr>
          <p:cNvSpPr>
            <a:spLocks noGrp="1"/>
          </p:cNvSpPr>
          <p:nvPr/>
        </p:nvSpPr>
        <p:spPr>
          <a:xfrm>
            <a:off x="419100" y="2705100"/>
            <a:ext cx="54292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기본 구조: 읽은 근거를 다음 요청에 유지</a:t>
            </a:r>
            <a:endParaRPr lang="ko-KR">
              <a:latin typeface="Calibri"/>
              <a:ea typeface="Calibri"/>
              <a:cs typeface="Calibri"/>
            </a:endParaRPr>
          </a:p>
        </p:txBody>
      </p:sp>
      <p:sp>
        <p:nvSpPr>
          <p:cNvPr id="36" name="DP1 object 254">
            <a:extLst>
              <a:ext uri="{FF2B5EF4-FFF2-40B4-BE49-F238E27FC236}">
                <ns2:creationId id="{320B835F-B3E2-460B-93CD-97CBC46F1B6E}"/>
              </a:ext>
            </a:extLst>
          </p:cNvPr>
          <p:cNvSpPr>
            <a:spLocks noGrp="1"/>
          </p:cNvSpPr>
          <p:nvPr/>
        </p:nvSpPr>
        <p:spPr>
          <a:xfrm>
            <a:off x="447675" y="5162550"/>
            <a:ext cx="5410200" cy="46672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300" b="1" lang="ko-KR">
                <a:solidFill>
                  <a:srgbClr val="111111"/>
                </a:solidFill>
                <a:latin typeface="Calibri"/>
                <a:ea typeface="Calibri"/>
                <a:cs typeface="Calibri"/>
              </a:rPr>
              <a:t>같은 Component 반복 / 실선 요청 / 점선 반환</a:t>
            </a:r>
            <a:endParaRPr lang="ko-KR">
              <a:latin typeface="Calibri"/>
              <a:ea typeface="Calibri"/>
              <a:cs typeface="Calibri"/>
            </a:endParaRPr>
          </a:p>
          <a:p>
            <a:pPr algn="ctr">
              <a:defRPr sz="1800" b="1" lang="ko-KR">
                <a:solidFill>
                  <a:srgbClr val="111111"/>
                </a:solidFill>
                <a:latin typeface="Calibri"/>
                <a:ea typeface="Calibri"/>
                <a:cs typeface="Calibri"/>
              </a:defRPr>
            </a:pPr>
            <a:r>
              <a:rPr sz="1300" b="1" lang="ko-KR">
                <a:solidFill>
                  <a:srgbClr val="111111"/>
                </a:solidFill>
                <a:latin typeface="Calibri"/>
                <a:ea typeface="Calibri"/>
                <a:cs typeface="Calibri"/>
              </a:rPr>
              <a:t>채택 후 갱신 → 다음 요청</a:t>
            </a:r>
            <a:endParaRPr lang="ko-KR">
              <a:latin typeface="Calibri"/>
              <a:ea typeface="Calibri"/>
              <a:cs typeface="Calibri"/>
            </a:endParaRPr>
          </a:p>
        </p:txBody>
      </p:sp>
      <p:sp>
        <p:nvSpPr>
          <p:cNvPr id="37" name="Editable path 255">
            <a:extLst>
              <a:ext uri="{FF2B5EF4-FFF2-40B4-BE49-F238E27FC236}">
                <ns2:creationId id="{18E0D48D-FE33-4DC5-A14D-DEBE477A541C}"/>
              </a:ext>
            </a:extLst>
          </p:cNvPr>
          <p:cNvSpPr>
            <a:spLocks noGrp="1"/>
          </p:cNvSpPr>
          <p:nvPr/>
        </p:nvSpPr>
        <p:spPr>
          <a:xfrm>
            <a:off x="447675" y="5667375"/>
            <a:ext cx="5381625" cy="953"/>
          </a:xfrm>
          <a:custGeom>
            <a:pathLst>
              <a:path w="5381625" h="953">
                <a:moveTo>
                  <a:pt x="0" y="0"/>
                </a:moveTo>
                <a:lnTo>
                  <a:pt x="5381625" y="0"/>
                </a:lnTo>
              </a:path>
            </a:pathLst>
          </a:custGeom>
          <a:noFill/>
          <a:ln w="16193">
            <a:solidFill>
              <a:srgbClr val="4676CB"/>
            </a:solidFill>
            <a:prstDash val="solid"/>
          </a:ln>
        </p:spPr>
      </p:sp>
      <p:sp>
        <p:nvSpPr>
          <p:cNvPr id="38" name="DP1 object 256">
            <a:extLst>
              <a:ext uri="{FF2B5EF4-FFF2-40B4-BE49-F238E27FC236}">
                <ns2:creationId id="{8C97EC66-EBD8-475F-B53C-1D0EA8A55D33}"/>
              </a:ext>
            </a:extLst>
          </p:cNvPr>
          <p:cNvSpPr>
            <a:spLocks noGrp="1"/>
          </p:cNvSpPr>
          <p:nvPr/>
        </p:nvSpPr>
        <p:spPr>
          <a:xfrm>
            <a:off x="504825" y="5819775"/>
            <a:ext cx="5238750" cy="40957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A2  정정 시 변경 조각 갱신</a:t>
            </a:r>
            <a:endParaRPr lang="ko-KR">
              <a:latin typeface="Calibri"/>
              <a:ea typeface="Calibri"/>
              <a:cs typeface="Calibri"/>
            </a:endParaRPr>
          </a:p>
        </p:txBody>
      </p:sp>
      <p:sp>
        <p:nvSpPr>
          <p:cNvPr id="51" name="DP1 object 266">
            <a:extLst>
              <a:ext uri="{FF2B5EF4-FFF2-40B4-BE49-F238E27FC236}">
                <ns2:creationId id="{899D190D-B901-4C45-B63E-471B2C7D8A33}"/>
              </a:ext>
            </a:extLst>
          </p:cNvPr>
          <p:cNvSpPr>
            <a:spLocks noGrp="1"/>
          </p:cNvSpPr>
          <p:nvPr/>
        </p:nvSpPr>
        <p:spPr>
          <a:xfrm>
            <a:off x="514350" y="8362950"/>
            <a:ext cx="5191125" cy="323850"/>
          </a:xfrm>
          <a:prstGeom prst="rect">
            <a:avLst/>
          </a:prstGeom>
          <a:noFill/>
          <a:ln w="0">
            <a:noFill/>
            <a:prstDash val="solid"/>
          </a:ln>
        </p:spPr>
        <p:txBody>
          <a:bodyPr wrap="none" lIns="0" tIns="0" rIns="0" bIns="0" anchor="ctr">
            <a:noAutofit/>
          </a:bodyPr>
          <a:lstStyle>
            <a:defPPr algn="ctr">
              <a:defRPr sz="1700" b="1" lang="ko-KR">
                <a:solidFill>
                  <a:srgbClr val="4676CB"/>
                </a:solidFill>
                <a:latin typeface="Calibri"/>
                <a:ea typeface="Calibri"/>
                <a:cs typeface="Calibri"/>
              </a:defRPr>
            </a:defPPr>
            <a:lvl1pPr algn="ctr">
              <a:defRPr sz="1700" b="1" lang="ko-KR">
                <a:solidFill>
                  <a:srgbClr val="4676CB"/>
                </a:solidFill>
                <a:latin typeface="Calibri"/>
                <a:ea typeface="Calibri"/>
                <a:cs typeface="Calibri"/>
              </a:defRPr>
            </a:lvl1pPr>
            <a:lvl2pPr algn="ctr">
              <a:defRPr sz="1700" b="1" lang="ko-KR">
                <a:solidFill>
                  <a:srgbClr val="4676CB"/>
                </a:solidFill>
                <a:latin typeface="Calibri"/>
                <a:ea typeface="Calibri"/>
                <a:cs typeface="Calibri"/>
              </a:defRPr>
            </a:lvl2pPr>
            <a:lvl3pPr algn="ctr">
              <a:defRPr sz="1700" b="1" lang="ko-KR">
                <a:solidFill>
                  <a:srgbClr val="4676CB"/>
                </a:solidFill>
                <a:latin typeface="Calibri"/>
                <a:ea typeface="Calibri"/>
                <a:cs typeface="Calibri"/>
              </a:defRPr>
            </a:lvl3pPr>
            <a:lvl4pPr algn="ctr">
              <a:defRPr sz="1700" b="1" lang="ko-KR">
                <a:solidFill>
                  <a:srgbClr val="4676CB"/>
                </a:solidFill>
                <a:latin typeface="Calibri"/>
                <a:ea typeface="Calibri"/>
                <a:cs typeface="Calibri"/>
              </a:defRPr>
            </a:lvl4pPr>
            <a:lvl5pPr algn="ctr">
              <a:defRPr sz="1700" b="1" lang="ko-KR">
                <a:solidFill>
                  <a:srgbClr val="4676CB"/>
                </a:solidFill>
                <a:latin typeface="Calibri"/>
                <a:ea typeface="Calibri"/>
                <a:cs typeface="Calibri"/>
              </a:defRPr>
            </a:lvl5pPr>
            <a:lvl6pPr algn="ctr">
              <a:defRPr sz="1700" b="1" lang="ko-KR">
                <a:solidFill>
                  <a:srgbClr val="4676CB"/>
                </a:solidFill>
                <a:latin typeface="Calibri"/>
                <a:ea typeface="Calibri"/>
                <a:cs typeface="Calibri"/>
              </a:defRPr>
            </a:lvl6pPr>
            <a:lvl7pPr algn="ctr">
              <a:defRPr sz="1700" b="1" lang="ko-KR">
                <a:solidFill>
                  <a:srgbClr val="4676CB"/>
                </a:solidFill>
                <a:latin typeface="Calibri"/>
                <a:ea typeface="Calibri"/>
                <a:cs typeface="Calibri"/>
              </a:defRPr>
            </a:lvl7pPr>
            <a:lvl8pPr algn="ctr">
              <a:defRPr sz="1700" b="1" lang="ko-KR">
                <a:solidFill>
                  <a:srgbClr val="4676CB"/>
                </a:solidFill>
                <a:latin typeface="Calibri"/>
                <a:ea typeface="Calibri"/>
                <a:cs typeface="Calibri"/>
              </a:defRPr>
            </a:lvl8pPr>
            <a:lvl9pPr algn="ctr">
              <a:defRPr sz="1700" b="1" lang="ko-KR">
                <a:solidFill>
                  <a:srgbClr val="4676CB"/>
                </a:solidFill>
                <a:latin typeface="Calibri"/>
                <a:ea typeface="Calibri"/>
                <a:cs typeface="Calibri"/>
              </a:defRPr>
            </a:lvl9pPr>
          </a:lstStyle>
          <a:p>
            <a:pPr algn="ctr">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영향 범위가 불명확하면 전체 재구성</a:t>
            </a:r>
            <a:endParaRPr lang="ko-KR">
              <a:latin typeface="Calibri"/>
              <a:ea typeface="Calibri"/>
              <a:cs typeface="Calibri"/>
            </a:endParaRPr>
          </a:p>
        </p:txBody>
      </p:sp>
      <p:sp>
        <p:nvSpPr>
          <p:cNvPr id="52" name="DP1 object 267">
            <a:extLst>
              <a:ext uri="{FF2B5EF4-FFF2-40B4-BE49-F238E27FC236}">
                <ns2:creationId id="{696F1557-4B4F-458F-BD7F-52C73CE70999}"/>
              </a:ext>
            </a:extLst>
          </p:cNvPr>
          <p:cNvSpPr>
            <a:spLocks noGrp="1"/>
          </p:cNvSpPr>
          <p:nvPr/>
        </p:nvSpPr>
        <p:spPr>
          <a:xfrm>
            <a:off x="533400" y="8791575"/>
            <a:ext cx="5153025" cy="41910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파란 경로: 보완안 A2</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대규모 성능 개선으로는 채택하지 않음</a:t>
            </a:r>
            <a:endParaRPr lang="ko-KR">
              <a:latin typeface="Calibri"/>
              <a:ea typeface="Calibri"/>
              <a:cs typeface="Calibri"/>
            </a:endParaRPr>
          </a:p>
        </p:txBody>
      </p:sp>
      <p:sp>
        <p:nvSpPr>
          <p:cNvPr id="53" name="DP1 object 268">
            <a:extLst>
              <a:ext uri="{FF2B5EF4-FFF2-40B4-BE49-F238E27FC236}">
                <ns2:creationId id="{1D129381-0F73-431B-8D3D-FF614326B3EB}"/>
              </a:ext>
            </a:extLst>
          </p:cNvPr>
          <p:cNvSpPr>
            <a:spLocks noGrp="1"/>
          </p:cNvSpPr>
          <p:nvPr/>
        </p:nvSpPr>
        <p:spPr>
          <a:xfrm>
            <a:off x="6410325" y="2066925"/>
            <a:ext cx="11430000" cy="390525"/>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기본 PoC에서 관측한 A의 QA 약점</a:t>
            </a:r>
            <a:endParaRPr lang="ko-KR">
              <a:latin typeface="Calibri"/>
              <a:ea typeface="Calibri"/>
              <a:cs typeface="Calibri"/>
            </a:endParaRPr>
          </a:p>
        </p:txBody>
      </p:sp>
      <p:graphicFrame>
        <p:nvGraphicFramePr>
          <p:cNvPr id="54" name="">
            <a:extLst>
              <a:ext uri="{FF2B5EF4-FFF2-40B4-BE49-F238E27FC236}">
                <ns2:creationId id="{F30775F3-D414-4AFD-8287-086C33A6F6BC}"/>
              </a:ext>
            </a:extLst>
          </p:cNvPr>
          <p:cNvGraphicFramePr/>
          <p:nvPr/>
        </p:nvGraphicFramePr>
        <p:xfrm>
          <a:off x="6391275" y="2543175"/>
          <a:ext cx="11677650" cy="1381125"/>
        </p:xfrm>
        <a:graphic>
          <a:graphicData uri="http://schemas.openxmlformats.org/drawingml/2006/table">
            <a:tbl>
              <a:tblPr firstRow="0" bandRow="0" bandCol="0"/>
              <a:tblGrid>
                <a:gridCol w="2505075"/>
                <a:gridCol w="2047875"/>
                <a:gridCol w="2476500"/>
                <a:gridCol w="46482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비교안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13.617초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111111"/>
                          </a:solidFill>
                          <a:latin typeface="Calibri"/>
                          <a:ea typeface="Calibri"/>
                          <a:cs typeface="Calibri"/>
                        </a:rPr>
                        <a:t>C 12.364초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관측: A가 1.253초 더 걸림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6.609초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 6.267초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50555B"/>
                          </a:solidFill>
                          <a:latin typeface="Calibri"/>
                          <a:ea typeface="Calibri"/>
                          <a:cs typeface="Calibri"/>
                        </a:rPr>
                        <a:t>관측 차이 0.342초 / 우열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269">
            <a:extLst>
              <a:ext uri="{FF2B5EF4-FFF2-40B4-BE49-F238E27FC236}">
                <ns2:creationId id="{89792665-47D6-4BCF-A887-44BC8822318E}"/>
              </a:ext>
            </a:extLst>
          </p:cNvPr>
          <p:cNvSpPr>
            <a:spLocks noGrp="1"/>
          </p:cNvSpPr>
          <p:nvPr/>
        </p:nvSpPr>
        <p:spPr>
          <a:xfrm>
            <a:off x="6419850" y="4162425"/>
            <a:ext cx="11525250" cy="3905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보완 ①  QA03 — 변경 조각만 읽고 갱신</a:t>
            </a:r>
            <a:endParaRPr lang="ko-KR">
              <a:latin typeface="Calibri"/>
              <a:ea typeface="Calibri"/>
              <a:cs typeface="Calibri"/>
            </a:endParaRPr>
          </a:p>
        </p:txBody>
      </p:sp>
      <p:sp>
        <p:nvSpPr>
          <p:cNvPr id="56" name="DP1 object 270">
            <a:extLst>
              <a:ext uri="{FF2B5EF4-FFF2-40B4-BE49-F238E27FC236}">
                <ns2:creationId id="{9043296E-E4C2-4E9A-AFBF-7ACA881F00BF}"/>
              </a:ext>
            </a:extLst>
          </p:cNvPr>
          <p:cNvSpPr>
            <a:spLocks noGrp="1"/>
          </p:cNvSpPr>
          <p:nvPr/>
        </p:nvSpPr>
        <p:spPr>
          <a:xfrm>
            <a:off x="6419850" y="45815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3회에서 기본 A와 A+A2를 비교</a:t>
            </a:r>
            <a:endParaRPr lang="ko-KR">
              <a:latin typeface="Calibri"/>
              <a:ea typeface="Calibri"/>
              <a:cs typeface="Calibri"/>
            </a:endParaRPr>
          </a:p>
        </p:txBody>
      </p:sp>
      <p:graphicFrame>
        <p:nvGraphicFramePr>
          <p:cNvPr id="57" name="">
            <a:extLst>
              <a:ext uri="{FF2B5EF4-FFF2-40B4-BE49-F238E27FC236}">
                <ns2:creationId id="{F883DA80-E03E-473D-BB48-51A8CA096908}"/>
              </a:ext>
            </a:extLst>
          </p:cNvPr>
          <p:cNvGraphicFramePr/>
          <p:nvPr/>
        </p:nvGraphicFramePr>
        <p:xfrm>
          <a:off x="6391275" y="4953000"/>
          <a:ext cx="11677650" cy="1333500"/>
        </p:xfrm>
        <a:graphic>
          <a:graphicData uri="http://schemas.openxmlformats.org/drawingml/2006/table">
            <a:tbl>
              <a:tblPr firstRow="0" bandRow="0" bandCol="0"/>
              <a:tblGrid>
                <a:gridCol w="4229100"/>
                <a:gridCol w="3724275"/>
                <a:gridCol w="3724275"/>
              </a:tblGrid>
              <a:tr h="3810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항목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 A2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111111"/>
                          </a:solidFill>
                          <a:latin typeface="Calibri"/>
                          <a:ea typeface="Calibri"/>
                          <a:cs typeface="Calibri"/>
                        </a:rPr>
                        <a:t>21.822초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4676CB"/>
                          </a:solidFill>
                          <a:latin typeface="Calibri"/>
                          <a:ea typeface="Calibri"/>
                          <a:cs typeface="Calibri"/>
                        </a:rPr>
                        <a:t>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원본 읽기 / 모델 호출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12회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271">
            <a:extLst>
              <a:ext uri="{FF2B5EF4-FFF2-40B4-BE49-F238E27FC236}">
                <ns2:creationId id="{EA99DF57-A234-42DC-A90F-639D8432A629}"/>
              </a:ext>
            </a:extLst>
          </p:cNvPr>
          <p:cNvSpPr>
            <a:spLocks noGrp="1"/>
          </p:cNvSpPr>
          <p:nvPr/>
        </p:nvSpPr>
        <p:spPr>
          <a:xfrm>
            <a:off x="6419850" y="6353175"/>
            <a:ext cx="11525250" cy="295275"/>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관측: 0.389초 감소. 재조회 감소만 확인했으며 전체 A/C 재비교는 미실시.</a:t>
            </a:r>
            <a:endParaRPr lang="ko-KR">
              <a:latin typeface="Calibri"/>
              <a:ea typeface="Calibri"/>
              <a:cs typeface="Calibri"/>
            </a:endParaRPr>
          </a:p>
        </p:txBody>
      </p:sp>
      <p:sp>
        <p:nvSpPr>
          <p:cNvPr id="59" name="DP1 object 272">
            <a:extLst>
              <a:ext uri="{FF2B5EF4-FFF2-40B4-BE49-F238E27FC236}">
                <ns2:creationId id="{FBAF25BF-4D6E-4BD8-854F-D4F8CDC9547D}"/>
              </a:ext>
            </a:extLst>
          </p:cNvPr>
          <p:cNvSpPr>
            <a:spLocks noGrp="1"/>
          </p:cNvSpPr>
          <p:nvPr/>
        </p:nvSpPr>
        <p:spPr>
          <a:xfrm>
            <a:off x="6419850" y="6886575"/>
            <a:ext cx="11525250" cy="3905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보완 ②  QA01 — 채택한 근거·처리 의도를 먼저 안내</a:t>
            </a:r>
            <a:endParaRPr lang="ko-KR">
              <a:latin typeface="Calibri"/>
              <a:ea typeface="Calibri"/>
              <a:cs typeface="Calibri"/>
            </a:endParaRPr>
          </a:p>
        </p:txBody>
      </p:sp>
      <p:sp>
        <p:nvSpPr>
          <p:cNvPr id="60" name="DP1 object 273">
            <a:extLst>
              <a:ext uri="{FF2B5EF4-FFF2-40B4-BE49-F238E27FC236}">
                <ns2:creationId id="{3FD267C0-9837-451B-A6EB-B5D28C56382A}"/>
              </a:ext>
            </a:extLst>
          </p:cNvPr>
          <p:cNvSpPr>
            <a:spLocks noGrp="1"/>
          </p:cNvSpPr>
          <p:nvPr/>
        </p:nvSpPr>
        <p:spPr>
          <a:xfrm>
            <a:off x="6419850" y="72866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A/B/C 공통 보완을 A에 적용한 별도 E3 비교</a:t>
            </a:r>
            <a:endParaRPr lang="ko-KR">
              <a:latin typeface="Calibri"/>
              <a:ea typeface="Calibri"/>
              <a:cs typeface="Calibri"/>
            </a:endParaRPr>
          </a:p>
        </p:txBody>
      </p:sp>
      <p:sp>
        <p:nvSpPr>
          <p:cNvPr id="61" name="DP1 object 274">
            <a:extLst>
              <a:ext uri="{FF2B5EF4-FFF2-40B4-BE49-F238E27FC236}">
                <ns2:creationId id="{B116428A-B07C-436B-87A8-5F4A8CE75C1A}"/>
              </a:ext>
            </a:extLst>
          </p:cNvPr>
          <p:cNvSpPr>
            <a:spLocks noGrp="1"/>
          </p:cNvSpPr>
          <p:nvPr/>
        </p:nvSpPr>
        <p:spPr>
          <a:xfrm>
            <a:off x="6419850" y="7734300"/>
            <a:ext cx="2333625"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첫 응답</a:t>
            </a:r>
            <a:endParaRPr lang="ko-KR">
              <a:latin typeface="Calibri"/>
              <a:ea typeface="Calibri"/>
              <a:cs typeface="Calibri"/>
            </a:endParaRPr>
          </a:p>
        </p:txBody>
      </p:sp>
      <p:sp>
        <p:nvSpPr>
          <p:cNvPr id="62" name="DP1 object 275">
            <a:extLst>
              <a:ext uri="{FF2B5EF4-FFF2-40B4-BE49-F238E27FC236}">
                <ns2:creationId id="{65E940E9-F75C-45B3-AF62-CC4AEED1C12B}"/>
              </a:ext>
            </a:extLst>
          </p:cNvPr>
          <p:cNvSpPr>
            <a:spLocks noGrp="1"/>
          </p:cNvSpPr>
          <p:nvPr/>
        </p:nvSpPr>
        <p:spPr>
          <a:xfrm>
            <a:off x="8801100" y="7629525"/>
            <a:ext cx="2800350" cy="628650"/>
          </a:xfrm>
          <a:prstGeom prst="rect">
            <a:avLst/>
          </a:prstGeom>
          <a:noFill/>
          <a:ln w="0">
            <a:noFill/>
            <a:prstDash val="solid"/>
          </a:ln>
        </p:spPr>
        <p:txBody>
          <a:bodyPr wrap="none" lIns="0" tIns="0" rIns="0" bIns="0" anchor="ctr">
            <a:noAutofit/>
          </a:bodyPr>
          <a:lstStyle>
            <a:defPPr algn="l">
              <a:defRPr sz="3400" b="1" lang="ko-KR">
                <a:solidFill>
                  <a:srgbClr val="111111"/>
                </a:solidFill>
                <a:latin typeface="Calibri"/>
                <a:ea typeface="Calibri"/>
                <a:cs typeface="Calibri"/>
              </a:defRPr>
            </a:defPPr>
            <a:lvl1pPr algn="l">
              <a:defRPr sz="3400" b="1" lang="ko-KR">
                <a:solidFill>
                  <a:srgbClr val="111111"/>
                </a:solidFill>
                <a:latin typeface="Calibri"/>
                <a:ea typeface="Calibri"/>
                <a:cs typeface="Calibri"/>
              </a:defRPr>
            </a:lvl1pPr>
            <a:lvl2pPr algn="l">
              <a:defRPr sz="3400" b="1" lang="ko-KR">
                <a:solidFill>
                  <a:srgbClr val="111111"/>
                </a:solidFill>
                <a:latin typeface="Calibri"/>
                <a:ea typeface="Calibri"/>
                <a:cs typeface="Calibri"/>
              </a:defRPr>
            </a:lvl2pPr>
            <a:lvl3pPr algn="l">
              <a:defRPr sz="3400" b="1" lang="ko-KR">
                <a:solidFill>
                  <a:srgbClr val="111111"/>
                </a:solidFill>
                <a:latin typeface="Calibri"/>
                <a:ea typeface="Calibri"/>
                <a:cs typeface="Calibri"/>
              </a:defRPr>
            </a:lvl3pPr>
            <a:lvl4pPr algn="l">
              <a:defRPr sz="3400" b="1" lang="ko-KR">
                <a:solidFill>
                  <a:srgbClr val="111111"/>
                </a:solidFill>
                <a:latin typeface="Calibri"/>
                <a:ea typeface="Calibri"/>
                <a:cs typeface="Calibri"/>
              </a:defRPr>
            </a:lvl4pPr>
            <a:lvl5pPr algn="l">
              <a:defRPr sz="3400" b="1" lang="ko-KR">
                <a:solidFill>
                  <a:srgbClr val="111111"/>
                </a:solidFill>
                <a:latin typeface="Calibri"/>
                <a:ea typeface="Calibri"/>
                <a:cs typeface="Calibri"/>
              </a:defRPr>
            </a:lvl5pPr>
            <a:lvl6pPr algn="l">
              <a:defRPr sz="3400" b="1" lang="ko-KR">
                <a:solidFill>
                  <a:srgbClr val="111111"/>
                </a:solidFill>
                <a:latin typeface="Calibri"/>
                <a:ea typeface="Calibri"/>
                <a:cs typeface="Calibri"/>
              </a:defRPr>
            </a:lvl6pPr>
            <a:lvl7pPr algn="l">
              <a:defRPr sz="3400" b="1" lang="ko-KR">
                <a:solidFill>
                  <a:srgbClr val="111111"/>
                </a:solidFill>
                <a:latin typeface="Calibri"/>
                <a:ea typeface="Calibri"/>
                <a:cs typeface="Calibri"/>
              </a:defRPr>
            </a:lvl7pPr>
            <a:lvl8pPr algn="l">
              <a:defRPr sz="3400" b="1" lang="ko-KR">
                <a:solidFill>
                  <a:srgbClr val="111111"/>
                </a:solidFill>
                <a:latin typeface="Calibri"/>
                <a:ea typeface="Calibri"/>
                <a:cs typeface="Calibri"/>
              </a:defRPr>
            </a:lvl8pPr>
            <a:lvl9pPr algn="l">
              <a:defRPr sz="3400" b="1" lang="ko-KR">
                <a:solidFill>
                  <a:srgbClr val="111111"/>
                </a:solidFill>
                <a:latin typeface="Calibri"/>
                <a:ea typeface="Calibri"/>
                <a:cs typeface="Calibri"/>
              </a:defRPr>
            </a:lvl9pPr>
          </a:lstStyle>
          <a:p>
            <a:pPr algn="l">
              <a:defRPr sz="3400" b="1" lang="ko-KR">
                <a:solidFill>
                  <a:srgbClr val="111111"/>
                </a:solidFill>
                <a:latin typeface="Calibri"/>
                <a:ea typeface="Calibri"/>
                <a:cs typeface="Calibri"/>
              </a:defRPr>
            </a:pPr>
            <a:r>
              <a:rPr sz="3400" b="1" lang="ko-KR">
                <a:solidFill>
                  <a:srgbClr val="111111"/>
                </a:solidFill>
                <a:latin typeface="Calibri"/>
                <a:ea typeface="Calibri"/>
                <a:cs typeface="Calibri"/>
              </a:rPr>
              <a:t>7.092초</a:t>
            </a:r>
            <a:endParaRPr lang="ko-KR">
              <a:latin typeface="Calibri"/>
              <a:ea typeface="Calibri"/>
              <a:cs typeface="Calibri"/>
            </a:endParaRPr>
          </a:p>
        </p:txBody>
      </p:sp>
      <p:sp>
        <p:nvSpPr>
          <p:cNvPr id="63" name="DP1 object 276">
            <a:extLst>
              <a:ext uri="{FF2B5EF4-FFF2-40B4-BE49-F238E27FC236}">
                <ns2:creationId id="{19E81297-74BF-446D-94F1-7CB744F330B5}"/>
              </a:ext>
            </a:extLst>
          </p:cNvPr>
          <p:cNvSpPr>
            <a:spLocks noGrp="1"/>
          </p:cNvSpPr>
          <p:nvPr/>
        </p:nvSpPr>
        <p:spPr>
          <a:xfrm>
            <a:off x="11725275" y="7629525"/>
            <a:ext cx="904875" cy="628650"/>
          </a:xfrm>
          <a:prstGeom prst="rect">
            <a:avLst/>
          </a:prstGeom>
          <a:noFill/>
          <a:ln w="0">
            <a:noFill/>
            <a:prstDash val="solid"/>
          </a:ln>
        </p:spPr>
        <p:txBody>
          <a:bodyPr wrap="none" lIns="0" tIns="0" rIns="0" bIns="0" anchor="ctr">
            <a:noAutofit/>
          </a:bodyPr>
          <a:lstStyle>
            <a:defPPr algn="ctr">
              <a:defRPr sz="3500" b="0" lang="ko-KR">
                <a:solidFill>
                  <a:srgbClr val="4676CB"/>
                </a:solidFill>
                <a:latin typeface="Calibri"/>
                <a:ea typeface="Calibri"/>
                <a:cs typeface="Calibri"/>
              </a:defRPr>
            </a:defPPr>
            <a:lvl1pPr algn="ctr">
              <a:defRPr sz="3500" b="0" lang="ko-KR">
                <a:solidFill>
                  <a:srgbClr val="4676CB"/>
                </a:solidFill>
                <a:latin typeface="Calibri"/>
                <a:ea typeface="Calibri"/>
                <a:cs typeface="Calibri"/>
              </a:defRPr>
            </a:lvl1pPr>
            <a:lvl2pPr algn="ctr">
              <a:defRPr sz="3500" b="0" lang="ko-KR">
                <a:solidFill>
                  <a:srgbClr val="4676CB"/>
                </a:solidFill>
                <a:latin typeface="Calibri"/>
                <a:ea typeface="Calibri"/>
                <a:cs typeface="Calibri"/>
              </a:defRPr>
            </a:lvl2pPr>
            <a:lvl3pPr algn="ctr">
              <a:defRPr sz="3500" b="0" lang="ko-KR">
                <a:solidFill>
                  <a:srgbClr val="4676CB"/>
                </a:solidFill>
                <a:latin typeface="Calibri"/>
                <a:ea typeface="Calibri"/>
                <a:cs typeface="Calibri"/>
              </a:defRPr>
            </a:lvl3pPr>
            <a:lvl4pPr algn="ctr">
              <a:defRPr sz="3500" b="0" lang="ko-KR">
                <a:solidFill>
                  <a:srgbClr val="4676CB"/>
                </a:solidFill>
                <a:latin typeface="Calibri"/>
                <a:ea typeface="Calibri"/>
                <a:cs typeface="Calibri"/>
              </a:defRPr>
            </a:lvl4pPr>
            <a:lvl5pPr algn="ctr">
              <a:defRPr sz="3500" b="0" lang="ko-KR">
                <a:solidFill>
                  <a:srgbClr val="4676CB"/>
                </a:solidFill>
                <a:latin typeface="Calibri"/>
                <a:ea typeface="Calibri"/>
                <a:cs typeface="Calibri"/>
              </a:defRPr>
            </a:lvl5pPr>
            <a:lvl6pPr algn="ctr">
              <a:defRPr sz="3500" b="0" lang="ko-KR">
                <a:solidFill>
                  <a:srgbClr val="4676CB"/>
                </a:solidFill>
                <a:latin typeface="Calibri"/>
                <a:ea typeface="Calibri"/>
                <a:cs typeface="Calibri"/>
              </a:defRPr>
            </a:lvl6pPr>
            <a:lvl7pPr algn="ctr">
              <a:defRPr sz="3500" b="0" lang="ko-KR">
                <a:solidFill>
                  <a:srgbClr val="4676CB"/>
                </a:solidFill>
                <a:latin typeface="Calibri"/>
                <a:ea typeface="Calibri"/>
                <a:cs typeface="Calibri"/>
              </a:defRPr>
            </a:lvl7pPr>
            <a:lvl8pPr algn="ctr">
              <a:defRPr sz="3500" b="0" lang="ko-KR">
                <a:solidFill>
                  <a:srgbClr val="4676CB"/>
                </a:solidFill>
                <a:latin typeface="Calibri"/>
                <a:ea typeface="Calibri"/>
                <a:cs typeface="Calibri"/>
              </a:defRPr>
            </a:lvl8pPr>
            <a:lvl9pPr algn="ctr">
              <a:defRPr sz="3500" b="0" lang="ko-KR">
                <a:solidFill>
                  <a:srgbClr val="4676CB"/>
                </a:solidFill>
                <a:latin typeface="Calibri"/>
                <a:ea typeface="Calibri"/>
                <a:cs typeface="Calibri"/>
              </a:defRPr>
            </a:lvl9pPr>
          </a:lstStyle>
          <a:p>
            <a:pPr algn="ctr">
              <a:defRPr sz="3500" b="0" lang="ko-KR">
                <a:solidFill>
                  <a:srgbClr val="4676CB"/>
                </a:solidFill>
                <a:latin typeface="Calibri"/>
                <a:ea typeface="Calibri"/>
                <a:cs typeface="Calibri"/>
              </a:defRPr>
            </a:pPr>
            <a:r>
              <a:rPr sz="3500" b="0" lang="ko-KR">
                <a:solidFill>
                  <a:srgbClr val="4676CB"/>
                </a:solidFill>
                <a:latin typeface="Calibri"/>
                <a:ea typeface="Calibri"/>
                <a:cs typeface="Calibri"/>
              </a:rPr>
              <a:t>→</a:t>
            </a:r>
            <a:endParaRPr lang="ko-KR">
              <a:latin typeface="Calibri"/>
              <a:ea typeface="Calibri"/>
              <a:cs typeface="Calibri"/>
            </a:endParaRPr>
          </a:p>
        </p:txBody>
      </p:sp>
      <p:sp>
        <p:nvSpPr>
          <p:cNvPr id="64" name="DP1 object 277">
            <a:extLst>
              <a:ext uri="{FF2B5EF4-FFF2-40B4-BE49-F238E27FC236}">
                <ns2:creationId id="{76924648-2E38-4AD0-90A5-B6918F1CC1AC}"/>
              </a:ext>
            </a:extLst>
          </p:cNvPr>
          <p:cNvSpPr>
            <a:spLocks noGrp="1"/>
          </p:cNvSpPr>
          <p:nvPr/>
        </p:nvSpPr>
        <p:spPr>
          <a:xfrm>
            <a:off x="12858750" y="7629525"/>
            <a:ext cx="4162425" cy="628650"/>
          </a:xfrm>
          <a:prstGeom prst="rect">
            <a:avLst/>
          </a:prstGeom>
          <a:noFill/>
          <a:ln w="0">
            <a:noFill/>
            <a:prstDash val="solid"/>
          </a:ln>
        </p:spPr>
        <p:txBody>
          <a:bodyPr wrap="none" lIns="0" tIns="0" rIns="0" bIns="0" anchor="ctr">
            <a:noAutofit/>
          </a:bodyPr>
          <a:lstStyle>
            <a:defPPr algn="l">
              <a:defRPr sz="3600" b="1" lang="ko-KR">
                <a:solidFill>
                  <a:srgbClr val="4676CB"/>
                </a:solidFill>
                <a:latin typeface="Calibri"/>
                <a:ea typeface="Calibri"/>
                <a:cs typeface="Calibri"/>
              </a:defRPr>
            </a:defPPr>
            <a:lvl1pPr algn="l">
              <a:defRPr sz="3600" b="1" lang="ko-KR">
                <a:solidFill>
                  <a:srgbClr val="4676CB"/>
                </a:solidFill>
                <a:latin typeface="Calibri"/>
                <a:ea typeface="Calibri"/>
                <a:cs typeface="Calibri"/>
              </a:defRPr>
            </a:lvl1pPr>
            <a:lvl2pPr algn="l">
              <a:defRPr sz="3600" b="1" lang="ko-KR">
                <a:solidFill>
                  <a:srgbClr val="4676CB"/>
                </a:solidFill>
                <a:latin typeface="Calibri"/>
                <a:ea typeface="Calibri"/>
                <a:cs typeface="Calibri"/>
              </a:defRPr>
            </a:lvl2pPr>
            <a:lvl3pPr algn="l">
              <a:defRPr sz="3600" b="1" lang="ko-KR">
                <a:solidFill>
                  <a:srgbClr val="4676CB"/>
                </a:solidFill>
                <a:latin typeface="Calibri"/>
                <a:ea typeface="Calibri"/>
                <a:cs typeface="Calibri"/>
              </a:defRPr>
            </a:lvl3pPr>
            <a:lvl4pPr algn="l">
              <a:defRPr sz="3600" b="1" lang="ko-KR">
                <a:solidFill>
                  <a:srgbClr val="4676CB"/>
                </a:solidFill>
                <a:latin typeface="Calibri"/>
                <a:ea typeface="Calibri"/>
                <a:cs typeface="Calibri"/>
              </a:defRPr>
            </a:lvl4pPr>
            <a:lvl5pPr algn="l">
              <a:defRPr sz="3600" b="1" lang="ko-KR">
                <a:solidFill>
                  <a:srgbClr val="4676CB"/>
                </a:solidFill>
                <a:latin typeface="Calibri"/>
                <a:ea typeface="Calibri"/>
                <a:cs typeface="Calibri"/>
              </a:defRPr>
            </a:lvl5pPr>
            <a:lvl6pPr algn="l">
              <a:defRPr sz="3600" b="1" lang="ko-KR">
                <a:solidFill>
                  <a:srgbClr val="4676CB"/>
                </a:solidFill>
                <a:latin typeface="Calibri"/>
                <a:ea typeface="Calibri"/>
                <a:cs typeface="Calibri"/>
              </a:defRPr>
            </a:lvl6pPr>
            <a:lvl7pPr algn="l">
              <a:defRPr sz="3600" b="1" lang="ko-KR">
                <a:solidFill>
                  <a:srgbClr val="4676CB"/>
                </a:solidFill>
                <a:latin typeface="Calibri"/>
                <a:ea typeface="Calibri"/>
                <a:cs typeface="Calibri"/>
              </a:defRPr>
            </a:lvl7pPr>
            <a:lvl8pPr algn="l">
              <a:defRPr sz="3600" b="1" lang="ko-KR">
                <a:solidFill>
                  <a:srgbClr val="4676CB"/>
                </a:solidFill>
                <a:latin typeface="Calibri"/>
                <a:ea typeface="Calibri"/>
                <a:cs typeface="Calibri"/>
              </a:defRPr>
            </a:lvl8pPr>
            <a:lvl9pPr algn="l">
              <a:defRPr sz="3600" b="1" lang="ko-KR">
                <a:solidFill>
                  <a:srgbClr val="4676CB"/>
                </a:solidFill>
                <a:latin typeface="Calibri"/>
                <a:ea typeface="Calibri"/>
                <a:cs typeface="Calibri"/>
              </a:defRPr>
            </a:lvl9pPr>
          </a:lstStyle>
          <a:p>
            <a:pPr algn="l">
              <a:defRPr sz="3600" b="1" lang="ko-KR">
                <a:solidFill>
                  <a:srgbClr val="4676CB"/>
                </a:solidFill>
                <a:latin typeface="Calibri"/>
                <a:ea typeface="Calibri"/>
                <a:cs typeface="Calibri"/>
              </a:defRPr>
            </a:pPr>
            <a:r>
              <a:rPr sz="3600" b="1" lang="ko-KR">
                <a:solidFill>
                  <a:srgbClr val="4676CB"/>
                </a:solidFill>
                <a:latin typeface="Calibri"/>
                <a:ea typeface="Calibri"/>
                <a:cs typeface="Calibri"/>
              </a:rPr>
              <a:t>1.905초</a:t>
            </a:r>
            <a:endParaRPr lang="ko-KR">
              <a:latin typeface="Calibri"/>
              <a:ea typeface="Calibri"/>
              <a:cs typeface="Calibri"/>
            </a:endParaRPr>
          </a:p>
        </p:txBody>
      </p:sp>
      <p:sp>
        <p:nvSpPr>
          <p:cNvPr id="65" name="DP1 object 278">
            <a:extLst>
              <a:ext uri="{FF2B5EF4-FFF2-40B4-BE49-F238E27FC236}">
                <ns2:creationId id="{C1E2E2AB-D181-40BC-8B3F-5A3FD1E20FFD}"/>
              </a:ext>
            </a:extLst>
          </p:cNvPr>
          <p:cNvSpPr>
            <a:spLocks noGrp="1"/>
          </p:cNvSpPr>
          <p:nvPr/>
        </p:nvSpPr>
        <p:spPr>
          <a:xfrm>
            <a:off x="6419850" y="8391525"/>
            <a:ext cx="11525250" cy="33337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대가  QA03 21.508 → 23.118초   /   모델 호출 12 → 18회</a:t>
            </a:r>
            <a:endParaRPr lang="ko-KR">
              <a:latin typeface="Calibri"/>
              <a:ea typeface="Calibri"/>
              <a:cs typeface="Calibri"/>
            </a:endParaRPr>
          </a:p>
        </p:txBody>
      </p:sp>
      <p:sp>
        <p:nvSpPr>
          <p:cNvPr id="66" name="DP1 object 279">
            <a:extLst>
              <a:ext uri="{FF2B5EF4-FFF2-40B4-BE49-F238E27FC236}">
                <ns2:creationId id="{D96CA970-CFBD-4D1C-A57B-92B73B25464B}"/>
              </a:ext>
            </a:extLst>
          </p:cNvPr>
          <p:cNvSpPr>
            <a:spLocks noGrp="1"/>
          </p:cNvSpPr>
          <p:nvPr/>
        </p:nvSpPr>
        <p:spPr>
          <a:xfrm>
            <a:off x="6419850" y="8791575"/>
            <a:ext cx="1152525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모델 비용 $0.0146552 → $0.0157364. 본문 조건 충족 3/6은 그대로.</a:t>
            </a:r>
            <a:endParaRPr lang="ko-KR">
              <a:latin typeface="Calibri"/>
              <a:ea typeface="Calibri"/>
              <a:cs typeface="Calibri"/>
            </a:endParaRPr>
          </a:p>
        </p:txBody>
      </p:sp>
      <p:sp>
        <p:nvSpPr>
          <p:cNvPr id="67" name="Editable path 280">
            <a:extLst>
              <a:ext uri="{FF2B5EF4-FFF2-40B4-BE49-F238E27FC236}">
                <ns2:creationId id="{6FC41CC5-2A5D-4DCE-8CD5-14C503DAAD3D}"/>
              </a:ext>
            </a:extLst>
          </p:cNvPr>
          <p:cNvSpPr>
            <a:spLocks noGrp="1"/>
          </p:cNvSpPr>
          <p:nvPr/>
        </p:nvSpPr>
        <p:spPr>
          <a:xfrm>
            <a:off x="257175" y="9496425"/>
            <a:ext cx="17783175" cy="953"/>
          </a:xfrm>
          <a:custGeom>
            <a:pathLst>
              <a:path w="17783175" h="953">
                <a:moveTo>
                  <a:pt x="0" y="0"/>
                </a:moveTo>
                <a:lnTo>
                  <a:pt x="17783175" y="0"/>
                </a:lnTo>
              </a:path>
            </a:pathLst>
          </a:custGeom>
          <a:noFill/>
          <a:ln w="14288">
            <a:solidFill>
              <a:srgbClr val="4676CB"/>
            </a:solidFill>
            <a:prstDash val="solid"/>
          </a:ln>
        </p:spPr>
      </p:sp>
      <p:sp>
        <p:nvSpPr>
          <p:cNvPr id="68" name="DP1 object 281">
            <a:extLst>
              <a:ext uri="{FF2B5EF4-FFF2-40B4-BE49-F238E27FC236}">
                <ns2:creationId id="{4A44111D-5772-4D18-837A-79C12A8E5F6D}"/>
              </a:ext>
            </a:extLst>
          </p:cNvPr>
          <p:cNvSpPr>
            <a:spLocks noGrp="1"/>
          </p:cNvSpPr>
          <p:nvPr/>
        </p:nvSpPr>
        <p:spPr>
          <a:xfrm>
            <a:off x="266700" y="9620250"/>
            <a:ext cx="17287875" cy="2952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보완 전후는 각각 동일 조건의 별도 비교값이며 기본 비교표의 A 수치를 교체하지 않는다. 두 보완의 결합 효과는 미측정.</a:t>
            </a:r>
            <a:endParaRPr lang="ko-KR">
              <a:latin typeface="Calibri"/>
              <a:ea typeface="Calibri"/>
              <a:cs typeface="Calibri"/>
            </a:endParaRPr>
          </a:p>
        </p:txBody>
      </p:sp>
      <p:sp>
        <p:nvSpPr>
          <p:cNvPr id="69" name="DP1 object 282">
            <a:extLst>
              <a:ext uri="{FF2B5EF4-FFF2-40B4-BE49-F238E27FC236}">
                <ns2:creationId id="{33CE796A-6C63-41D2-8F18-D06D0A0F3E7F}"/>
              </a:ext>
            </a:extLst>
          </p:cNvPr>
          <p:cNvSpPr>
            <a:spLocks noGrp="1"/>
          </p:cNvSpPr>
          <p:nvPr/>
        </p:nvSpPr>
        <p:spPr>
          <a:xfrm>
            <a:off x="266700" y="9963150"/>
            <a:ext cx="16954500" cy="23812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원격 모델 PoC의 제한된 관측값. 첫 안내는 callback proxy 기준이며 제품 UI 끝단 성능을 뜻하지 않는다.</a:t>
            </a:r>
            <a:endParaRPr lang="ko-KR">
              <a:latin typeface="Calibri"/>
              <a:ea typeface="Calibri"/>
              <a:cs typeface="Calibri"/>
            </a:endParaRPr>
          </a:p>
        </p:txBody>
      </p:sp>
      <p:sp>
        <p:nvSpPr>
          <p:cNvPr id="1071" name="v10 node:a-cm">
            <a:extLst>
              <a:ext uri="{FF2B5EF4-FFF2-40B4-BE49-F238E27FC236}">
                <ns2:creationId id="{99F8A4BB-23A5-41CC-B88E-813CEAD5E660}"/>
              </a:ext>
            </a:extLst>
          </p:cNvPr>
          <p:cNvSpPr>
            <a:spLocks noGrp="1"/>
          </p:cNvSpPr>
          <p:nvPr/>
        </p:nvSpPr>
        <p:spPr>
          <a:xfrm>
            <a:off x="476250" y="3143250"/>
            <a:ext cx="2381250" cy="1952625"/>
          </a:xfrm>
          <a:prstGeom prst="rect">
            <a:avLst/>
          </a:prstGeom>
          <a:solidFill>
            <a:srgbClr val="FFF6DD"/>
          </a:solidFill>
          <a:ln w="16193">
            <a:solidFill>
              <a:srgbClr val="111111"/>
            </a:solidFill>
          </a:ln>
        </p:spPr>
        <p:txBody>
          <a:bodyPr wrap="none" lIns="47625" tIns="19050" rIns="47625" bIns="1609725"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72" name="v10 divider a-cm">
            <a:extLst>
              <a:ext uri="{FF2B5EF4-FFF2-40B4-BE49-F238E27FC236}">
                <ns2:creationId id="{04B13A44-46E7-45A8-9B68-AE73527395C3}"/>
              </a:ext>
            </a:extLst>
          </p:cNvPr>
          <p:cNvSpPr>
            <a:spLocks noGrp="1"/>
          </p:cNvSpPr>
          <p:nvPr/>
        </p:nvSpPr>
        <p:spPr>
          <a:xfrm>
            <a:off x="476250" y="3505200"/>
            <a:ext cx="2381250" cy="953"/>
          </a:xfrm>
          <a:custGeom>
            <a:pathLst>
              <a:path w="2381250" h="953">
                <a:moveTo>
                  <a:pt x="0" y="0"/>
                </a:moveTo>
                <a:lnTo>
                  <a:pt x="2381250" y="0"/>
                </a:lnTo>
              </a:path>
            </a:pathLst>
          </a:custGeom>
          <a:noFill/>
          <a:ln w="9525">
            <a:solidFill>
              <a:srgbClr val="111111"/>
            </a:solidFill>
            <a:prstDash val="solid"/>
          </a:ln>
        </p:spPr>
      </p:sp>
      <p:sp>
        <p:nvSpPr>
          <p:cNvPr id="1073" name="v10 node:a-query">
            <a:extLst>
              <a:ext uri="{FF2B5EF4-FFF2-40B4-BE49-F238E27FC236}">
                <ns2:creationId id="{C302F225-5C5B-4E0C-BDC8-5248B1039C68}"/>
              </a:ext>
            </a:extLst>
          </p:cNvPr>
          <p:cNvSpPr>
            <a:spLocks noGrp="1"/>
          </p:cNvSpPr>
          <p:nvPr/>
        </p:nvSpPr>
        <p:spPr>
          <a:xfrm>
            <a:off x="619125" y="3619500"/>
            <a:ext cx="2095500" cy="342900"/>
          </a:xfrm>
          <a:prstGeom prst="roundRect">
            <a:avLst>
              <a:gd name="adj" fmla="val 22222"/>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근거 조회 및 문맥 갱신기</a:t>
            </a:r>
            <a:endParaRPr lang="ko-KR">
              <a:latin typeface="Calibri"/>
              <a:ea typeface="Calibri"/>
              <a:cs typeface="Calibri"/>
            </a:endParaRPr>
          </a:p>
        </p:txBody>
      </p:sp>
      <p:sp>
        <p:nvSpPr>
          <p:cNvPr id="1074" name="v10 node:a-view">
            <a:extLst>
              <a:ext uri="{FF2B5EF4-FFF2-40B4-BE49-F238E27FC236}">
                <ns2:creationId id="{78B97CBD-5A4E-475D-B5CE-9AACB8B53B68}"/>
              </a:ext>
            </a:extLst>
          </p:cNvPr>
          <p:cNvSpPr>
            <a:spLocks noGrp="1"/>
          </p:cNvSpPr>
          <p:nvPr/>
        </p:nvSpPr>
        <p:spPr>
          <a:xfrm>
            <a:off x="619125" y="4276725"/>
            <a:ext cx="2095500" cy="7143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유효 작업 문맥</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출처 / 의존 판본</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(대화 수명)</a:t>
            </a:r>
            <a:endParaRPr lang="ko-KR">
              <a:latin typeface="Calibri"/>
              <a:ea typeface="Calibri"/>
              <a:cs typeface="Calibri"/>
            </a:endParaRPr>
          </a:p>
        </p:txBody>
      </p:sp>
      <p:sp>
        <p:nvSpPr>
          <p:cNvPr id="1075" name="v10 node:a-rc">
            <a:extLst>
              <a:ext uri="{FF2B5EF4-FFF2-40B4-BE49-F238E27FC236}">
                <ns2:creationId id="{374BF8B4-AD19-4020-A3E2-B73BD9622F25}"/>
              </a:ext>
            </a:extLst>
          </p:cNvPr>
          <p:cNvSpPr>
            <a:spLocks noGrp="1"/>
          </p:cNvSpPr>
          <p:nvPr/>
        </p:nvSpPr>
        <p:spPr>
          <a:xfrm>
            <a:off x="3333750" y="3143250"/>
            <a:ext cx="2381250" cy="838200"/>
          </a:xfrm>
          <a:prstGeom prst="rect">
            <a:avLst/>
          </a:prstGeom>
          <a:solidFill>
            <a:srgbClr val="FFF6DD"/>
          </a:solidFill>
          <a:ln w="16193">
            <a:solidFill>
              <a:srgbClr val="111111"/>
            </a:solidFill>
          </a:ln>
        </p:spPr>
        <p:txBody>
          <a:bodyPr wrap="none" lIns="47625" tIns="19050" rIns="47625" bIns="49530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076" name="v10 divider a-rc">
            <a:extLst>
              <a:ext uri="{FF2B5EF4-FFF2-40B4-BE49-F238E27FC236}">
                <ns2:creationId id="{3FE67466-E9EB-461D-836F-33CCF28DB8C3}"/>
              </a:ext>
            </a:extLst>
          </p:cNvPr>
          <p:cNvSpPr>
            <a:spLocks noGrp="1"/>
          </p:cNvSpPr>
          <p:nvPr/>
        </p:nvSpPr>
        <p:spPr>
          <a:xfrm>
            <a:off x="3333750" y="3505200"/>
            <a:ext cx="2381250" cy="953"/>
          </a:xfrm>
          <a:custGeom>
            <a:pathLst>
              <a:path w="2381250" h="953">
                <a:moveTo>
                  <a:pt x="0" y="0"/>
                </a:moveTo>
                <a:lnTo>
                  <a:pt x="2381250" y="0"/>
                </a:lnTo>
              </a:path>
            </a:pathLst>
          </a:custGeom>
          <a:noFill/>
          <a:ln w="9525">
            <a:solidFill>
              <a:srgbClr val="111111"/>
            </a:solidFill>
            <a:prstDash val="solid"/>
          </a:ln>
        </p:spPr>
      </p:sp>
      <p:sp>
        <p:nvSpPr>
          <p:cNvPr id="1077" name="v10 node:a-adopt">
            <a:extLst>
              <a:ext uri="{FF2B5EF4-FFF2-40B4-BE49-F238E27FC236}">
                <ns2:creationId id="{F513F3C8-0F6A-4F1C-90BF-0BE6FD72FF2F}"/>
              </a:ext>
            </a:extLst>
          </p:cNvPr>
          <p:cNvSpPr>
            <a:spLocks noGrp="1"/>
          </p:cNvSpPr>
          <p:nvPr/>
        </p:nvSpPr>
        <p:spPr>
          <a:xfrm>
            <a:off x="3476625" y="3590925"/>
            <a:ext cx="2095500" cy="323850"/>
          </a:xfrm>
          <a:prstGeom prst="roundRect">
            <a:avLst>
              <a:gd name="adj" fmla="val 23529"/>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허가 및 의미 채택기</a:t>
            </a:r>
            <a:endParaRPr lang="ko-KR">
              <a:latin typeface="Calibri"/>
              <a:ea typeface="Calibri"/>
              <a:cs typeface="Calibri"/>
            </a:endParaRPr>
          </a:p>
        </p:txBody>
      </p:sp>
      <p:sp>
        <p:nvSpPr>
          <p:cNvPr id="1078" name="v10 node:a-ri">
            <a:extLst>
              <a:ext uri="{FF2B5EF4-FFF2-40B4-BE49-F238E27FC236}">
                <ns2:creationId id="{CAFCC765-E483-44AD-9BC4-EC6C8F4176BB}"/>
              </a:ext>
            </a:extLst>
          </p:cNvPr>
          <p:cNvSpPr>
            <a:spLocks noGrp="1"/>
          </p:cNvSpPr>
          <p:nvPr/>
        </p:nvSpPr>
        <p:spPr>
          <a:xfrm>
            <a:off x="3333750" y="4333875"/>
            <a:ext cx="2381250" cy="800100"/>
          </a:xfrm>
          <a:prstGeom prst="rect">
            <a:avLst/>
          </a:prstGeom>
          <a:solidFill>
            <a:srgbClr val="FFF6DD"/>
          </a:solidFill>
          <a:ln w="16193">
            <a:solidFill>
              <a:srgbClr val="111111"/>
            </a:solidFill>
          </a:ln>
        </p:spPr>
        <p:txBody>
          <a:bodyPr wrap="none" lIns="47625" tIns="19050" rIns="47625" bIns="45720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079" name="v10 divider a-ri">
            <a:extLst>
              <a:ext uri="{FF2B5EF4-FFF2-40B4-BE49-F238E27FC236}">
                <ns2:creationId id="{D1AE5BE7-784E-4EE8-BBC0-7B014D69514E}"/>
              </a:ext>
            </a:extLst>
          </p:cNvPr>
          <p:cNvSpPr>
            <a:spLocks noGrp="1"/>
          </p:cNvSpPr>
          <p:nvPr/>
        </p:nvSpPr>
        <p:spPr>
          <a:xfrm>
            <a:off x="3333750" y="4695825"/>
            <a:ext cx="2381250" cy="953"/>
          </a:xfrm>
          <a:custGeom>
            <a:pathLst>
              <a:path w="2381250" h="953">
                <a:moveTo>
                  <a:pt x="0" y="0"/>
                </a:moveTo>
                <a:lnTo>
                  <a:pt x="2381250" y="0"/>
                </a:lnTo>
              </a:path>
            </a:pathLst>
          </a:custGeom>
          <a:noFill/>
          <a:ln w="9525">
            <a:solidFill>
              <a:srgbClr val="111111"/>
            </a:solidFill>
            <a:prstDash val="solid"/>
          </a:ln>
        </p:spPr>
      </p:sp>
      <p:sp>
        <p:nvSpPr>
          <p:cNvPr id="1080" name="v10 node:a-interpret">
            <a:extLst>
              <a:ext uri="{FF2B5EF4-FFF2-40B4-BE49-F238E27FC236}">
                <ns2:creationId id="{99F8E982-F753-4CF6-AB4B-69FDFDA29D3C}"/>
              </a:ext>
            </a:extLst>
          </p:cNvPr>
          <p:cNvSpPr>
            <a:spLocks noGrp="1"/>
          </p:cNvSpPr>
          <p:nvPr/>
        </p:nvSpPr>
        <p:spPr>
          <a:xfrm>
            <a:off x="3476625" y="4772025"/>
            <a:ext cx="2095500" cy="304800"/>
          </a:xfrm>
          <a:prstGeom prst="roundRect">
            <a:avLst>
              <a:gd name="adj" fmla="val 25000"/>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의미 해석기</a:t>
            </a:r>
            <a:endParaRPr lang="ko-KR">
              <a:latin typeface="Calibri"/>
              <a:ea typeface="Calibri"/>
              <a:cs typeface="Calibri"/>
            </a:endParaRPr>
          </a:p>
        </p:txBody>
      </p:sp>
      <p:sp>
        <p:nvSpPr>
          <p:cNvPr id="1081" name="v10 edge:a-view-permit">
            <a:extLst>
              <a:ext uri="{FF2B5EF4-FFF2-40B4-BE49-F238E27FC236}">
                <ns2:creationId id="{E1657103-7B60-4C98-8029-4690E3F7EEFE}"/>
              </a:ext>
            </a:extLst>
          </p:cNvPr>
          <p:cNvSpPr>
            <a:spLocks noGrp="1"/>
          </p:cNvSpPr>
          <p:nvPr/>
        </p:nvSpPr>
        <p:spPr>
          <a:xfrm>
            <a:off x="2714625" y="3705225"/>
            <a:ext cx="762000" cy="953"/>
          </a:xfrm>
          <a:custGeom>
            <a:pathLst>
              <a:path w="762000" h="953">
                <a:moveTo>
                  <a:pt x="762000" y="0"/>
                </a:moveTo>
                <a:lnTo>
                  <a:pt x="0" y="0"/>
                </a:lnTo>
              </a:path>
            </a:pathLst>
          </a:custGeom>
          <a:noFill/>
          <a:ln w="17145">
            <a:solidFill>
              <a:srgbClr val="111111"/>
            </a:solidFill>
            <a:prstDash val="solid"/>
          </a:ln>
        </p:spPr>
      </p:sp>
      <p:sp>
        <p:nvSpPr>
          <p:cNvPr id="1082" name="v10 arrow:a-view-permit">
            <a:extLst>
              <a:ext uri="{FF2B5EF4-FFF2-40B4-BE49-F238E27FC236}">
                <ns2:creationId id="{D47B281D-5EEC-4773-8A5B-1E1ACBFDD11E}"/>
              </a:ext>
            </a:extLst>
          </p:cNvPr>
          <p:cNvSpPr>
            <a:spLocks noGrp="1"/>
          </p:cNvSpPr>
          <p:nvPr/>
        </p:nvSpPr>
        <p:spPr>
          <a:xfrm>
            <a:off x="2714625" y="36671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083" name="v10 label 조회 허가&#10;채택 후 갱신">
            <a:extLst>
              <a:ext uri="{FF2B5EF4-FFF2-40B4-BE49-F238E27FC236}">
                <ns2:creationId id="{3E5FC49B-075F-4F0C-ABEE-A4D511FB76BE}"/>
              </a:ext>
            </a:extLst>
          </p:cNvPr>
          <p:cNvSpPr>
            <a:spLocks noGrp="1"/>
          </p:cNvSpPr>
          <p:nvPr/>
        </p:nvSpPr>
        <p:spPr>
          <a:xfrm>
            <a:off x="2771775" y="3200400"/>
            <a:ext cx="581025" cy="40005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조회 허가</a:t>
            </a:r>
            <a:endParaRPr lang="ko-KR">
              <a:latin typeface="Calibri"/>
              <a:ea typeface="Calibri"/>
              <a:cs typeface="Calibri"/>
            </a:endParaRPr>
          </a:p>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채택 후 갱신</a:t>
            </a:r>
            <a:endParaRPr lang="ko-KR">
              <a:latin typeface="Calibri"/>
              <a:ea typeface="Calibri"/>
              <a:cs typeface="Calibri"/>
            </a:endParaRPr>
          </a:p>
        </p:txBody>
      </p:sp>
      <p:sp>
        <p:nvSpPr>
          <p:cNvPr id="1084" name="v10 edge:a-view-return">
            <a:extLst>
              <a:ext uri="{FF2B5EF4-FFF2-40B4-BE49-F238E27FC236}">
                <ns2:creationId id="{2DE098C5-B84D-4FCF-8F51-304B2E006E8A}"/>
              </a:ext>
            </a:extLst>
          </p:cNvPr>
          <p:cNvSpPr>
            <a:spLocks noGrp="1"/>
          </p:cNvSpPr>
          <p:nvPr/>
        </p:nvSpPr>
        <p:spPr>
          <a:xfrm>
            <a:off x="2714625" y="3867150"/>
            <a:ext cx="762000" cy="953"/>
          </a:xfrm>
          <a:custGeom>
            <a:pathLst>
              <a:path w="762000" h="953">
                <a:moveTo>
                  <a:pt x="0" y="0"/>
                </a:moveTo>
                <a:lnTo>
                  <a:pt x="762000" y="0"/>
                </a:lnTo>
              </a:path>
            </a:pathLst>
          </a:custGeom>
          <a:noFill/>
          <a:ln w="17145">
            <a:solidFill>
              <a:srgbClr val="111111"/>
            </a:solidFill>
            <a:prstDash val="dash"/>
          </a:ln>
        </p:spPr>
      </p:sp>
      <p:sp>
        <p:nvSpPr>
          <p:cNvPr id="1085" name="v10 arrow:a-view-return">
            <a:extLst>
              <a:ext uri="{FF2B5EF4-FFF2-40B4-BE49-F238E27FC236}">
                <ns2:creationId id="{20C5D42E-3236-4016-9124-26AF785D6829}"/>
              </a:ext>
            </a:extLst>
          </p:cNvPr>
          <p:cNvSpPr>
            <a:spLocks noGrp="1"/>
          </p:cNvSpPr>
          <p:nvPr/>
        </p:nvSpPr>
        <p:spPr>
          <a:xfrm>
            <a:off x="3390900" y="38290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086" name="v10 label 근거">
            <a:extLst>
              <a:ext uri="{FF2B5EF4-FFF2-40B4-BE49-F238E27FC236}">
                <ns2:creationId id="{017C6813-C8F3-46A5-BD2C-B95D463D5641}"/>
              </a:ext>
            </a:extLst>
          </p:cNvPr>
          <p:cNvSpPr>
            <a:spLocks noGrp="1"/>
          </p:cNvSpPr>
          <p:nvPr/>
        </p:nvSpPr>
        <p:spPr>
          <a:xfrm>
            <a:off x="2828925" y="3962400"/>
            <a:ext cx="51435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근거</a:t>
            </a:r>
            <a:endParaRPr lang="ko-KR">
              <a:latin typeface="Calibri"/>
              <a:ea typeface="Calibri"/>
              <a:cs typeface="Calibri"/>
            </a:endParaRPr>
          </a:p>
        </p:txBody>
      </p:sp>
      <p:sp>
        <p:nvSpPr>
          <p:cNvPr id="1087" name="v10 edge:a-view-read">
            <a:extLst>
              <a:ext uri="{FF2B5EF4-FFF2-40B4-BE49-F238E27FC236}">
                <ns2:creationId id="{93C8C7BD-9FDC-48C4-A483-49F4DA7043BC}"/>
              </a:ext>
            </a:extLst>
          </p:cNvPr>
          <p:cNvSpPr>
            <a:spLocks noGrp="1"/>
          </p:cNvSpPr>
          <p:nvPr/>
        </p:nvSpPr>
        <p:spPr>
          <a:xfrm>
            <a:off x="1143000" y="3962400"/>
            <a:ext cx="953" cy="314325"/>
          </a:xfrm>
          <a:custGeom>
            <a:pathLst>
              <a:path w="953" h="314325">
                <a:moveTo>
                  <a:pt x="0" y="314325"/>
                </a:moveTo>
                <a:lnTo>
                  <a:pt x="0" y="0"/>
                </a:lnTo>
              </a:path>
            </a:pathLst>
          </a:custGeom>
          <a:noFill/>
          <a:ln w="17145">
            <a:solidFill>
              <a:srgbClr val="111111"/>
            </a:solidFill>
            <a:prstDash val="dash"/>
          </a:ln>
        </p:spPr>
      </p:sp>
      <p:sp>
        <p:nvSpPr>
          <p:cNvPr id="1088" name="v10 arrow:a-view-read">
            <a:extLst>
              <a:ext uri="{FF2B5EF4-FFF2-40B4-BE49-F238E27FC236}">
                <ns2:creationId id="{6142D832-0600-465D-8230-5F5CCA4323DE}"/>
              </a:ext>
            </a:extLst>
          </p:cNvPr>
          <p:cNvSpPr>
            <a:spLocks noGrp="1"/>
          </p:cNvSpPr>
          <p:nvPr/>
        </p:nvSpPr>
        <p:spPr>
          <a:xfrm>
            <a:off x="1104900" y="39624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089" name="v10 label 조회">
            <a:extLst>
              <a:ext uri="{FF2B5EF4-FFF2-40B4-BE49-F238E27FC236}">
                <ns2:creationId id="{ADFE3F58-42A4-41E2-82C2-B199B6199AFD}"/>
              </a:ext>
            </a:extLst>
          </p:cNvPr>
          <p:cNvSpPr>
            <a:spLocks noGrp="1"/>
          </p:cNvSpPr>
          <p:nvPr/>
        </p:nvSpPr>
        <p:spPr>
          <a:xfrm>
            <a:off x="638175" y="4029075"/>
            <a:ext cx="466725"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조회</a:t>
            </a:r>
            <a:endParaRPr lang="ko-KR">
              <a:latin typeface="Calibri"/>
              <a:ea typeface="Calibri"/>
              <a:cs typeface="Calibri"/>
            </a:endParaRPr>
          </a:p>
        </p:txBody>
      </p:sp>
      <p:sp>
        <p:nvSpPr>
          <p:cNvPr id="1090" name="v10 edge:a-view-write">
            <a:extLst>
              <a:ext uri="{FF2B5EF4-FFF2-40B4-BE49-F238E27FC236}">
                <ns2:creationId id="{B128EFD0-9969-4164-BF5B-F230DD142444}"/>
              </a:ext>
            </a:extLst>
          </p:cNvPr>
          <p:cNvSpPr>
            <a:spLocks noGrp="1"/>
          </p:cNvSpPr>
          <p:nvPr/>
        </p:nvSpPr>
        <p:spPr>
          <a:xfrm>
            <a:off x="2286000" y="3962400"/>
            <a:ext cx="953" cy="314325"/>
          </a:xfrm>
          <a:custGeom>
            <a:pathLst>
              <a:path w="953" h="314325">
                <a:moveTo>
                  <a:pt x="0" y="0"/>
                </a:moveTo>
                <a:lnTo>
                  <a:pt x="0" y="314325"/>
                </a:lnTo>
              </a:path>
            </a:pathLst>
          </a:custGeom>
          <a:noFill/>
          <a:ln w="17145">
            <a:solidFill>
              <a:srgbClr val="111111"/>
            </a:solidFill>
            <a:prstDash val="solid"/>
          </a:ln>
        </p:spPr>
      </p:sp>
      <p:sp>
        <p:nvSpPr>
          <p:cNvPr id="1091" name="v10 arrow:a-view-write">
            <a:extLst>
              <a:ext uri="{FF2B5EF4-FFF2-40B4-BE49-F238E27FC236}">
                <ns2:creationId id="{E9B2ECA2-0E68-4183-BD03-4933F74EE3CF}"/>
              </a:ext>
            </a:extLst>
          </p:cNvPr>
          <p:cNvSpPr>
            <a:spLocks noGrp="1"/>
          </p:cNvSpPr>
          <p:nvPr/>
        </p:nvSpPr>
        <p:spPr>
          <a:xfrm>
            <a:off x="2247900" y="419100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92" name="v10 label 갱신">
            <a:extLst>
              <a:ext uri="{FF2B5EF4-FFF2-40B4-BE49-F238E27FC236}">
                <ns2:creationId id="{4235EC99-B163-4EB9-8F6B-42660B06A703}"/>
              </a:ext>
            </a:extLst>
          </p:cNvPr>
          <p:cNvSpPr>
            <a:spLocks noGrp="1"/>
          </p:cNvSpPr>
          <p:nvPr/>
        </p:nvSpPr>
        <p:spPr>
          <a:xfrm>
            <a:off x="2324100" y="4029075"/>
            <a:ext cx="428625"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갱신</a:t>
            </a:r>
            <a:endParaRPr lang="ko-KR">
              <a:latin typeface="Calibri"/>
              <a:ea typeface="Calibri"/>
              <a:cs typeface="Calibri"/>
            </a:endParaRPr>
          </a:p>
        </p:txBody>
      </p:sp>
      <p:sp>
        <p:nvSpPr>
          <p:cNvPr id="1093" name="v10 edge:a-current-input">
            <a:extLst>
              <a:ext uri="{FF2B5EF4-FFF2-40B4-BE49-F238E27FC236}">
                <ns2:creationId id="{0EEC901E-D68C-42E1-BCC1-770257259F78}"/>
              </a:ext>
            </a:extLst>
          </p:cNvPr>
          <p:cNvSpPr>
            <a:spLocks noGrp="1"/>
          </p:cNvSpPr>
          <p:nvPr/>
        </p:nvSpPr>
        <p:spPr>
          <a:xfrm>
            <a:off x="3190875" y="3914775"/>
            <a:ext cx="762000" cy="990600"/>
          </a:xfrm>
          <a:custGeom>
            <a:pathLst>
              <a:path w="762000" h="990600">
                <a:moveTo>
                  <a:pt x="762000" y="0"/>
                </a:moveTo>
                <a:lnTo>
                  <a:pt x="762000" y="266700"/>
                </a:lnTo>
                <a:lnTo>
                  <a:pt x="0" y="266700"/>
                </a:lnTo>
                <a:lnTo>
                  <a:pt x="0" y="990600"/>
                </a:lnTo>
                <a:lnTo>
                  <a:pt x="285750" y="990600"/>
                </a:lnTo>
              </a:path>
            </a:pathLst>
          </a:custGeom>
          <a:noFill/>
          <a:ln w="17145">
            <a:solidFill>
              <a:srgbClr val="111111"/>
            </a:solidFill>
            <a:prstDash val="solid"/>
          </a:ln>
        </p:spPr>
      </p:sp>
      <p:sp>
        <p:nvSpPr>
          <p:cNvPr id="1094" name="v10 arrow:a-current-input">
            <a:extLst>
              <a:ext uri="{FF2B5EF4-FFF2-40B4-BE49-F238E27FC236}">
                <ns2:creationId id="{CE056870-3A1B-45C1-ABC9-C1BC92FB1BBE}"/>
              </a:ext>
            </a:extLst>
          </p:cNvPr>
          <p:cNvSpPr>
            <a:spLocks noGrp="1"/>
          </p:cNvSpPr>
          <p:nvPr/>
        </p:nvSpPr>
        <p:spPr>
          <a:xfrm>
            <a:off x="3390900" y="486727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095" name="v10 label 현재 입력 + 유효 근거">
            <a:extLst>
              <a:ext uri="{FF2B5EF4-FFF2-40B4-BE49-F238E27FC236}">
                <ns2:creationId id="{F0D92422-5434-4047-8263-00EA56EAC709}"/>
              </a:ext>
            </a:extLst>
          </p:cNvPr>
          <p:cNvSpPr>
            <a:spLocks noGrp="1"/>
          </p:cNvSpPr>
          <p:nvPr/>
        </p:nvSpPr>
        <p:spPr>
          <a:xfrm>
            <a:off x="3533775" y="3981450"/>
            <a:ext cx="2124075" cy="1905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현재 입력 + 유효 근거</a:t>
            </a:r>
            <a:endParaRPr lang="ko-KR">
              <a:latin typeface="Calibri"/>
              <a:ea typeface="Calibri"/>
              <a:cs typeface="Calibri"/>
            </a:endParaRPr>
          </a:p>
        </p:txBody>
      </p:sp>
      <p:sp>
        <p:nvSpPr>
          <p:cNvPr id="1096" name="v10 edge:a-meaning-proposal">
            <a:extLst>
              <a:ext uri="{FF2B5EF4-FFF2-40B4-BE49-F238E27FC236}">
                <ns2:creationId id="{263ACEBC-2150-4678-8850-50928F74825F}"/>
              </a:ext>
            </a:extLst>
          </p:cNvPr>
          <p:cNvSpPr>
            <a:spLocks noGrp="1"/>
          </p:cNvSpPr>
          <p:nvPr/>
        </p:nvSpPr>
        <p:spPr>
          <a:xfrm>
            <a:off x="5572125" y="3781425"/>
            <a:ext cx="333375" cy="1152525"/>
          </a:xfrm>
          <a:custGeom>
            <a:pathLst>
              <a:path w="333375" h="1152525">
                <a:moveTo>
                  <a:pt x="0" y="1152525"/>
                </a:moveTo>
                <a:lnTo>
                  <a:pt x="333375" y="1152525"/>
                </a:lnTo>
                <a:lnTo>
                  <a:pt x="333375" y="0"/>
                </a:lnTo>
                <a:lnTo>
                  <a:pt x="0" y="0"/>
                </a:lnTo>
              </a:path>
            </a:pathLst>
          </a:custGeom>
          <a:noFill/>
          <a:ln w="17145">
            <a:solidFill>
              <a:srgbClr val="111111"/>
            </a:solidFill>
            <a:prstDash val="dash"/>
          </a:ln>
        </p:spPr>
      </p:sp>
      <p:sp>
        <p:nvSpPr>
          <p:cNvPr id="1097" name="v10 arrow:a-meaning-proposal">
            <a:extLst>
              <a:ext uri="{FF2B5EF4-FFF2-40B4-BE49-F238E27FC236}">
                <ns2:creationId id="{624CF693-866F-4E0A-8042-75FA13FF2FF9}"/>
              </a:ext>
            </a:extLst>
          </p:cNvPr>
          <p:cNvSpPr>
            <a:spLocks noGrp="1"/>
          </p:cNvSpPr>
          <p:nvPr/>
        </p:nvSpPr>
        <p:spPr>
          <a:xfrm>
            <a:off x="5572125" y="37433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098" name="v10 node:a2-cm">
            <a:extLst>
              <a:ext uri="{FF2B5EF4-FFF2-40B4-BE49-F238E27FC236}">
                <ns2:creationId id="{8D95911D-8434-49DE-A1CC-32B8E79BDA82}"/>
              </a:ext>
            </a:extLst>
          </p:cNvPr>
          <p:cNvSpPr>
            <a:spLocks noGrp="1"/>
          </p:cNvSpPr>
          <p:nvPr/>
        </p:nvSpPr>
        <p:spPr>
          <a:xfrm>
            <a:off x="2619375" y="6381750"/>
            <a:ext cx="3095625" cy="1828800"/>
          </a:xfrm>
          <a:prstGeom prst="rect">
            <a:avLst/>
          </a:prstGeom>
          <a:solidFill>
            <a:srgbClr val="FFF6DD"/>
          </a:solidFill>
          <a:ln w="16193">
            <a:solidFill>
              <a:srgbClr val="111111"/>
            </a:solidFill>
          </a:ln>
        </p:spPr>
        <p:txBody>
          <a:bodyPr wrap="none" lIns="47625" tIns="19050" rIns="47625" bIns="148590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99" name="v10 divider a2-cm">
            <a:extLst>
              <a:ext uri="{FF2B5EF4-FFF2-40B4-BE49-F238E27FC236}">
                <ns2:creationId id="{FF0C3F59-9C1C-4780-9503-ACA8DC19C77E}"/>
              </a:ext>
            </a:extLst>
          </p:cNvPr>
          <p:cNvSpPr>
            <a:spLocks noGrp="1"/>
          </p:cNvSpPr>
          <p:nvPr/>
        </p:nvSpPr>
        <p:spPr>
          <a:xfrm>
            <a:off x="2619375" y="6743700"/>
            <a:ext cx="3095625" cy="953"/>
          </a:xfrm>
          <a:custGeom>
            <a:pathLst>
              <a:path w="3095625" h="953">
                <a:moveTo>
                  <a:pt x="0" y="0"/>
                </a:moveTo>
                <a:lnTo>
                  <a:pt x="3095625" y="0"/>
                </a:lnTo>
              </a:path>
            </a:pathLst>
          </a:custGeom>
          <a:noFill/>
          <a:ln w="9525">
            <a:solidFill>
              <a:srgbClr val="111111"/>
            </a:solidFill>
            <a:prstDash val="solid"/>
          </a:ln>
        </p:spPr>
      </p:sp>
      <p:sp>
        <p:nvSpPr>
          <p:cNvPr id="1100" name="v10 node:a2-delta">
            <a:extLst>
              <a:ext uri="{FF2B5EF4-FFF2-40B4-BE49-F238E27FC236}">
                <ns2:creationId id="{D0CA2D93-D125-4443-BF28-5D9EE32AC89D}"/>
              </a:ext>
            </a:extLst>
          </p:cNvPr>
          <p:cNvSpPr>
            <a:spLocks noGrp="1"/>
          </p:cNvSpPr>
          <p:nvPr/>
        </p:nvSpPr>
        <p:spPr>
          <a:xfrm>
            <a:off x="2762250" y="6848475"/>
            <a:ext cx="2809875" cy="361950"/>
          </a:xfrm>
          <a:prstGeom prst="roundRect">
            <a:avLst>
              <a:gd name="adj" fmla="val 21053"/>
            </a:avLst>
          </a:prstGeom>
          <a:solidFill>
            <a:srgbClr val="FFFFFF"/>
          </a:solidFill>
          <a:ln w="16193">
            <a:solidFill>
              <a:srgbClr val="4676CB"/>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변경 조각 갱신기</a:t>
            </a:r>
            <a:endParaRPr lang="ko-KR">
              <a:latin typeface="Calibri"/>
              <a:ea typeface="Calibri"/>
              <a:cs typeface="Calibri"/>
            </a:endParaRPr>
          </a:p>
        </p:txBody>
      </p:sp>
      <p:sp>
        <p:nvSpPr>
          <p:cNvPr id="1101" name="v10 node:a2-check">
            <a:extLst>
              <a:ext uri="{FF2B5EF4-FFF2-40B4-BE49-F238E27FC236}">
                <ns2:creationId id="{ED108797-A7B4-436A-A93F-04B8B0D07B81}"/>
              </a:ext>
            </a:extLst>
          </p:cNvPr>
          <p:cNvSpPr>
            <a:spLocks noGrp="1"/>
          </p:cNvSpPr>
          <p:nvPr/>
        </p:nvSpPr>
        <p:spPr>
          <a:xfrm>
            <a:off x="2762250" y="7724775"/>
            <a:ext cx="2809875" cy="342900"/>
          </a:xfrm>
          <a:prstGeom prst="roundRect">
            <a:avLst>
              <a:gd name="adj" fmla="val 22222"/>
            </a:avLst>
          </a:prstGeom>
          <a:solidFill>
            <a:srgbClr val="FFFFFF"/>
          </a:solidFill>
          <a:ln w="16193">
            <a:solidFill>
              <a:srgbClr val="4676CB"/>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전체 근거 판본 검증기</a:t>
            </a:r>
            <a:endParaRPr lang="ko-KR">
              <a:latin typeface="Calibri"/>
              <a:ea typeface="Calibri"/>
              <a:cs typeface="Calibri"/>
            </a:endParaRPr>
          </a:p>
        </p:txBody>
      </p:sp>
      <p:sp>
        <p:nvSpPr>
          <p:cNvPr id="1102" name="v10 node:a2-source">
            <a:extLst>
              <a:ext uri="{FF2B5EF4-FFF2-40B4-BE49-F238E27FC236}">
                <ns2:creationId id="{F7ED1238-383F-4CBF-AEDF-40768FA5312F}"/>
              </a:ext>
            </a:extLst>
          </p:cNvPr>
          <p:cNvSpPr>
            <a:spLocks noGrp="1"/>
          </p:cNvSpPr>
          <p:nvPr/>
        </p:nvSpPr>
        <p:spPr>
          <a:xfrm>
            <a:off x="476250" y="6477000"/>
            <a:ext cx="1762125" cy="809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400" b="1" lang="ko-KR">
                <a:solidFill>
                  <a:srgbClr val="111111"/>
                </a:solidFill>
                <a:latin typeface="Calibri"/>
                <a:ea typeface="Calibri"/>
                <a:cs typeface="Calibri"/>
              </a:defRPr>
            </a:defPPr>
            <a:lvl1pPr algn="ctr">
              <a:defRPr sz="1400" b="1" lang="ko-KR">
                <a:solidFill>
                  <a:srgbClr val="111111"/>
                </a:solidFill>
                <a:latin typeface="Calibri"/>
                <a:ea typeface="Calibri"/>
                <a:cs typeface="Calibri"/>
              </a:defRPr>
            </a:lvl1pPr>
            <a:lvl2pPr algn="ctr">
              <a:defRPr sz="1400" b="1" lang="ko-KR">
                <a:solidFill>
                  <a:srgbClr val="111111"/>
                </a:solidFill>
                <a:latin typeface="Calibri"/>
                <a:ea typeface="Calibri"/>
                <a:cs typeface="Calibri"/>
              </a:defRPr>
            </a:lvl2pPr>
            <a:lvl3pPr algn="ctr">
              <a:defRPr sz="1400" b="1" lang="ko-KR">
                <a:solidFill>
                  <a:srgbClr val="111111"/>
                </a:solidFill>
                <a:latin typeface="Calibri"/>
                <a:ea typeface="Calibri"/>
                <a:cs typeface="Calibri"/>
              </a:defRPr>
            </a:lvl3pPr>
            <a:lvl4pPr algn="ctr">
              <a:defRPr sz="1400" b="1" lang="ko-KR">
                <a:solidFill>
                  <a:srgbClr val="111111"/>
                </a:solidFill>
                <a:latin typeface="Calibri"/>
                <a:ea typeface="Calibri"/>
                <a:cs typeface="Calibri"/>
              </a:defRPr>
            </a:lvl4pPr>
            <a:lvl5pPr algn="ctr">
              <a:defRPr sz="1400" b="1" lang="ko-KR">
                <a:solidFill>
                  <a:srgbClr val="111111"/>
                </a:solidFill>
                <a:latin typeface="Calibri"/>
                <a:ea typeface="Calibri"/>
                <a:cs typeface="Calibri"/>
              </a:defRPr>
            </a:lvl5pPr>
            <a:lvl6pPr algn="ctr">
              <a:defRPr sz="1400" b="1" lang="ko-KR">
                <a:solidFill>
                  <a:srgbClr val="111111"/>
                </a:solidFill>
                <a:latin typeface="Calibri"/>
                <a:ea typeface="Calibri"/>
                <a:cs typeface="Calibri"/>
              </a:defRPr>
            </a:lvl6pPr>
            <a:lvl7pPr algn="ctr">
              <a:defRPr sz="1400" b="1" lang="ko-KR">
                <a:solidFill>
                  <a:srgbClr val="111111"/>
                </a:solidFill>
                <a:latin typeface="Calibri"/>
                <a:ea typeface="Calibri"/>
                <a:cs typeface="Calibri"/>
              </a:defRPr>
            </a:lvl7pPr>
            <a:lvl8pPr algn="ctr">
              <a:defRPr sz="1400" b="1" lang="ko-KR">
                <a:solidFill>
                  <a:srgbClr val="111111"/>
                </a:solidFill>
                <a:latin typeface="Calibri"/>
                <a:ea typeface="Calibri"/>
                <a:cs typeface="Calibri"/>
              </a:defRPr>
            </a:lvl8pPr>
            <a:lvl9pPr algn="ctr">
              <a:defRPr sz="1400" b="1" lang="ko-KR">
                <a:solidFill>
                  <a:srgbClr val="111111"/>
                </a:solidFill>
                <a:latin typeface="Calibri"/>
                <a:ea typeface="Calibri"/>
                <a:cs typeface="Calibri"/>
              </a:defRPr>
            </a:lvl9pPr>
          </a:lstStyle>
          <a:p>
            <a:pPr algn="ctr">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원본 소유자 (VIA 내부)</a:t>
            </a:r>
            <a:endParaRPr lang="ko-KR">
              <a:latin typeface="Calibri"/>
              <a:ea typeface="Calibri"/>
              <a:cs typeface="Calibri"/>
            </a:endParaRPr>
          </a:p>
          <a:p>
            <a:pPr algn="ctr">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변경 판본 v1 → v2</a:t>
            </a:r>
            <a:endParaRPr lang="ko-KR">
              <a:latin typeface="Calibri"/>
              <a:ea typeface="Calibri"/>
              <a:cs typeface="Calibri"/>
            </a:endParaRPr>
          </a:p>
        </p:txBody>
      </p:sp>
      <p:sp>
        <p:nvSpPr>
          <p:cNvPr id="1103" name="v10 edge:a2-read">
            <a:extLst>
              <a:ext uri="{FF2B5EF4-FFF2-40B4-BE49-F238E27FC236}">
                <ns2:creationId id="{544D16C6-954C-4CDB-ADFC-0866FC88CB89}"/>
              </a:ext>
            </a:extLst>
          </p:cNvPr>
          <p:cNvSpPr>
            <a:spLocks noGrp="1"/>
          </p:cNvSpPr>
          <p:nvPr/>
        </p:nvSpPr>
        <p:spPr>
          <a:xfrm>
            <a:off x="2238375" y="6981825"/>
            <a:ext cx="523875" cy="953"/>
          </a:xfrm>
          <a:custGeom>
            <a:pathLst>
              <a:path w="523875" h="953">
                <a:moveTo>
                  <a:pt x="523875" y="0"/>
                </a:moveTo>
                <a:lnTo>
                  <a:pt x="0" y="0"/>
                </a:lnTo>
              </a:path>
            </a:pathLst>
          </a:custGeom>
          <a:noFill/>
          <a:ln w="17145">
            <a:solidFill>
              <a:srgbClr val="4676CB"/>
            </a:solidFill>
            <a:prstDash val="solid"/>
          </a:ln>
        </p:spPr>
      </p:sp>
      <p:sp>
        <p:nvSpPr>
          <p:cNvPr id="1104" name="v10 arrow:a2-read">
            <a:extLst>
              <a:ext uri="{FF2B5EF4-FFF2-40B4-BE49-F238E27FC236}">
                <ns2:creationId id="{9715F41B-1735-48CB-B20A-23FE25C4308E}"/>
              </a:ext>
            </a:extLst>
          </p:cNvPr>
          <p:cNvSpPr>
            <a:spLocks noGrp="1"/>
          </p:cNvSpPr>
          <p:nvPr/>
        </p:nvSpPr>
        <p:spPr>
          <a:xfrm>
            <a:off x="2238375" y="6943725"/>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1105" name="v10 label 읽기">
            <a:extLst>
              <a:ext uri="{FF2B5EF4-FFF2-40B4-BE49-F238E27FC236}">
                <ns2:creationId id="{84067908-00F3-465D-A625-7C6683CACDCA}"/>
              </a:ext>
            </a:extLst>
          </p:cNvPr>
          <p:cNvSpPr>
            <a:spLocks noGrp="1"/>
          </p:cNvSpPr>
          <p:nvPr/>
        </p:nvSpPr>
        <p:spPr>
          <a:xfrm>
            <a:off x="2257425" y="6724650"/>
            <a:ext cx="47625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106" name="v10 edge:a2-raw">
            <a:extLst>
              <a:ext uri="{FF2B5EF4-FFF2-40B4-BE49-F238E27FC236}">
                <ns2:creationId id="{7CD84266-D99C-4194-9142-791D32525315}"/>
              </a:ext>
            </a:extLst>
          </p:cNvPr>
          <p:cNvSpPr>
            <a:spLocks noGrp="1"/>
          </p:cNvSpPr>
          <p:nvPr/>
        </p:nvSpPr>
        <p:spPr>
          <a:xfrm>
            <a:off x="2238375" y="7172325"/>
            <a:ext cx="523875" cy="953"/>
          </a:xfrm>
          <a:custGeom>
            <a:pathLst>
              <a:path w="523875" h="953">
                <a:moveTo>
                  <a:pt x="0" y="0"/>
                </a:moveTo>
                <a:lnTo>
                  <a:pt x="523875" y="0"/>
                </a:lnTo>
              </a:path>
            </a:pathLst>
          </a:custGeom>
          <a:noFill/>
          <a:ln w="17145">
            <a:solidFill>
              <a:srgbClr val="4676CB"/>
            </a:solidFill>
            <a:prstDash val="dash"/>
          </a:ln>
        </p:spPr>
      </p:sp>
      <p:sp>
        <p:nvSpPr>
          <p:cNvPr id="1107" name="v10 arrow:a2-raw">
            <a:extLst>
              <a:ext uri="{FF2B5EF4-FFF2-40B4-BE49-F238E27FC236}">
                <ns2:creationId id="{E4A9B8E3-C784-4C68-AEB1-8826D900ABAB}"/>
              </a:ext>
            </a:extLst>
          </p:cNvPr>
          <p:cNvSpPr>
            <a:spLocks noGrp="1"/>
          </p:cNvSpPr>
          <p:nvPr/>
        </p:nvSpPr>
        <p:spPr>
          <a:xfrm>
            <a:off x="2676525" y="713422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08" name="v10 label 원본">
            <a:extLst>
              <a:ext uri="{FF2B5EF4-FFF2-40B4-BE49-F238E27FC236}">
                <ns2:creationId id="{56CF5DBD-A0A8-4DF3-95F4-57BA2E8A8787}"/>
              </a:ext>
            </a:extLst>
          </p:cNvPr>
          <p:cNvSpPr>
            <a:spLocks noGrp="1"/>
          </p:cNvSpPr>
          <p:nvPr/>
        </p:nvSpPr>
        <p:spPr>
          <a:xfrm>
            <a:off x="2257425" y="7191375"/>
            <a:ext cx="47625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원본</a:t>
            </a:r>
            <a:endParaRPr lang="ko-KR">
              <a:latin typeface="Calibri"/>
              <a:ea typeface="Calibri"/>
              <a:cs typeface="Calibri"/>
            </a:endParaRPr>
          </a:p>
        </p:txBody>
      </p:sp>
      <p:sp>
        <p:nvSpPr>
          <p:cNvPr id="1109" name="v10 edge:a2-validate">
            <a:extLst>
              <a:ext uri="{FF2B5EF4-FFF2-40B4-BE49-F238E27FC236}">
                <ns2:creationId id="{B3EA20C0-B75B-4D47-906F-826A660B82F6}"/>
              </a:ext>
            </a:extLst>
          </p:cNvPr>
          <p:cNvSpPr>
            <a:spLocks noGrp="1"/>
          </p:cNvSpPr>
          <p:nvPr/>
        </p:nvSpPr>
        <p:spPr>
          <a:xfrm>
            <a:off x="4143375" y="7210425"/>
            <a:ext cx="953" cy="514350"/>
          </a:xfrm>
          <a:custGeom>
            <a:pathLst>
              <a:path w="953" h="514350">
                <a:moveTo>
                  <a:pt x="0" y="0"/>
                </a:moveTo>
                <a:lnTo>
                  <a:pt x="0" y="514350"/>
                </a:lnTo>
              </a:path>
            </a:pathLst>
          </a:custGeom>
          <a:noFill/>
          <a:ln w="17145">
            <a:solidFill>
              <a:srgbClr val="4676CB"/>
            </a:solidFill>
            <a:prstDash val="solid"/>
          </a:ln>
        </p:spPr>
      </p:sp>
      <p:sp>
        <p:nvSpPr>
          <p:cNvPr id="1110" name="v10 arrow:a2-validate">
            <a:extLst>
              <a:ext uri="{FF2B5EF4-FFF2-40B4-BE49-F238E27FC236}">
                <ns2:creationId id="{E24B61A9-455E-4090-8F18-2C01B6C3624C}"/>
              </a:ext>
            </a:extLst>
          </p:cNvPr>
          <p:cNvSpPr>
            <a:spLocks noGrp="1"/>
          </p:cNvSpPr>
          <p:nvPr/>
        </p:nvSpPr>
        <p:spPr>
          <a:xfrm>
            <a:off x="4105275" y="7639050"/>
            <a:ext cx="76200" cy="85725"/>
          </a:xfrm>
          <a:custGeom>
            <a:pathLst>
              <a:path w="76200" h="85725">
                <a:moveTo>
                  <a:pt x="38100" y="85725"/>
                </a:moveTo>
                <a:lnTo>
                  <a:pt x="76200" y="0"/>
                </a:lnTo>
                <a:lnTo>
                  <a:pt x="0" y="0"/>
                </a:lnTo>
                <a:close/>
              </a:path>
            </a:pathLst>
          </a:custGeom>
          <a:solidFill>
            <a:srgbClr val="4676CB"/>
          </a:solidFill>
          <a:ln w="3810">
            <a:solidFill>
              <a:srgbClr val="4676CB"/>
            </a:solidFill>
          </a:ln>
        </p:spPr>
      </p:sp>
      <p:sp>
        <p:nvSpPr>
          <p:cNvPr id="1111" name="v10 label 전체 현재성 재검사">
            <a:extLst>
              <a:ext uri="{FF2B5EF4-FFF2-40B4-BE49-F238E27FC236}">
                <ns2:creationId id="{8589A76F-3470-4107-B5AC-E051C406F0C1}"/>
              </a:ext>
            </a:extLst>
          </p:cNvPr>
          <p:cNvSpPr>
            <a:spLocks noGrp="1"/>
          </p:cNvSpPr>
          <p:nvPr/>
        </p:nvSpPr>
        <p:spPr>
          <a:xfrm>
            <a:off x="4248150" y="7353300"/>
            <a:ext cx="1381125" cy="21907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전체 현재성 재검사</a:t>
            </a:r>
            <a:endParaRPr lang="ko-KR">
              <a:latin typeface="Calibri"/>
              <a:ea typeface="Calibri"/>
              <a:cs typeface="Calibri"/>
            </a:endParaRPr>
          </a:p>
        </p:txBody>
      </p:sp>
      <p:sp>
        <p:nvSpPr>
          <p:cNvPr id="1112" name="v10 edge:a2-view-update">
            <a:extLst>
              <a:ext uri="{FF2B5EF4-FFF2-40B4-BE49-F238E27FC236}">
                <ns2:creationId id="{DA5A71FA-29E0-454A-A490-B0F5326BB16A}"/>
              </a:ext>
            </a:extLst>
          </p:cNvPr>
          <p:cNvSpPr>
            <a:spLocks noGrp="1"/>
          </p:cNvSpPr>
          <p:nvPr/>
        </p:nvSpPr>
        <p:spPr>
          <a:xfrm>
            <a:off x="304800" y="3810000"/>
            <a:ext cx="2457450" cy="4105275"/>
          </a:xfrm>
          <a:custGeom>
            <a:pathLst>
              <a:path w="2457450" h="4105275">
                <a:moveTo>
                  <a:pt x="2457450" y="4105275"/>
                </a:moveTo>
                <a:lnTo>
                  <a:pt x="0" y="4105275"/>
                </a:lnTo>
                <a:lnTo>
                  <a:pt x="0" y="0"/>
                </a:lnTo>
                <a:lnTo>
                  <a:pt x="314325" y="0"/>
                </a:lnTo>
              </a:path>
            </a:pathLst>
          </a:custGeom>
          <a:noFill/>
          <a:ln w="17145">
            <a:solidFill>
              <a:srgbClr val="4676CB"/>
            </a:solidFill>
            <a:prstDash val="solid"/>
          </a:ln>
        </p:spPr>
      </p:sp>
      <p:sp>
        <p:nvSpPr>
          <p:cNvPr id="1113" name="v10 arrow:a2-view-update">
            <a:extLst>
              <a:ext uri="{FF2B5EF4-FFF2-40B4-BE49-F238E27FC236}">
                <ns2:creationId id="{752E233E-3DBC-4C18-89E8-6206F0FF8B34}"/>
              </a:ext>
            </a:extLst>
          </p:cNvPr>
          <p:cNvSpPr>
            <a:spLocks noGrp="1"/>
          </p:cNvSpPr>
          <p:nvPr/>
        </p:nvSpPr>
        <p:spPr>
          <a:xfrm>
            <a:off x="533400" y="37719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14" name="v10 label 검증 후 문맥 갱신">
            <a:extLst>
              <a:ext uri="{FF2B5EF4-FFF2-40B4-BE49-F238E27FC236}">
                <ns2:creationId id="{8BBB300C-FB88-4C24-BFE7-E5A49262BCCD}"/>
              </a:ext>
            </a:extLst>
          </p:cNvPr>
          <p:cNvSpPr>
            <a:spLocks noGrp="1"/>
          </p:cNvSpPr>
          <p:nvPr/>
        </p:nvSpPr>
        <p:spPr>
          <a:xfrm>
            <a:off x="476250" y="7524750"/>
            <a:ext cx="2095500" cy="2857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검증 후 문맥 갱신</a:t>
            </a:r>
            <a:endParaRPr lang="ko-KR">
              <a:latin typeface="Calibri"/>
              <a:ea typeface="Calibri"/>
              <a:cs typeface="Calibri"/>
            </a:endParaRPr>
          </a:p>
        </p:txBody>
      </p:sp>
    </p:spTree>
    <p:extLst>
      <p:ext uri="{BB962C8B-B14F-4D97-AF65-F5344CB8AC3E}">
        <p14:creationId val="782380873"/>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6" name="Unified slide title">
            <a:extLst>
              <a:ext uri="{FF2B5EF4-FFF2-40B4-BE49-F238E27FC236}">
                <ns2:creationId id="{43C914E2-7AFF-4647-B21B-1B19B2D55835}"/>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(배경)</a:t>
            </a:r>
            <a:endParaRPr lang="ko-KR">
              <a:latin typeface="Calibri"/>
              <a:ea typeface="Calibri"/>
              <a:cs typeface="Calibri"/>
            </a:endParaRPr>
          </a:p>
        </p:txBody>
      </p:sp>
      <p:sp>
        <p:nvSpPr>
          <p:cNvPr id="2" name="Workflow 과제 소개">
            <a:extLst>
              <a:ext uri="{FF2B5EF4-FFF2-40B4-BE49-F238E27FC236}">
                <ns2:creationId id="{E4DFA940-4C86-41C9-998C-459541FE47F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52E873B3-5BB9-467C-B508-BCEE925BAA3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DED9DBD7-C466-4570-88A1-318500F79C2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2584FCBC-BDD5-43F9-B383-3EE62BB811F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723751D5-D17A-46D8-89DC-D5052C83B50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76FCD22-1BF3-4984-88DA-091FBC3A647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3462CDD3-D884-4110-A036-057539D3A3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83F8859B-59B5-4D18-877E-B47555B18458}"/>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7DFCE4D1-AFAE-4DEE-AC36-1EB8AD7772C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53E1776-5524-47C2-B409-9A6E5C024BE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E5CCE10-8F33-429C-9956-6CE0039C959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3A543C-0218-4E70-976B-021D90D2FEBC}"/>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5 / 36</a:t>
            </a:r>
            <a:endParaRPr lang="ko-KR">
              <a:latin typeface="Calibri"/>
              <a:ea typeface="Calibri"/>
              <a:cs typeface="Calibri"/>
            </a:endParaRPr>
          </a:p>
        </p:txBody>
      </p:sp>
      <p:sp>
        <p:nvSpPr>
          <p:cNvPr id="14" name="DP2 object 1">
            <a:extLst>
              <a:ext uri="{FF2B5EF4-FFF2-40B4-BE49-F238E27FC236}">
                <ns2:creationId id="{B3E79C47-1B89-4954-8131-736A30DB81F6}"/>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앞선 판단이 끝나기 전에 새 질문이 들어온다</a:t>
            </a:r>
            <a:endParaRPr lang="ko-KR">
              <a:latin typeface="Calibri"/>
              <a:ea typeface="Calibri"/>
              <a:cs typeface="Calibri"/>
            </a:endParaRPr>
          </a:p>
        </p:txBody>
      </p:sp>
      <p:sp>
        <p:nvSpPr>
          <p:cNvPr id="15" name="DP2 object 2">
            <a:extLst>
              <a:ext uri="{FF2B5EF4-FFF2-40B4-BE49-F238E27FC236}">
                <ns2:creationId id="{7B0F9D1B-AA45-49BC-AD3E-F771219949DF}"/>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입력을 계속 받으면서 원래 목표와 새 요청을 함께 이어가야 한다.</a:t>
            </a:r>
            <a:endParaRPr lang="ko-KR">
              <a:latin typeface="Calibri"/>
              <a:ea typeface="Calibri"/>
              <a:cs typeface="Calibri"/>
            </a:endParaRPr>
          </a:p>
        </p:txBody>
      </p:sp>
      <p:sp>
        <p:nvSpPr>
          <p:cNvPr id="16" name="Editable path 3">
            <a:extLst>
              <a:ext uri="{FF2B5EF4-FFF2-40B4-BE49-F238E27FC236}">
                <ns2:creationId id="{94867351-6A3D-427E-8AC3-024AB19BA833}"/>
              </a:ext>
            </a:extLst>
          </p:cNvPr>
          <p:cNvSpPr>
            <a:spLocks noGrp="1"/>
          </p:cNvSpPr>
          <p:nvPr/>
        </p:nvSpPr>
        <p:spPr>
          <a:xfrm>
            <a:off x="12858750" y="2781300"/>
            <a:ext cx="953" cy="5314950"/>
          </a:xfrm>
          <a:custGeom>
            <a:pathLst>
              <a:path w="953" h="5314950">
                <a:moveTo>
                  <a:pt x="0" y="0"/>
                </a:moveTo>
                <a:lnTo>
                  <a:pt x="0" y="5314950"/>
                </a:lnTo>
              </a:path>
            </a:pathLst>
          </a:custGeom>
          <a:noFill/>
          <a:ln w="12383">
            <a:solidFill>
              <a:srgbClr val="4676CB"/>
            </a:solidFill>
            <a:prstDash val="solid"/>
          </a:ln>
        </p:spPr>
      </p:sp>
      <p:sp>
        <p:nvSpPr>
          <p:cNvPr id="17" name="“문서 D1과 D2를 비교해줘.”">
            <a:extLst>
              <a:ext uri="{FF2B5EF4-FFF2-40B4-BE49-F238E27FC236}">
                <ns2:creationId id="{D8056BEA-2CC6-490E-BD7D-D6EA90E6AEB5}"/>
              </a:ext>
            </a:extLst>
          </p:cNvPr>
          <p:cNvSpPr>
            <a:spLocks noGrp="1"/>
          </p:cNvSpPr>
          <p:nvPr/>
        </p:nvSpPr>
        <p:spPr>
          <a:xfrm>
            <a:off x="876300" y="2895600"/>
            <a:ext cx="4667250" cy="866775"/>
          </a:xfrm>
          <a:prstGeom prst="rect">
            <a:avLst/>
          </a:prstGeom>
          <a:solidFill>
            <a:srgbClr val="FFFFFF"/>
          </a:solidFill>
          <a:ln w="17145">
            <a:solidFill>
              <a:srgbClr val="111111"/>
            </a:solidFill>
            <a:prstDash val="solid"/>
          </a:ln>
        </p:spPr>
        <p:txBody>
          <a:bodyPr wrap="none" lIns="66675" tIns="38100" rIns="66675" bIns="3810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D1과 D2를 비교해줘.”</a:t>
            </a:r>
            <a:endParaRPr lang="ko-KR">
              <a:latin typeface="Calibri"/>
              <a:ea typeface="Calibri"/>
              <a:cs typeface="Calibri"/>
            </a:endParaRPr>
          </a:p>
        </p:txBody>
      </p:sp>
      <p:sp>
        <p:nvSpPr>
          <p:cNvPr id="19" name="DP2 object 5">
            <a:extLst>
              <a:ext uri="{FF2B5EF4-FFF2-40B4-BE49-F238E27FC236}">
                <ns2:creationId id="{30D0AC86-8D6D-43BE-BECF-F75DFCD56C33}"/>
              </a:ext>
            </a:extLst>
          </p:cNvPr>
          <p:cNvSpPr>
            <a:spLocks noGrp="1"/>
          </p:cNvSpPr>
          <p:nvPr/>
        </p:nvSpPr>
        <p:spPr>
          <a:xfrm>
            <a:off x="6324600" y="2886075"/>
            <a:ext cx="5867400" cy="1209675"/>
          </a:xfrm>
          <a:prstGeom prst="roundRect">
            <a:avLst>
              <a:gd name="adj" fmla="val 6299"/>
            </a:avLst>
          </a:prstGeom>
          <a:solidFill>
            <a:srgbClr val="F1F6FC"/>
          </a:solidFill>
          <a:ln w="21908">
            <a:solidFill>
              <a:srgbClr val="4676CB"/>
            </a:solidFill>
            <a:prstDash val="solid"/>
          </a:ln>
        </p:spPr>
        <p:txBody>
          <a:bodyPr wrap="none" lIns="196758" tIns="91983" rIns="311058" bIns="787308" anchor="ctr">
            <a:noAutofit/>
          </a:bodyPr>
          <a:lstStyle>
            <a:defPPr algn="l">
              <a:defRPr sz="1700" b="1" lang="ko-KR">
                <a:solidFill>
                  <a:srgbClr val="4676CB"/>
                </a:solidFill>
                <a:latin typeface="Calibri"/>
                <a:ea typeface="Calibri"/>
                <a:cs typeface="Calibri"/>
              </a:defRPr>
            </a:defPPr>
            <a:lvl1pPr algn="l">
              <a:defRPr sz="1700" b="1" lang="ko-KR">
                <a:solidFill>
                  <a:srgbClr val="4676CB"/>
                </a:solidFill>
                <a:latin typeface="Calibri"/>
                <a:ea typeface="Calibri"/>
                <a:cs typeface="Calibri"/>
              </a:defRPr>
            </a:lvl1pPr>
            <a:lvl2pPr algn="l">
              <a:defRPr sz="1700" b="1" lang="ko-KR">
                <a:solidFill>
                  <a:srgbClr val="4676CB"/>
                </a:solidFill>
                <a:latin typeface="Calibri"/>
                <a:ea typeface="Calibri"/>
                <a:cs typeface="Calibri"/>
              </a:defRPr>
            </a:lvl2pPr>
            <a:lvl3pPr algn="l">
              <a:defRPr sz="1700" b="1" lang="ko-KR">
                <a:solidFill>
                  <a:srgbClr val="4676CB"/>
                </a:solidFill>
                <a:latin typeface="Calibri"/>
                <a:ea typeface="Calibri"/>
                <a:cs typeface="Calibri"/>
              </a:defRPr>
            </a:lvl3pPr>
            <a:lvl4pPr algn="l">
              <a:defRPr sz="1700" b="1" lang="ko-KR">
                <a:solidFill>
                  <a:srgbClr val="4676CB"/>
                </a:solidFill>
                <a:latin typeface="Calibri"/>
                <a:ea typeface="Calibri"/>
                <a:cs typeface="Calibri"/>
              </a:defRPr>
            </a:lvl4pPr>
            <a:lvl5pPr algn="l">
              <a:defRPr sz="1700" b="1" lang="ko-KR">
                <a:solidFill>
                  <a:srgbClr val="4676CB"/>
                </a:solidFill>
                <a:latin typeface="Calibri"/>
                <a:ea typeface="Calibri"/>
                <a:cs typeface="Calibri"/>
              </a:defRPr>
            </a:lvl5pPr>
            <a:lvl6pPr algn="l">
              <a:defRPr sz="1700" b="1" lang="ko-KR">
                <a:solidFill>
                  <a:srgbClr val="4676CB"/>
                </a:solidFill>
                <a:latin typeface="Calibri"/>
                <a:ea typeface="Calibri"/>
                <a:cs typeface="Calibri"/>
              </a:defRPr>
            </a:lvl6pPr>
            <a:lvl7pPr algn="l">
              <a:defRPr sz="1700" b="1" lang="ko-KR">
                <a:solidFill>
                  <a:srgbClr val="4676CB"/>
                </a:solidFill>
                <a:latin typeface="Calibri"/>
                <a:ea typeface="Calibri"/>
                <a:cs typeface="Calibri"/>
              </a:defRPr>
            </a:lvl7pPr>
            <a:lvl8pPr algn="l">
              <a:defRPr sz="1700" b="1" lang="ko-KR">
                <a:solidFill>
                  <a:srgbClr val="4676CB"/>
                </a:solidFill>
                <a:latin typeface="Calibri"/>
                <a:ea typeface="Calibri"/>
                <a:cs typeface="Calibri"/>
              </a:defRPr>
            </a:lvl8pPr>
            <a:lvl9pPr algn="l">
              <a:defRPr sz="1700" b="1" lang="ko-KR">
                <a:solidFill>
                  <a:srgbClr val="4676CB"/>
                </a:solidFill>
                <a:latin typeface="Calibri"/>
                <a:ea typeface="Calibri"/>
                <a:cs typeface="Calibri"/>
              </a:defRPr>
            </a:lvl9pPr>
          </a:lstStyle>
          <a:p>
            <a:pPr algn="l">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새 독립 질문</a:t>
            </a:r>
            <a:endParaRPr lang="ko-KR">
              <a:latin typeface="Calibri"/>
              <a:ea typeface="Calibri"/>
              <a:cs typeface="Calibri"/>
            </a:endParaRPr>
          </a:p>
        </p:txBody>
      </p:sp>
      <p:sp>
        <p:nvSpPr>
          <p:cNvPr id="21" name="DP2 object 7">
            <a:extLst>
              <a:ext uri="{FF2B5EF4-FFF2-40B4-BE49-F238E27FC236}">
                <ns2:creationId id="{0A59EB63-8201-4630-8EDD-1F1AFE120BAB}"/>
              </a:ext>
            </a:extLst>
          </p:cNvPr>
          <p:cNvSpPr>
            <a:spLocks noGrp="1"/>
          </p:cNvSpPr>
          <p:nvPr/>
        </p:nvSpPr>
        <p:spPr>
          <a:xfrm>
            <a:off x="6543675" y="3333750"/>
            <a:ext cx="5314950" cy="6191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“그건 계속하고,</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TCP와 UDP 차이도 알려줘.”</a:t>
            </a:r>
            <a:endParaRPr lang="ko-KR">
              <a:latin typeface="Calibri"/>
              <a:ea typeface="Calibri"/>
              <a:cs typeface="Calibri"/>
            </a:endParaRPr>
          </a:p>
        </p:txBody>
      </p:sp>
      <p:sp>
        <p:nvSpPr>
          <p:cNvPr id="22" name="Editable path 8">
            <a:extLst>
              <a:ext uri="{FF2B5EF4-FFF2-40B4-BE49-F238E27FC236}">
                <ns2:creationId id="{8AE5F717-D667-471B-A396-1EB47BF6A617}"/>
              </a:ext>
            </a:extLst>
          </p:cNvPr>
          <p:cNvSpPr>
            <a:spLocks noGrp="1"/>
          </p:cNvSpPr>
          <p:nvPr/>
        </p:nvSpPr>
        <p:spPr>
          <a:xfrm>
            <a:off x="3200400" y="3762375"/>
            <a:ext cx="953" cy="904875"/>
          </a:xfrm>
          <a:custGeom>
            <a:pathLst>
              <a:path w="953" h="904875">
                <a:moveTo>
                  <a:pt x="0" y="0"/>
                </a:moveTo>
                <a:lnTo>
                  <a:pt x="0" y="904875"/>
                </a:lnTo>
              </a:path>
            </a:pathLst>
          </a:custGeom>
          <a:noFill/>
          <a:ln w="20955">
            <a:solidFill>
              <a:srgbClr val="111111"/>
            </a:solidFill>
            <a:prstDash val="solid"/>
          </a:ln>
        </p:spPr>
      </p:sp>
      <p:sp>
        <p:nvSpPr>
          <p:cNvPr id="23" name="Editable arrowhead 9">
            <a:extLst>
              <a:ext uri="{FF2B5EF4-FFF2-40B4-BE49-F238E27FC236}">
                <ns2:creationId id="{399D3E02-D0B3-4171-8510-35E975555501}"/>
              </a:ext>
            </a:extLst>
          </p:cNvPr>
          <p:cNvSpPr>
            <a:spLocks noGrp="1"/>
          </p:cNvSpPr>
          <p:nvPr/>
        </p:nvSpPr>
        <p:spPr>
          <a:xfrm>
            <a:off x="3152775" y="4572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4" name="Editable path 10">
            <a:extLst>
              <a:ext uri="{FF2B5EF4-FFF2-40B4-BE49-F238E27FC236}">
                <ns2:creationId id="{FEA252FF-D22A-4F9E-8031-5279077A6026}"/>
              </a:ext>
            </a:extLst>
          </p:cNvPr>
          <p:cNvSpPr>
            <a:spLocks noGrp="1"/>
          </p:cNvSpPr>
          <p:nvPr/>
        </p:nvSpPr>
        <p:spPr>
          <a:xfrm>
            <a:off x="7334250" y="4095750"/>
            <a:ext cx="953" cy="2390775"/>
          </a:xfrm>
          <a:custGeom>
            <a:pathLst>
              <a:path w="953" h="2390775">
                <a:moveTo>
                  <a:pt x="0" y="0"/>
                </a:moveTo>
                <a:lnTo>
                  <a:pt x="0" y="2390775"/>
                </a:lnTo>
              </a:path>
            </a:pathLst>
          </a:custGeom>
          <a:noFill/>
          <a:ln w="20003">
            <a:solidFill>
              <a:srgbClr val="4676CB"/>
            </a:solidFill>
            <a:prstDash val="dash"/>
          </a:ln>
        </p:spPr>
      </p:sp>
      <p:sp>
        <p:nvSpPr>
          <p:cNvPr id="25" name="Editable arrowhead 11">
            <a:extLst>
              <a:ext uri="{FF2B5EF4-FFF2-40B4-BE49-F238E27FC236}">
                <ns2:creationId id="{4A1B1057-5034-416C-B309-3900F6C2B8D0}"/>
              </a:ext>
            </a:extLst>
          </p:cNvPr>
          <p:cNvSpPr>
            <a:spLocks noGrp="1"/>
          </p:cNvSpPr>
          <p:nvPr/>
        </p:nvSpPr>
        <p:spPr>
          <a:xfrm>
            <a:off x="7286625" y="63912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6" name="DP2 object 12">
            <a:extLst>
              <a:ext uri="{FF2B5EF4-FFF2-40B4-BE49-F238E27FC236}">
                <ns2:creationId id="{D4260986-6E19-48D4-ADB4-BE7A8E8D1E40}"/>
              </a:ext>
            </a:extLst>
          </p:cNvPr>
          <p:cNvSpPr>
            <a:spLocks noGrp="1"/>
          </p:cNvSpPr>
          <p:nvPr/>
        </p:nvSpPr>
        <p:spPr>
          <a:xfrm>
            <a:off x="857250" y="4276725"/>
            <a:ext cx="2333625"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VIA의 처리</a:t>
            </a:r>
            <a:endParaRPr lang="ko-KR">
              <a:latin typeface="Calibri"/>
              <a:ea typeface="Calibri"/>
              <a:cs typeface="Calibri"/>
            </a:endParaRPr>
          </a:p>
        </p:txBody>
      </p:sp>
      <p:sp>
        <p:nvSpPr>
          <p:cNvPr id="27" name="DP2 object 13">
            <a:extLst>
              <a:ext uri="{FF2B5EF4-FFF2-40B4-BE49-F238E27FC236}">
                <ns2:creationId id="{6F5DAB58-2D44-4B98-A70D-9492C3E48B9E}"/>
              </a:ext>
            </a:extLst>
          </p:cNvPr>
          <p:cNvSpPr>
            <a:spLocks noGrp="1"/>
          </p:cNvSpPr>
          <p:nvPr/>
        </p:nvSpPr>
        <p:spPr>
          <a:xfrm>
            <a:off x="2019300" y="4667250"/>
            <a:ext cx="10191750" cy="914400"/>
          </a:xfrm>
          <a:prstGeom prst="rect">
            <a:avLst/>
          </a:prstGeom>
          <a:solidFill>
            <a:srgbClr val="FFF6DD"/>
          </a:solidFill>
          <a:ln w="19050">
            <a:solidFill>
              <a:srgbClr val="111111"/>
            </a:solidFill>
            <a:prstDash val="solid"/>
          </a:ln>
        </p:spPr>
        <p:txBody>
          <a:bodyPr wrap="none" lIns="219075" tIns="161925" rIns="209550" bIns="352425"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읽기와 진행 중 의미 판단</a:t>
            </a:r>
            <a:endParaRPr lang="ko-KR">
              <a:latin typeface="Calibri"/>
              <a:ea typeface="Calibri"/>
              <a:cs typeface="Calibri"/>
            </a:endParaRPr>
          </a:p>
        </p:txBody>
      </p:sp>
      <p:sp>
        <p:nvSpPr>
          <p:cNvPr id="29" name="DP2 object 15">
            <a:extLst>
              <a:ext uri="{FF2B5EF4-FFF2-40B4-BE49-F238E27FC236}">
                <ns2:creationId id="{133E1109-4B70-482C-AEB0-D67C8B06813E}"/>
              </a:ext>
            </a:extLst>
          </p:cNvPr>
          <p:cNvSpPr>
            <a:spLocks noGrp="1"/>
          </p:cNvSpPr>
          <p:nvPr/>
        </p:nvSpPr>
        <p:spPr>
          <a:xfrm>
            <a:off x="2238375" y="5229225"/>
            <a:ext cx="9763125" cy="2571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현재 모델 / 읽기 step</a:t>
            </a:r>
            <a:endParaRPr lang="ko-KR">
              <a:latin typeface="Calibri"/>
              <a:ea typeface="Calibri"/>
              <a:cs typeface="Calibri"/>
            </a:endParaRPr>
          </a:p>
        </p:txBody>
      </p:sp>
      <p:sp>
        <p:nvSpPr>
          <p:cNvPr id="30" name="Editable path 16">
            <a:extLst>
              <a:ext uri="{FF2B5EF4-FFF2-40B4-BE49-F238E27FC236}">
                <ns2:creationId id="{8B3F29DA-8397-4A94-8E20-4BA3F94897B6}"/>
              </a:ext>
            </a:extLst>
          </p:cNvPr>
          <p:cNvSpPr>
            <a:spLocks noGrp="1"/>
          </p:cNvSpPr>
          <p:nvPr/>
        </p:nvSpPr>
        <p:spPr>
          <a:xfrm>
            <a:off x="12211050" y="4667250"/>
            <a:ext cx="953" cy="2466975"/>
          </a:xfrm>
          <a:custGeom>
            <a:pathLst>
              <a:path w="953" h="2466975">
                <a:moveTo>
                  <a:pt x="0" y="0"/>
                </a:moveTo>
                <a:lnTo>
                  <a:pt x="0" y="2466975"/>
                </a:lnTo>
              </a:path>
            </a:pathLst>
          </a:custGeom>
          <a:noFill/>
          <a:ln w="16193">
            <a:solidFill>
              <a:srgbClr val="98999B"/>
            </a:solidFill>
            <a:prstDash val="dash"/>
          </a:ln>
        </p:spPr>
      </p:sp>
      <p:sp>
        <p:nvSpPr>
          <p:cNvPr id="31" name="DP2 object 17">
            <a:extLst>
              <a:ext uri="{FF2B5EF4-FFF2-40B4-BE49-F238E27FC236}">
                <ns2:creationId id="{AB8AAF07-4C34-4F7A-8D4D-D8C496867073}"/>
              </a:ext>
            </a:extLst>
          </p:cNvPr>
          <p:cNvSpPr>
            <a:spLocks noGrp="1"/>
          </p:cNvSpPr>
          <p:nvPr/>
        </p:nvSpPr>
        <p:spPr>
          <a:xfrm>
            <a:off x="10382250" y="5715000"/>
            <a:ext cx="2143125"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step 경계</a:t>
            </a:r>
            <a:endParaRPr lang="ko-KR">
              <a:latin typeface="Calibri"/>
              <a:ea typeface="Calibri"/>
              <a:cs typeface="Calibri"/>
            </a:endParaRPr>
          </a:p>
        </p:txBody>
      </p:sp>
      <p:sp>
        <p:nvSpPr>
          <p:cNvPr id="32" name="DP2 object 18">
            <a:extLst>
              <a:ext uri="{FF2B5EF4-FFF2-40B4-BE49-F238E27FC236}">
                <ns2:creationId id="{0BFD78B9-2FC4-4CAF-9433-3A0B79779E4E}"/>
              </a:ext>
            </a:extLst>
          </p:cNvPr>
          <p:cNvSpPr>
            <a:spLocks noGrp="1"/>
          </p:cNvSpPr>
          <p:nvPr/>
        </p:nvSpPr>
        <p:spPr>
          <a:xfrm>
            <a:off x="857250" y="6372225"/>
            <a:ext cx="2095500" cy="3619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입력 수신</a:t>
            </a:r>
            <a:endParaRPr lang="ko-KR">
              <a:latin typeface="Calibri"/>
              <a:ea typeface="Calibri"/>
              <a:cs typeface="Calibri"/>
            </a:endParaRPr>
          </a:p>
        </p:txBody>
      </p:sp>
      <p:sp>
        <p:nvSpPr>
          <p:cNvPr id="33" name="새 입력은 즉시 보존">
            <a:extLst>
              <a:ext uri="{FF2B5EF4-FFF2-40B4-BE49-F238E27FC236}">
                <ns2:creationId id="{0D20FC1D-034B-48D4-9037-5F815190E9D0}"/>
              </a:ext>
            </a:extLst>
          </p:cNvPr>
          <p:cNvSpPr>
            <a:spLocks noGrp="1"/>
          </p:cNvSpPr>
          <p:nvPr/>
        </p:nvSpPr>
        <p:spPr>
          <a:xfrm>
            <a:off x="6115050" y="6496050"/>
            <a:ext cx="2619375" cy="581025"/>
          </a:xfrm>
          <a:prstGeom prst="rect">
            <a:avLst/>
          </a:prstGeom>
          <a:solidFill>
            <a:srgbClr val="F1F6FC"/>
          </a:solidFill>
          <a:ln w="28575">
            <a:solidFill>
              <a:srgbClr val="4676CB"/>
            </a:solidFill>
            <a:prstDash val="solid"/>
          </a:ln>
        </p:spPr>
        <p:txBody>
          <a:bodyPr wrap="none" lIns="66675" tIns="38100" rIns="66675" bIns="3810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새 입력은 즉시 보존</a:t>
            </a:r>
            <a:endParaRPr lang="ko-KR">
              <a:latin typeface="Calibri"/>
              <a:ea typeface="Calibri"/>
              <a:cs typeface="Calibri"/>
            </a:endParaRPr>
          </a:p>
        </p:txBody>
      </p:sp>
      <p:sp>
        <p:nvSpPr>
          <p:cNvPr id="35" name="Editable path 20">
            <a:extLst>
              <a:ext uri="{FF2B5EF4-FFF2-40B4-BE49-F238E27FC236}">
                <ns2:creationId id="{4DC6276A-047E-4FD4-B31E-832500148B34}"/>
              </a:ext>
            </a:extLst>
          </p:cNvPr>
          <p:cNvSpPr>
            <a:spLocks noGrp="1"/>
          </p:cNvSpPr>
          <p:nvPr/>
        </p:nvSpPr>
        <p:spPr>
          <a:xfrm>
            <a:off x="8734425" y="6781800"/>
            <a:ext cx="3476625" cy="953"/>
          </a:xfrm>
          <a:custGeom>
            <a:pathLst>
              <a:path w="3476625" h="953">
                <a:moveTo>
                  <a:pt x="0" y="0"/>
                </a:moveTo>
                <a:lnTo>
                  <a:pt x="3476625" y="0"/>
                </a:lnTo>
              </a:path>
            </a:pathLst>
          </a:custGeom>
          <a:noFill/>
          <a:ln w="28575">
            <a:solidFill>
              <a:srgbClr val="C00000"/>
            </a:solidFill>
            <a:prstDash val="dash"/>
          </a:ln>
        </p:spPr>
      </p:sp>
      <p:sp>
        <p:nvSpPr>
          <p:cNvPr id="36" name="Editable arrowhead 21">
            <a:extLst>
              <a:ext uri="{FF2B5EF4-FFF2-40B4-BE49-F238E27FC236}">
                <ns2:creationId id="{F7A035A6-2834-4C4B-9A73-999EB193A86F}"/>
              </a:ext>
            </a:extLst>
          </p:cNvPr>
          <p:cNvSpPr>
            <a:spLocks noGrp="1"/>
          </p:cNvSpPr>
          <p:nvPr/>
        </p:nvSpPr>
        <p:spPr>
          <a:xfrm>
            <a:off x="12115800" y="6734175"/>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37" name="DP2 object 22">
            <a:extLst>
              <a:ext uri="{FF2B5EF4-FFF2-40B4-BE49-F238E27FC236}">
                <ns2:creationId id="{F0F2C74D-3B7E-48AB-BF67-91D499080813}"/>
              </a:ext>
            </a:extLst>
          </p:cNvPr>
          <p:cNvSpPr>
            <a:spLocks noGrp="1"/>
          </p:cNvSpPr>
          <p:nvPr/>
        </p:nvSpPr>
        <p:spPr>
          <a:xfrm>
            <a:off x="8905875" y="6334125"/>
            <a:ext cx="3286125" cy="323850"/>
          </a:xfrm>
          <a:prstGeom prst="rect">
            <a:avLst/>
          </a:prstGeom>
          <a:noFill/>
          <a:ln w="0">
            <a:noFill/>
            <a:prstDash val="solid"/>
          </a:ln>
        </p:spPr>
        <p:txBody>
          <a:bodyPr wrap="none" lIns="0" tIns="0" rIns="0" bIns="0" anchor="ctr">
            <a:noAutofit/>
          </a:bodyPr>
          <a:lstStyle>
            <a:defPPr algn="ctr">
              <a:defRPr sz="1900" b="1" lang="ko-KR">
                <a:solidFill>
                  <a:srgbClr val="C00000"/>
                </a:solidFill>
                <a:latin typeface="Calibri"/>
                <a:ea typeface="Calibri"/>
                <a:cs typeface="Calibri"/>
              </a:defRPr>
            </a:defPPr>
            <a:lvl1pPr algn="ctr">
              <a:defRPr sz="1900" b="1" lang="ko-KR">
                <a:solidFill>
                  <a:srgbClr val="C00000"/>
                </a:solidFill>
                <a:latin typeface="Calibri"/>
                <a:ea typeface="Calibri"/>
                <a:cs typeface="Calibri"/>
              </a:defRPr>
            </a:lvl1pPr>
            <a:lvl2pPr algn="ctr">
              <a:defRPr sz="1900" b="1" lang="ko-KR">
                <a:solidFill>
                  <a:srgbClr val="C00000"/>
                </a:solidFill>
                <a:latin typeface="Calibri"/>
                <a:ea typeface="Calibri"/>
                <a:cs typeface="Calibri"/>
              </a:defRPr>
            </a:lvl2pPr>
            <a:lvl3pPr algn="ctr">
              <a:defRPr sz="1900" b="1" lang="ko-KR">
                <a:solidFill>
                  <a:srgbClr val="C00000"/>
                </a:solidFill>
                <a:latin typeface="Calibri"/>
                <a:ea typeface="Calibri"/>
                <a:cs typeface="Calibri"/>
              </a:defRPr>
            </a:lvl3pPr>
            <a:lvl4pPr algn="ctr">
              <a:defRPr sz="1900" b="1" lang="ko-KR">
                <a:solidFill>
                  <a:srgbClr val="C00000"/>
                </a:solidFill>
                <a:latin typeface="Calibri"/>
                <a:ea typeface="Calibri"/>
                <a:cs typeface="Calibri"/>
              </a:defRPr>
            </a:lvl4pPr>
            <a:lvl5pPr algn="ctr">
              <a:defRPr sz="1900" b="1" lang="ko-KR">
                <a:solidFill>
                  <a:srgbClr val="C00000"/>
                </a:solidFill>
                <a:latin typeface="Calibri"/>
                <a:ea typeface="Calibri"/>
                <a:cs typeface="Calibri"/>
              </a:defRPr>
            </a:lvl5pPr>
            <a:lvl6pPr algn="ctr">
              <a:defRPr sz="1900" b="1" lang="ko-KR">
                <a:solidFill>
                  <a:srgbClr val="C00000"/>
                </a:solidFill>
                <a:latin typeface="Calibri"/>
                <a:ea typeface="Calibri"/>
                <a:cs typeface="Calibri"/>
              </a:defRPr>
            </a:lvl6pPr>
            <a:lvl7pPr algn="ctr">
              <a:defRPr sz="1900" b="1" lang="ko-KR">
                <a:solidFill>
                  <a:srgbClr val="C00000"/>
                </a:solidFill>
                <a:latin typeface="Calibri"/>
                <a:ea typeface="Calibri"/>
                <a:cs typeface="Calibri"/>
              </a:defRPr>
            </a:lvl7pPr>
            <a:lvl8pPr algn="ctr">
              <a:defRPr sz="1900" b="1" lang="ko-KR">
                <a:solidFill>
                  <a:srgbClr val="C00000"/>
                </a:solidFill>
                <a:latin typeface="Calibri"/>
                <a:ea typeface="Calibri"/>
                <a:cs typeface="Calibri"/>
              </a:defRPr>
            </a:lvl8pPr>
            <a:lvl9pPr algn="ctr">
              <a:defRPr sz="1900" b="1" lang="ko-KR">
                <a:solidFill>
                  <a:srgbClr val="C00000"/>
                </a:solidFill>
                <a:latin typeface="Calibri"/>
                <a:ea typeface="Calibri"/>
                <a:cs typeface="Calibri"/>
              </a:defRPr>
            </a:lvl9pPr>
          </a:lstStyle>
          <a:p>
            <a:pPr algn="ctr">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이 대기를 줄일 수 있는가?</a:t>
            </a:r>
            <a:endParaRPr lang="ko-KR">
              <a:latin typeface="Calibri"/>
              <a:ea typeface="Calibri"/>
              <a:cs typeface="Calibri"/>
            </a:endParaRPr>
          </a:p>
        </p:txBody>
      </p:sp>
      <p:sp>
        <p:nvSpPr>
          <p:cNvPr id="38" name="Editable path 23">
            <a:extLst>
              <a:ext uri="{FF2B5EF4-FFF2-40B4-BE49-F238E27FC236}">
                <ns2:creationId id="{47B38334-51D9-46AA-AE4C-9675C78CF6F8}"/>
              </a:ext>
            </a:extLst>
          </p:cNvPr>
          <p:cNvSpPr>
            <a:spLocks noGrp="1"/>
          </p:cNvSpPr>
          <p:nvPr/>
        </p:nvSpPr>
        <p:spPr>
          <a:xfrm>
            <a:off x="2028825" y="7629525"/>
            <a:ext cx="10258425" cy="953"/>
          </a:xfrm>
          <a:custGeom>
            <a:pathLst>
              <a:path w="10258425" h="953">
                <a:moveTo>
                  <a:pt x="0" y="0"/>
                </a:moveTo>
                <a:lnTo>
                  <a:pt x="10258425" y="0"/>
                </a:lnTo>
              </a:path>
            </a:pathLst>
          </a:custGeom>
          <a:noFill/>
          <a:ln w="16193">
            <a:solidFill>
              <a:srgbClr val="111111"/>
            </a:solidFill>
            <a:prstDash val="solid"/>
          </a:ln>
        </p:spPr>
      </p:sp>
      <p:sp>
        <p:nvSpPr>
          <p:cNvPr id="39" name="Editable arrowhead 24">
            <a:extLst>
              <a:ext uri="{FF2B5EF4-FFF2-40B4-BE49-F238E27FC236}">
                <ns2:creationId id="{949216AA-77FB-4807-B7B7-99E55DEE706F}"/>
              </a:ext>
            </a:extLst>
          </p:cNvPr>
          <p:cNvSpPr>
            <a:spLocks noGrp="1"/>
          </p:cNvSpPr>
          <p:nvPr/>
        </p:nvSpPr>
        <p:spPr>
          <a:xfrm>
            <a:off x="12192000" y="7581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DP2 object 25">
            <a:extLst>
              <a:ext uri="{FF2B5EF4-FFF2-40B4-BE49-F238E27FC236}">
                <ns2:creationId id="{B39A39C3-36E3-42A2-AB0A-C958DA5636AC}"/>
              </a:ext>
            </a:extLst>
          </p:cNvPr>
          <p:cNvSpPr>
            <a:spLocks noGrp="1"/>
          </p:cNvSpPr>
          <p:nvPr/>
        </p:nvSpPr>
        <p:spPr>
          <a:xfrm>
            <a:off x="11753850" y="7743825"/>
            <a:ext cx="714375" cy="276225"/>
          </a:xfrm>
          <a:prstGeom prst="rect">
            <a:avLst/>
          </a:prstGeom>
          <a:noFill/>
          <a:ln w="0">
            <a:noFill/>
            <a:prstDash val="solid"/>
          </a:ln>
        </p:spPr>
        <p:txBody>
          <a:bodyPr wrap="none" lIns="0" tIns="0" rIns="0" bIns="0" anchor="ctr">
            <a:noAutofit/>
          </a:bodyPr>
          <a:lstStyle>
            <a:defPPr algn="r">
              <a:defRPr sz="1700" b="0" lang="ko-KR">
                <a:solidFill>
                  <a:srgbClr val="111111"/>
                </a:solidFill>
                <a:latin typeface="Calibri"/>
                <a:ea typeface="Calibri"/>
                <a:cs typeface="Calibri"/>
              </a:defRPr>
            </a:defPPr>
            <a:lvl1pPr algn="r">
              <a:defRPr sz="1700" b="0" lang="ko-KR">
                <a:solidFill>
                  <a:srgbClr val="111111"/>
                </a:solidFill>
                <a:latin typeface="Calibri"/>
                <a:ea typeface="Calibri"/>
                <a:cs typeface="Calibri"/>
              </a:defRPr>
            </a:lvl1pPr>
            <a:lvl2pPr algn="r">
              <a:defRPr sz="1700" b="0" lang="ko-KR">
                <a:solidFill>
                  <a:srgbClr val="111111"/>
                </a:solidFill>
                <a:latin typeface="Calibri"/>
                <a:ea typeface="Calibri"/>
                <a:cs typeface="Calibri"/>
              </a:defRPr>
            </a:lvl2pPr>
            <a:lvl3pPr algn="r">
              <a:defRPr sz="1700" b="0" lang="ko-KR">
                <a:solidFill>
                  <a:srgbClr val="111111"/>
                </a:solidFill>
                <a:latin typeface="Calibri"/>
                <a:ea typeface="Calibri"/>
                <a:cs typeface="Calibri"/>
              </a:defRPr>
            </a:lvl3pPr>
            <a:lvl4pPr algn="r">
              <a:defRPr sz="1700" b="0" lang="ko-KR">
                <a:solidFill>
                  <a:srgbClr val="111111"/>
                </a:solidFill>
                <a:latin typeface="Calibri"/>
                <a:ea typeface="Calibri"/>
                <a:cs typeface="Calibri"/>
              </a:defRPr>
            </a:lvl4pPr>
            <a:lvl5pPr algn="r">
              <a:defRPr sz="1700" b="0" lang="ko-KR">
                <a:solidFill>
                  <a:srgbClr val="111111"/>
                </a:solidFill>
                <a:latin typeface="Calibri"/>
                <a:ea typeface="Calibri"/>
                <a:cs typeface="Calibri"/>
              </a:defRPr>
            </a:lvl5pPr>
            <a:lvl6pPr algn="r">
              <a:defRPr sz="1700" b="0" lang="ko-KR">
                <a:solidFill>
                  <a:srgbClr val="111111"/>
                </a:solidFill>
                <a:latin typeface="Calibri"/>
                <a:ea typeface="Calibri"/>
                <a:cs typeface="Calibri"/>
              </a:defRPr>
            </a:lvl6pPr>
            <a:lvl7pPr algn="r">
              <a:defRPr sz="1700" b="0" lang="ko-KR">
                <a:solidFill>
                  <a:srgbClr val="111111"/>
                </a:solidFill>
                <a:latin typeface="Calibri"/>
                <a:ea typeface="Calibri"/>
                <a:cs typeface="Calibri"/>
              </a:defRPr>
            </a:lvl7pPr>
            <a:lvl8pPr algn="r">
              <a:defRPr sz="1700" b="0" lang="ko-KR">
                <a:solidFill>
                  <a:srgbClr val="111111"/>
                </a:solidFill>
                <a:latin typeface="Calibri"/>
                <a:ea typeface="Calibri"/>
                <a:cs typeface="Calibri"/>
              </a:defRPr>
            </a:lvl8pPr>
            <a:lvl9pPr algn="r">
              <a:defRPr sz="1700" b="0" lang="ko-KR">
                <a:solidFill>
                  <a:srgbClr val="111111"/>
                </a:solidFill>
                <a:latin typeface="Calibri"/>
                <a:ea typeface="Calibri"/>
                <a:cs typeface="Calibri"/>
              </a:defRPr>
            </a:lvl9pPr>
          </a:lstStyle>
          <a:p>
            <a:pPr algn="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시간</a:t>
            </a:r>
            <a:endParaRPr lang="ko-KR">
              <a:latin typeface="Calibri"/>
              <a:ea typeface="Calibri"/>
              <a:cs typeface="Calibri"/>
            </a:endParaRPr>
          </a:p>
        </p:txBody>
      </p:sp>
      <p:sp>
        <p:nvSpPr>
          <p:cNvPr id="41" name="DP2 object 26">
            <a:extLst>
              <a:ext uri="{FF2B5EF4-FFF2-40B4-BE49-F238E27FC236}">
                <ns2:creationId id="{75851CBB-4AE3-4F9A-AD7B-4B8DC946509C}"/>
              </a:ext>
            </a:extLst>
          </p:cNvPr>
          <p:cNvSpPr>
            <a:spLocks noGrp="1"/>
          </p:cNvSpPr>
          <p:nvPr/>
        </p:nvSpPr>
        <p:spPr>
          <a:xfrm>
            <a:off x="2057400" y="7839075"/>
            <a:ext cx="8905875" cy="3333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수신과 의미 판단 시작은 다른 사건</a:t>
            </a:r>
            <a:endParaRPr lang="ko-KR">
              <a:latin typeface="Calibri"/>
              <a:ea typeface="Calibri"/>
              <a:cs typeface="Calibri"/>
            </a:endParaRPr>
          </a:p>
        </p:txBody>
      </p:sp>
      <p:sp>
        <p:nvSpPr>
          <p:cNvPr id="42" name="DP2 object 27">
            <a:extLst>
              <a:ext uri="{FF2B5EF4-FFF2-40B4-BE49-F238E27FC236}">
                <ns2:creationId id="{DDDC784D-F52A-444F-87D2-8C23D750A7B6}"/>
              </a:ext>
            </a:extLst>
          </p:cNvPr>
          <p:cNvSpPr>
            <a:spLocks noGrp="1"/>
          </p:cNvSpPr>
          <p:nvPr/>
        </p:nvSpPr>
        <p:spPr>
          <a:xfrm>
            <a:off x="13315950" y="2952750"/>
            <a:ext cx="4191000" cy="4762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43" name="DP2 object 28">
            <a:extLst>
              <a:ext uri="{FF2B5EF4-FFF2-40B4-BE49-F238E27FC236}">
                <ns2:creationId id="{807E3E51-5E7E-46C6-A55F-B4FA0864BB4B}"/>
              </a:ext>
            </a:extLst>
          </p:cNvPr>
          <p:cNvSpPr>
            <a:spLocks noGrp="1"/>
          </p:cNvSpPr>
          <p:nvPr/>
        </p:nvSpPr>
        <p:spPr>
          <a:xfrm>
            <a:off x="13373100" y="3867150"/>
            <a:ext cx="266700" cy="276225"/>
          </a:xfrm>
          <a:prstGeom prst="roundRect">
            <a:avLst>
              <a:gd name="adj" fmla="val 28571"/>
            </a:avLst>
          </a:prstGeom>
          <a:solidFill>
            <a:srgbClr val="C9E1B3"/>
          </a:solidFill>
          <a:ln w="17145">
            <a:solidFill>
              <a:srgbClr val="70A843"/>
            </a:solidFill>
            <a:prstDash val="solid"/>
          </a:ln>
        </p:spPr>
        <p:txBody>
          <a:bodyPr wrap="none" lIns="-22318" tIns="-22318" rIns="-22318" bIns="-22318"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5" name="DP2 object 30">
            <a:extLst>
              <a:ext uri="{FF2B5EF4-FFF2-40B4-BE49-F238E27FC236}">
                <ns2:creationId id="{5085DBDA-CCD9-4CEF-8B4C-3FC6CA91E80F}"/>
              </a:ext>
            </a:extLst>
          </p:cNvPr>
          <p:cNvSpPr>
            <a:spLocks noGrp="1"/>
          </p:cNvSpPr>
          <p:nvPr/>
        </p:nvSpPr>
        <p:spPr>
          <a:xfrm>
            <a:off x="13830300" y="3800475"/>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실행에서 기다리면</a:t>
            </a:r>
            <a:endParaRPr lang="ko-KR">
              <a:latin typeface="Calibri"/>
              <a:ea typeface="Calibri"/>
              <a:cs typeface="Calibri"/>
            </a:endParaRPr>
          </a:p>
        </p:txBody>
      </p:sp>
      <p:sp>
        <p:nvSpPr>
          <p:cNvPr id="46" name="DP2 object 31">
            <a:extLst>
              <a:ext uri="{FF2B5EF4-FFF2-40B4-BE49-F238E27FC236}">
                <ns2:creationId id="{D375D465-03CA-4CF0-9020-022C11604F0E}"/>
              </a:ext>
            </a:extLst>
          </p:cNvPr>
          <p:cNvSpPr>
            <a:spLocks noGrp="1"/>
          </p:cNvSpPr>
          <p:nvPr/>
        </p:nvSpPr>
        <p:spPr>
          <a:xfrm>
            <a:off x="13392150" y="444817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새 질문의 응답이</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현재 판단에 묶인다</a:t>
            </a:r>
            <a:endParaRPr lang="ko-KR">
              <a:latin typeface="Calibri"/>
              <a:ea typeface="Calibri"/>
              <a:cs typeface="Calibri"/>
            </a:endParaRPr>
          </a:p>
        </p:txBody>
      </p:sp>
      <p:sp>
        <p:nvSpPr>
          <p:cNvPr id="47" name="Editable path 32">
            <a:extLst>
              <a:ext uri="{FF2B5EF4-FFF2-40B4-BE49-F238E27FC236}">
                <ns2:creationId id="{5A10F143-9733-4C6D-A3AE-BF032ECDD727}"/>
              </a:ext>
            </a:extLst>
          </p:cNvPr>
          <p:cNvSpPr>
            <a:spLocks noGrp="1"/>
          </p:cNvSpPr>
          <p:nvPr/>
        </p:nvSpPr>
        <p:spPr>
          <a:xfrm>
            <a:off x="13392150" y="5572125"/>
            <a:ext cx="4076700" cy="953"/>
          </a:xfrm>
          <a:custGeom>
            <a:pathLst>
              <a:path w="4076700" h="953">
                <a:moveTo>
                  <a:pt x="0" y="0"/>
                </a:moveTo>
                <a:lnTo>
                  <a:pt x="4076700" y="0"/>
                </a:lnTo>
              </a:path>
            </a:pathLst>
          </a:custGeom>
          <a:noFill/>
          <a:ln w="14288">
            <a:solidFill>
              <a:srgbClr val="B7B9B9"/>
            </a:solidFill>
            <a:prstDash val="solid"/>
          </a:ln>
        </p:spPr>
      </p:sp>
      <p:sp>
        <p:nvSpPr>
          <p:cNvPr id="48" name="DP2 object 33">
            <a:extLst>
              <a:ext uri="{FF2B5EF4-FFF2-40B4-BE49-F238E27FC236}">
                <ns2:creationId id="{35A6D6F2-CACE-4C9F-B27D-2E8A9C3E7DE1}"/>
              </a:ext>
            </a:extLst>
          </p:cNvPr>
          <p:cNvSpPr>
            <a:spLocks noGrp="1"/>
          </p:cNvSpPr>
          <p:nvPr/>
        </p:nvSpPr>
        <p:spPr>
          <a:xfrm>
            <a:off x="13373100" y="6010275"/>
            <a:ext cx="266700" cy="276225"/>
          </a:xfrm>
          <a:prstGeom prst="roundRect">
            <a:avLst>
              <a:gd name="adj" fmla="val 28571"/>
            </a:avLst>
          </a:prstGeom>
          <a:solidFill>
            <a:srgbClr val="C9E1B3"/>
          </a:solidFill>
          <a:ln w="17145">
            <a:solidFill>
              <a:srgbClr val="70A843"/>
            </a:solidFill>
            <a:prstDash val="solid"/>
          </a:ln>
        </p:spPr>
        <p:txBody>
          <a:bodyPr wrap="none" lIns="-22318" tIns="-22318" rIns="-22318" bIns="-22318"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0" name="DP2 object 35">
            <a:extLst>
              <a:ext uri="{FF2B5EF4-FFF2-40B4-BE49-F238E27FC236}">
                <ns2:creationId id="{DD36C6E9-5184-4844-B55C-DD7A038ACE9C}"/>
              </a:ext>
            </a:extLst>
          </p:cNvPr>
          <p:cNvSpPr>
            <a:spLocks noGrp="1"/>
          </p:cNvSpPr>
          <p:nvPr/>
        </p:nvSpPr>
        <p:spPr>
          <a:xfrm>
            <a:off x="13830300" y="5943600"/>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실행을 나누면</a:t>
            </a:r>
            <a:endParaRPr lang="ko-KR">
              <a:latin typeface="Calibri"/>
              <a:ea typeface="Calibri"/>
              <a:cs typeface="Calibri"/>
            </a:endParaRPr>
          </a:p>
        </p:txBody>
      </p:sp>
      <p:sp>
        <p:nvSpPr>
          <p:cNvPr id="51" name="DP2 object 36">
            <a:extLst>
              <a:ext uri="{FF2B5EF4-FFF2-40B4-BE49-F238E27FC236}">
                <ns2:creationId id="{779B5A7D-3FF4-4100-8BF6-8685CB105707}"/>
              </a:ext>
            </a:extLst>
          </p:cNvPr>
          <p:cNvSpPr>
            <a:spLocks noGrp="1"/>
          </p:cNvSpPr>
          <p:nvPr/>
        </p:nvSpPr>
        <p:spPr>
          <a:xfrm>
            <a:off x="13392150" y="660082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요청별 문맥과</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반환 상태가 늘어난다</a:t>
            </a:r>
            <a:endParaRPr lang="ko-KR">
              <a:latin typeface="Calibri"/>
              <a:ea typeface="Calibri"/>
              <a:cs typeface="Calibri"/>
            </a:endParaRPr>
          </a:p>
        </p:txBody>
      </p:sp>
      <p:sp>
        <p:nvSpPr>
          <p:cNvPr id="52" name="Editable path 37">
            <a:extLst>
              <a:ext uri="{FF2B5EF4-FFF2-40B4-BE49-F238E27FC236}">
                <ns2:creationId id="{736CFCD1-0E10-49C1-8360-C86759646FD8}"/>
              </a:ext>
            </a:extLst>
          </p:cNvPr>
          <p:cNvSpPr>
            <a:spLocks noGrp="1"/>
          </p:cNvSpPr>
          <p:nvPr/>
        </p:nvSpPr>
        <p:spPr>
          <a:xfrm>
            <a:off x="600075" y="8524875"/>
            <a:ext cx="16497300" cy="953"/>
          </a:xfrm>
          <a:custGeom>
            <a:pathLst>
              <a:path w="16497300" h="953">
                <a:moveTo>
                  <a:pt x="0" y="0"/>
                </a:moveTo>
                <a:lnTo>
                  <a:pt x="16497300" y="0"/>
                </a:lnTo>
              </a:path>
            </a:pathLst>
          </a:custGeom>
          <a:noFill/>
          <a:ln w="14288">
            <a:solidFill>
              <a:srgbClr val="4676CB"/>
            </a:solidFill>
            <a:prstDash val="solid"/>
          </a:ln>
        </p:spPr>
      </p:sp>
      <p:sp>
        <p:nvSpPr>
          <p:cNvPr id="53" name="DP2 object 38">
            <a:extLst>
              <a:ext uri="{FF2B5EF4-FFF2-40B4-BE49-F238E27FC236}">
                <ns2:creationId id="{410D02A6-4547-4838-B012-37AC768AD8E2}"/>
              </a:ext>
            </a:extLst>
          </p:cNvPr>
          <p:cNvSpPr>
            <a:spLocks noGrp="1"/>
          </p:cNvSpPr>
          <p:nvPr/>
        </p:nvSpPr>
        <p:spPr>
          <a:xfrm>
            <a:off x="628650" y="8858250"/>
            <a:ext cx="2714625" cy="523875"/>
          </a:xfrm>
          <a:prstGeom prst="rect">
            <a:avLst/>
          </a:prstGeom>
          <a:noFill/>
          <a:ln w="0">
            <a:noFill/>
            <a:prstDash val="solid"/>
          </a:ln>
        </p:spPr>
        <p:txBody>
          <a:bodyPr wrap="none" lIns="0" tIns="0" rIns="0" bIns="0" anchor="ctr">
            <a:noAutofit/>
          </a:bodyPr>
          <a:lstStyle>
            <a:defPPr algn="l">
              <a:defRPr sz="2500" b="1" lang="ko-KR">
                <a:solidFill>
                  <a:srgbClr val="C00000"/>
                </a:solidFill>
                <a:latin typeface="Calibri"/>
                <a:ea typeface="Calibri"/>
                <a:cs typeface="Calibri"/>
              </a:defRPr>
            </a:defPPr>
            <a:lvl1pPr algn="l">
              <a:defRPr sz="2500" b="1" lang="ko-KR">
                <a:solidFill>
                  <a:srgbClr val="C00000"/>
                </a:solidFill>
                <a:latin typeface="Calibri"/>
                <a:ea typeface="Calibri"/>
                <a:cs typeface="Calibri"/>
              </a:defRPr>
            </a:lvl1pPr>
            <a:lvl2pPr algn="l">
              <a:defRPr sz="2500" b="1" lang="ko-KR">
                <a:solidFill>
                  <a:srgbClr val="C00000"/>
                </a:solidFill>
                <a:latin typeface="Calibri"/>
                <a:ea typeface="Calibri"/>
                <a:cs typeface="Calibri"/>
              </a:defRPr>
            </a:lvl2pPr>
            <a:lvl3pPr algn="l">
              <a:defRPr sz="2500" b="1" lang="ko-KR">
                <a:solidFill>
                  <a:srgbClr val="C00000"/>
                </a:solidFill>
                <a:latin typeface="Calibri"/>
                <a:ea typeface="Calibri"/>
                <a:cs typeface="Calibri"/>
              </a:defRPr>
            </a:lvl3pPr>
            <a:lvl4pPr algn="l">
              <a:defRPr sz="2500" b="1" lang="ko-KR">
                <a:solidFill>
                  <a:srgbClr val="C00000"/>
                </a:solidFill>
                <a:latin typeface="Calibri"/>
                <a:ea typeface="Calibri"/>
                <a:cs typeface="Calibri"/>
              </a:defRPr>
            </a:lvl4pPr>
            <a:lvl5pPr algn="l">
              <a:defRPr sz="2500" b="1" lang="ko-KR">
                <a:solidFill>
                  <a:srgbClr val="C00000"/>
                </a:solidFill>
                <a:latin typeface="Calibri"/>
                <a:ea typeface="Calibri"/>
                <a:cs typeface="Calibri"/>
              </a:defRPr>
            </a:lvl5pPr>
            <a:lvl6pPr algn="l">
              <a:defRPr sz="2500" b="1" lang="ko-KR">
                <a:solidFill>
                  <a:srgbClr val="C00000"/>
                </a:solidFill>
                <a:latin typeface="Calibri"/>
                <a:ea typeface="Calibri"/>
                <a:cs typeface="Calibri"/>
              </a:defRPr>
            </a:lvl6pPr>
            <a:lvl7pPr algn="l">
              <a:defRPr sz="2500" b="1" lang="ko-KR">
                <a:solidFill>
                  <a:srgbClr val="C00000"/>
                </a:solidFill>
                <a:latin typeface="Calibri"/>
                <a:ea typeface="Calibri"/>
                <a:cs typeface="Calibri"/>
              </a:defRPr>
            </a:lvl7pPr>
            <a:lvl8pPr algn="l">
              <a:defRPr sz="2500" b="1" lang="ko-KR">
                <a:solidFill>
                  <a:srgbClr val="C00000"/>
                </a:solidFill>
                <a:latin typeface="Calibri"/>
                <a:ea typeface="Calibri"/>
                <a:cs typeface="Calibri"/>
              </a:defRPr>
            </a:lvl8pPr>
            <a:lvl9pPr algn="l">
              <a:defRPr sz="2500" b="1" lang="ko-KR">
                <a:solidFill>
                  <a:srgbClr val="C00000"/>
                </a:solidFill>
                <a:latin typeface="Calibri"/>
                <a:ea typeface="Calibri"/>
                <a:cs typeface="Calibri"/>
              </a:defRPr>
            </a:lvl9pPr>
          </a:lstStyle>
          <a:p>
            <a:pPr algn="l">
              <a:defRPr sz="2500" b="1" lang="ko-KR">
                <a:solidFill>
                  <a:srgbClr val="C00000"/>
                </a:solidFill>
                <a:latin typeface="Calibri"/>
                <a:ea typeface="Calibri"/>
                <a:cs typeface="Calibri"/>
              </a:defRPr>
            </a:pPr>
            <a:r>
              <a:rPr sz="25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4" name="DP2 object 39">
            <a:extLst>
              <a:ext uri="{FF2B5EF4-FFF2-40B4-BE49-F238E27FC236}">
                <ns2:creationId id="{9207F634-8F44-4B96-B4D2-2412D2AC5CA7}"/>
              </a:ext>
            </a:extLst>
          </p:cNvPr>
          <p:cNvSpPr>
            <a:spLocks noGrp="1"/>
          </p:cNvSpPr>
          <p:nvPr/>
        </p:nvSpPr>
        <p:spPr>
          <a:xfrm>
            <a:off x="3581400" y="8801100"/>
            <a:ext cx="13620750" cy="59055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새 입력을 같은 해석 실행에 넣을까, 요청별로 나눌까?</a:t>
            </a:r>
            <a:endParaRPr lang="ko-KR">
              <a:latin typeface="Calibri"/>
              <a:ea typeface="Calibri"/>
              <a:cs typeface="Calibri"/>
            </a:endParaRPr>
          </a:p>
        </p:txBody>
      </p:sp>
      <p:sp>
        <p:nvSpPr>
          <p:cNvPr id="55" name="DP2 object 40">
            <a:extLst>
              <a:ext uri="{FF2B5EF4-FFF2-40B4-BE49-F238E27FC236}">
                <ns2:creationId id="{D598E557-5DB8-421D-A468-86837F825D40}"/>
              </a:ext>
            </a:extLst>
          </p:cNvPr>
          <p:cNvSpPr>
            <a:spLocks noGrp="1"/>
          </p:cNvSpPr>
          <p:nvPr/>
        </p:nvSpPr>
        <p:spPr>
          <a:xfrm>
            <a:off x="3581400" y="9448800"/>
            <a:ext cx="1381125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원래 목표를 보존하며, 새 입력의 판단을 시작하는 실행 구조를 선택한다.</a:t>
            </a:r>
            <a:endParaRPr lang="ko-KR">
              <a:latin typeface="Calibri"/>
              <a:ea typeface="Calibri"/>
              <a:cs typeface="Calibri"/>
            </a:endParaRPr>
          </a:p>
        </p:txBody>
      </p:sp>
    </p:spTree>
    <p:extLst>
      <p:ext uri="{BB962C8B-B14F-4D97-AF65-F5344CB8AC3E}">
        <p14:creationId val="406459604"/>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19D103B5-6CA7-413D-B885-48B1766CA53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(설계 방안 비교)</a:t>
            </a:r>
            <a:endParaRPr lang="ko-KR">
              <a:latin typeface="Calibri"/>
              <a:ea typeface="Calibri"/>
              <a:cs typeface="Calibri"/>
            </a:endParaRPr>
          </a:p>
        </p:txBody>
      </p:sp>
      <p:sp>
        <p:nvSpPr>
          <p:cNvPr id="2" name="Workflow 과제 소개">
            <a:extLst>
              <a:ext uri="{FF2B5EF4-FFF2-40B4-BE49-F238E27FC236}">
                <ns2:creationId id="{108C827F-BBB5-4313-AEBA-6BEAB14CF4E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24DDA89-B91E-4E8A-908A-E53AC33E9CB0}"/>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A36AA18-2E71-4F3A-A804-29861208A26E}"/>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5D19F3C8-038B-40FA-9EC8-5CF75B9236D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5A4D133-7E78-4036-BD8F-C833BA538FF7}"/>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840D553B-109A-4BCB-BDF8-F6F25D93FD8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FB15FFE2-76DF-4F4C-892D-64A746E9544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DE6575C-1967-4493-AB50-BBEF6DE5F65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086CF378-302A-4282-934F-930263622D7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57D55259-AECF-4A86-B56D-24919EAE581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26C1F6D-24BB-4D0F-9E1A-9220B5D64AE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D95D884-E63B-43F8-8FEB-0DA1A6BAFD8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6 / 36</a:t>
            </a:r>
            <a:endParaRPr lang="ko-KR">
              <a:latin typeface="Calibri"/>
              <a:ea typeface="Calibri"/>
              <a:cs typeface="Calibri"/>
            </a:endParaRPr>
          </a:p>
        </p:txBody>
      </p:sp>
      <p:sp>
        <p:nvSpPr>
          <p:cNvPr id="14" name="DP2 object 41">
            <a:extLst>
              <a:ext uri="{FF2B5EF4-FFF2-40B4-BE49-F238E27FC236}">
                <ns2:creationId id="{98483D9A-E0EF-4B33-B896-29E3DE9C00B3}"/>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하나의 대화 해석 실행   /   B: 공통 대화 해석과 요청별 실행</a:t>
            </a:r>
            <a:endParaRPr lang="ko-KR">
              <a:latin typeface="Calibri"/>
              <a:ea typeface="Calibri"/>
              <a:cs typeface="Calibri"/>
            </a:endParaRPr>
          </a:p>
        </p:txBody>
      </p:sp>
      <p:graphicFrame>
        <p:nvGraphicFramePr>
          <p:cNvPr id="15" name="">
            <a:extLst>
              <a:ext uri="{FF2B5EF4-FFF2-40B4-BE49-F238E27FC236}">
                <ns2:creationId id="{312E0D7E-7169-4674-AEEF-8C20558CDEB2}"/>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호출 한도가 차면 병행 이익이 줄어듦</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46.170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42">
            <a:extLst>
              <a:ext uri="{FF2B5EF4-FFF2-40B4-BE49-F238E27FC236}">
                <ns2:creationId id="{5FACA562-3D7B-4917-9805-1D92FB9A06E4}"/>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txBody>
          <a:bodyPr wrap="none" lIns="38100" tIns="19050" rIns="47625" bIns="371475"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44">
            <a:extLst>
              <a:ext uri="{FF2B5EF4-FFF2-40B4-BE49-F238E27FC236}">
                <ns2:creationId id="{DEEDA84F-0FE9-4C96-9DF7-7880F3217CE1}"/>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txBody>
          <a:bodyPr wrap="none" lIns="19050" tIns="0" rIns="1905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46">
            <a:extLst>
              <a:ext uri="{FF2B5EF4-FFF2-40B4-BE49-F238E27FC236}">
                <ns2:creationId id="{7D95B5FD-E933-4CCC-922C-7D31E15C79A9}"/>
              </a:ext>
            </a:extLst>
          </p:cNvPr>
          <p:cNvSpPr>
            <a:spLocks noGrp="1"/>
          </p:cNvSpPr>
          <p:nvPr/>
        </p:nvSpPr>
        <p:spPr>
          <a:xfrm>
            <a:off x="381000" y="3648075"/>
            <a:ext cx="1323975" cy="419100"/>
          </a:xfrm>
          <a:prstGeom prst="rect">
            <a:avLst/>
          </a:prstGeom>
          <a:noFill/>
          <a:ln w="17145">
            <a:solidFill>
              <a:srgbClr val="111111"/>
            </a:solidFill>
            <a:prstDash val="dash"/>
          </a:ln>
        </p:spPr>
        <p:txBody>
          <a:bodyPr wrap="none" lIns="28575" tIns="28575" rIns="2857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2A4345BA-95B6-4E1E-BF49-972741EE7D9D}"/>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txBody>
          <a:bodyPr wrap="none" lIns="47625" tIns="20955" rIns="47625" bIns="1524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49">
            <a:extLst>
              <a:ext uri="{FF2B5EF4-FFF2-40B4-BE49-F238E27FC236}">
                <ns2:creationId id="{7FE8201A-8A2A-49B4-A12F-D646AF0AE7BD}"/>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50">
            <a:extLst>
              <a:ext uri="{FF2B5EF4-FFF2-40B4-BE49-F238E27FC236}">
                <ns2:creationId id="{D73A0681-8362-4357-92B5-8CAA42F6B02C}"/>
              </a:ext>
            </a:extLst>
          </p:cNvPr>
          <p:cNvSpPr>
            <a:spLocks noGrp="1"/>
          </p:cNvSpPr>
          <p:nvPr/>
        </p:nvSpPr>
        <p:spPr>
          <a:xfrm>
            <a:off x="333375" y="5334000"/>
            <a:ext cx="1438275" cy="49530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 / 점선 결과</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검정 공통 / 파랑 A</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초록 B</a:t>
            </a:r>
            <a:endParaRPr lang="ko-KR">
              <a:latin typeface="Calibri"/>
              <a:ea typeface="Calibri"/>
              <a:cs typeface="Calibri"/>
            </a:endParaRPr>
          </a:p>
        </p:txBody>
      </p:sp>
      <p:sp>
        <p:nvSpPr>
          <p:cNvPr id="115" name="DP2 object 117">
            <a:extLst>
              <a:ext uri="{FF2B5EF4-FFF2-40B4-BE49-F238E27FC236}">
                <ns2:creationId id="{DD679F84-F065-4EB7-8112-E64DCC1BC9C0}"/>
              </a:ext>
            </a:extLst>
          </p:cNvPr>
          <p:cNvSpPr>
            <a:spLocks noGrp="1"/>
          </p:cNvSpPr>
          <p:nvPr/>
        </p:nvSpPr>
        <p:spPr>
          <a:xfrm>
            <a:off x="266700" y="9744075"/>
            <a:ext cx="17430750" cy="228600"/>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모든 해석 실행은 동일 Model Access 호출 한도 K를 공유. 입력 수신은 계속되며 외부 Agent 업무 대기는 비교 대상이 아님.</a:t>
            </a:r>
            <a:endParaRPr lang="ko-KR">
              <a:latin typeface="Calibri"/>
              <a:ea typeface="Calibri"/>
              <a:cs typeface="Calibri"/>
            </a:endParaRPr>
          </a:p>
        </p:txBody>
      </p:sp>
      <p:sp>
        <p:nvSpPr>
          <p:cNvPr id="116" name="DP2 object 118">
            <a:extLst>
              <a:ext uri="{FF2B5EF4-FFF2-40B4-BE49-F238E27FC236}">
                <ns2:creationId id="{6DFD069B-EB2B-47CE-9921-B6F279CE3FF8}"/>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기존 발표 PoC: 안별 12episode / 시간 괄호: 관측/예정 / QA04 별도 4과제 / 비용은 합계 / RSS는 로컬 실행기</a:t>
            </a:r>
            <a:endParaRPr lang="ko-KR">
              <a:latin typeface="Calibri"/>
              <a:ea typeface="Calibri"/>
              <a:cs typeface="Calibri"/>
            </a:endParaRPr>
          </a:p>
        </p:txBody>
      </p:sp>
      <p:sp>
        <p:nvSpPr>
          <p:cNvPr id="1118" name="v10 label 대화 해석 실행 1개 / 현재 step 경계에서 후속 입력 수용">
            <a:extLst>
              <a:ext uri="{FF2B5EF4-FFF2-40B4-BE49-F238E27FC236}">
                <ns2:creationId id="{8BF53326-1DA5-4784-AF9D-E8370A8A1624}"/>
              </a:ext>
            </a:extLst>
          </p:cNvPr>
          <p:cNvSpPr>
            <a:spLocks noGrp="1"/>
          </p:cNvSpPr>
          <p:nvPr/>
        </p:nvSpPr>
        <p:spPr>
          <a:xfrm>
            <a:off x="1962150" y="2190750"/>
            <a:ext cx="7905750" cy="257175"/>
          </a:xfrm>
          <a:prstGeom prst="rect">
            <a:avLst/>
          </a:prstGeom>
          <a:noFill/>
          <a:ln w="0">
            <a:noFill/>
          </a:ln>
        </p:spPr>
        <p:txBody>
          <a:bodyPr wrap="none" lIns="47625" tIns="19050" rIns="47625" bIns="19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대화 해석 실행 1개 / 현재 step 경계에서 후속 입력 수용</a:t>
            </a:r>
            <a:endParaRPr lang="ko-KR">
              <a:latin typeface="Calibri"/>
              <a:ea typeface="Calibri"/>
              <a:cs typeface="Calibri"/>
            </a:endParaRPr>
          </a:p>
        </p:txBody>
      </p:sp>
      <p:sp>
        <p:nvSpPr>
          <p:cNvPr id="1119" name="v10 node:d2Arc">
            <a:extLst>
              <a:ext uri="{FF2B5EF4-FFF2-40B4-BE49-F238E27FC236}">
                <ns2:creationId id="{EDF2E87B-C5EE-43DE-9637-1AA27364FC3C}"/>
              </a:ext>
            </a:extLst>
          </p:cNvPr>
          <p:cNvSpPr>
            <a:spLocks noGrp="1"/>
          </p:cNvSpPr>
          <p:nvPr/>
        </p:nvSpPr>
        <p:spPr>
          <a:xfrm>
            <a:off x="1962150" y="2571750"/>
            <a:ext cx="2286000" cy="2657475"/>
          </a:xfrm>
          <a:prstGeom prst="rect">
            <a:avLst/>
          </a:prstGeom>
          <a:solidFill>
            <a:srgbClr val="FFF6DD"/>
          </a:solidFill>
          <a:ln w="16193">
            <a:solidFill>
              <a:srgbClr val="111111"/>
            </a:solidFill>
          </a:ln>
        </p:spPr>
        <p:txBody>
          <a:bodyPr wrap="none" lIns="47625" tIns="19050" rIns="47625" bIns="231457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120" name="v10 divider d2Arc">
            <a:extLst>
              <a:ext uri="{FF2B5EF4-FFF2-40B4-BE49-F238E27FC236}">
                <ns2:creationId id="{631BDF8B-E0CB-4FEA-BCBC-B6D6E57858BA}"/>
              </a:ext>
            </a:extLst>
          </p:cNvPr>
          <p:cNvSpPr>
            <a:spLocks noGrp="1"/>
          </p:cNvSpPr>
          <p:nvPr/>
        </p:nvSpPr>
        <p:spPr>
          <a:xfrm>
            <a:off x="1962150" y="2933700"/>
            <a:ext cx="2286000" cy="953"/>
          </a:xfrm>
          <a:custGeom>
            <a:pathLst>
              <a:path w="2286000" h="953">
                <a:moveTo>
                  <a:pt x="0" y="0"/>
                </a:moveTo>
                <a:lnTo>
                  <a:pt x="2286000" y="0"/>
                </a:lnTo>
              </a:path>
            </a:pathLst>
          </a:custGeom>
          <a:noFill/>
          <a:ln w="9525">
            <a:solidFill>
              <a:srgbClr val="111111"/>
            </a:solidFill>
            <a:prstDash val="solid"/>
          </a:ln>
        </p:spPr>
      </p:sp>
      <p:sp>
        <p:nvSpPr>
          <p:cNvPr id="1121" name="v10 node:d2Ainput">
            <a:extLst>
              <a:ext uri="{FF2B5EF4-FFF2-40B4-BE49-F238E27FC236}">
                <ns2:creationId id="{810C9086-1205-47C3-B7E0-ED4C90634165}"/>
              </a:ext>
            </a:extLst>
          </p:cNvPr>
          <p:cNvSpPr>
            <a:spLocks noGrp="1"/>
          </p:cNvSpPr>
          <p:nvPr/>
        </p:nvSpPr>
        <p:spPr>
          <a:xfrm>
            <a:off x="2076450" y="3000375"/>
            <a:ext cx="2057400" cy="323850"/>
          </a:xfrm>
          <a:prstGeom prst="roundRect">
            <a:avLst>
              <a:gd name="adj" fmla="val 23529"/>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입력 및 실행 요청기</a:t>
            </a:r>
            <a:endParaRPr lang="ko-KR">
              <a:latin typeface="Calibri"/>
              <a:ea typeface="Calibri"/>
              <a:cs typeface="Calibri"/>
            </a:endParaRPr>
          </a:p>
        </p:txBody>
      </p:sp>
      <p:sp>
        <p:nvSpPr>
          <p:cNvPr id="1122" name="v10 node:d2Acontrol-state">
            <a:extLst>
              <a:ext uri="{FF2B5EF4-FFF2-40B4-BE49-F238E27FC236}">
                <ns2:creationId id="{86D4B455-0F07-45C1-AA78-5E9BAECE81EB}"/>
              </a:ext>
            </a:extLst>
          </p:cNvPr>
          <p:cNvSpPr>
            <a:spLocks noGrp="1"/>
          </p:cNvSpPr>
          <p:nvPr/>
        </p:nvSpPr>
        <p:spPr>
          <a:xfrm>
            <a:off x="2076450" y="3552825"/>
            <a:ext cx="2057400" cy="7143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입력 / 채택 목표 / 판본</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a:t>
            </a:r>
            <a:endParaRPr lang="ko-KR">
              <a:latin typeface="Calibri"/>
              <a:ea typeface="Calibri"/>
              <a:cs typeface="Calibri"/>
            </a:endParaRPr>
          </a:p>
        </p:txBody>
      </p:sp>
      <p:sp>
        <p:nvSpPr>
          <p:cNvPr id="1123" name="v10 node:d2Aadopt">
            <a:extLst>
              <a:ext uri="{FF2B5EF4-FFF2-40B4-BE49-F238E27FC236}">
                <ns2:creationId id="{0951DEB8-BEE8-41D2-B1A0-052FC9362F3C}"/>
              </a:ext>
            </a:extLst>
          </p:cNvPr>
          <p:cNvSpPr>
            <a:spLocks noGrp="1"/>
          </p:cNvSpPr>
          <p:nvPr/>
        </p:nvSpPr>
        <p:spPr>
          <a:xfrm>
            <a:off x="2076450" y="4514850"/>
            <a:ext cx="2057400" cy="438150"/>
          </a:xfrm>
          <a:prstGeom prst="roundRect">
            <a:avLst>
              <a:gd name="adj" fmla="val 17391"/>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반환 검증 및 채택기</a:t>
            </a:r>
            <a:endParaRPr lang="ko-KR">
              <a:latin typeface="Calibri"/>
              <a:ea typeface="Calibri"/>
              <a:cs typeface="Calibri"/>
            </a:endParaRPr>
          </a:p>
        </p:txBody>
      </p:sp>
      <p:sp>
        <p:nvSpPr>
          <p:cNvPr id="1124" name="v10 edge:d2Ainput-save">
            <a:extLst>
              <a:ext uri="{FF2B5EF4-FFF2-40B4-BE49-F238E27FC236}">
                <ns2:creationId id="{D36302DC-91DA-4A96-9CD3-63A91C92AC81}"/>
              </a:ext>
            </a:extLst>
          </p:cNvPr>
          <p:cNvSpPr>
            <a:spLocks noGrp="1"/>
          </p:cNvSpPr>
          <p:nvPr/>
        </p:nvSpPr>
        <p:spPr>
          <a:xfrm>
            <a:off x="3057525" y="3324225"/>
            <a:ext cx="953" cy="228600"/>
          </a:xfrm>
          <a:custGeom>
            <a:pathLst>
              <a:path w="953" h="228600">
                <a:moveTo>
                  <a:pt x="0" y="0"/>
                </a:moveTo>
                <a:lnTo>
                  <a:pt x="0" y="228600"/>
                </a:lnTo>
              </a:path>
            </a:pathLst>
          </a:custGeom>
          <a:noFill/>
          <a:ln w="17145">
            <a:solidFill>
              <a:srgbClr val="111111"/>
            </a:solidFill>
            <a:prstDash val="solid"/>
          </a:ln>
        </p:spPr>
      </p:sp>
      <p:sp>
        <p:nvSpPr>
          <p:cNvPr id="1125" name="v10 arrow:d2Ainput-save">
            <a:extLst>
              <a:ext uri="{FF2B5EF4-FFF2-40B4-BE49-F238E27FC236}">
                <ns2:creationId id="{B8366991-DC95-4576-85AC-101CBBAECCBF}"/>
              </a:ext>
            </a:extLst>
          </p:cNvPr>
          <p:cNvSpPr>
            <a:spLocks noGrp="1"/>
          </p:cNvSpPr>
          <p:nvPr/>
        </p:nvSpPr>
        <p:spPr>
          <a:xfrm>
            <a:off x="3019425" y="346710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26" name="v10 edge:d2Astate-check">
            <a:extLst>
              <a:ext uri="{FF2B5EF4-FFF2-40B4-BE49-F238E27FC236}">
                <ns2:creationId id="{AB657EBC-392D-4AA4-B3A3-F5BC7D44BA6B}"/>
              </a:ext>
            </a:extLst>
          </p:cNvPr>
          <p:cNvSpPr>
            <a:spLocks noGrp="1"/>
          </p:cNvSpPr>
          <p:nvPr/>
        </p:nvSpPr>
        <p:spPr>
          <a:xfrm>
            <a:off x="3057525" y="4267200"/>
            <a:ext cx="953" cy="247650"/>
          </a:xfrm>
          <a:custGeom>
            <a:pathLst>
              <a:path w="953" h="247650">
                <a:moveTo>
                  <a:pt x="0" y="0"/>
                </a:moveTo>
                <a:lnTo>
                  <a:pt x="0" y="247650"/>
                </a:lnTo>
              </a:path>
            </a:pathLst>
          </a:custGeom>
          <a:noFill/>
          <a:ln w="17145">
            <a:solidFill>
              <a:srgbClr val="111111"/>
            </a:solidFill>
            <a:prstDash val="dash"/>
          </a:ln>
        </p:spPr>
      </p:sp>
      <p:sp>
        <p:nvSpPr>
          <p:cNvPr id="1127" name="v10 arrow:d2Astate-check">
            <a:extLst>
              <a:ext uri="{FF2B5EF4-FFF2-40B4-BE49-F238E27FC236}">
                <ns2:creationId id="{0416052B-CC85-49F2-888A-2BC688C7B376}"/>
              </a:ext>
            </a:extLst>
          </p:cNvPr>
          <p:cNvSpPr>
            <a:spLocks noGrp="1"/>
          </p:cNvSpPr>
          <p:nvPr/>
        </p:nvSpPr>
        <p:spPr>
          <a:xfrm>
            <a:off x="3019425" y="44291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28" name="v10 label 판본 확인">
            <a:extLst>
              <a:ext uri="{FF2B5EF4-FFF2-40B4-BE49-F238E27FC236}">
                <ns2:creationId id="{255F351C-81EF-409D-A30B-A54A6DD460BD}"/>
              </a:ext>
            </a:extLst>
          </p:cNvPr>
          <p:cNvSpPr>
            <a:spLocks noGrp="1"/>
          </p:cNvSpPr>
          <p:nvPr/>
        </p:nvSpPr>
        <p:spPr>
          <a:xfrm>
            <a:off x="3181350" y="4276725"/>
            <a:ext cx="876300"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판본 확인</a:t>
            </a:r>
            <a:endParaRPr lang="ko-KR">
              <a:latin typeface="Calibri"/>
              <a:ea typeface="Calibri"/>
              <a:cs typeface="Calibri"/>
            </a:endParaRPr>
          </a:p>
        </p:txBody>
      </p:sp>
      <p:sp>
        <p:nvSpPr>
          <p:cNvPr id="1129" name="v10 node:d2Ari">
            <a:extLst>
              <a:ext uri="{FF2B5EF4-FFF2-40B4-BE49-F238E27FC236}">
                <ns2:creationId id="{B37C19E2-DA5F-4EB6-B658-7437433F4D6D}"/>
              </a:ext>
            </a:extLst>
          </p:cNvPr>
          <p:cNvSpPr>
            <a:spLocks noGrp="1"/>
          </p:cNvSpPr>
          <p:nvPr/>
        </p:nvSpPr>
        <p:spPr>
          <a:xfrm>
            <a:off x="4724400" y="2571750"/>
            <a:ext cx="5048250" cy="2657475"/>
          </a:xfrm>
          <a:prstGeom prst="rect">
            <a:avLst/>
          </a:prstGeom>
          <a:solidFill>
            <a:srgbClr val="FFF6DD"/>
          </a:solidFill>
          <a:ln w="16193">
            <a:solidFill>
              <a:srgbClr val="111111"/>
            </a:solidFill>
          </a:ln>
        </p:spPr>
        <p:txBody>
          <a:bodyPr wrap="none" lIns="47625" tIns="19050" rIns="47625" bIns="231457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30" name="v10 divider d2Ari">
            <a:extLst>
              <a:ext uri="{FF2B5EF4-FFF2-40B4-BE49-F238E27FC236}">
                <ns2:creationId id="{78F120E3-D06E-4F71-8752-8BBE5A1D21B9}"/>
              </a:ext>
            </a:extLst>
          </p:cNvPr>
          <p:cNvSpPr>
            <a:spLocks noGrp="1"/>
          </p:cNvSpPr>
          <p:nvPr/>
        </p:nvSpPr>
        <p:spPr>
          <a:xfrm>
            <a:off x="4724400" y="2933700"/>
            <a:ext cx="5048250" cy="953"/>
          </a:xfrm>
          <a:custGeom>
            <a:pathLst>
              <a:path w="5048250" h="953">
                <a:moveTo>
                  <a:pt x="0" y="0"/>
                </a:moveTo>
                <a:lnTo>
                  <a:pt x="5048250" y="0"/>
                </a:lnTo>
              </a:path>
            </a:pathLst>
          </a:custGeom>
          <a:noFill/>
          <a:ln w="9525">
            <a:solidFill>
              <a:srgbClr val="111111"/>
            </a:solidFill>
            <a:prstDash val="solid"/>
          </a:ln>
        </p:spPr>
      </p:sp>
      <p:sp>
        <p:nvSpPr>
          <p:cNvPr id="1131" name="v10 node:d2Ama">
            <a:extLst>
              <a:ext uri="{FF2B5EF4-FFF2-40B4-BE49-F238E27FC236}">
                <ns2:creationId id="{47E09EFB-EF5E-4FA9-A267-591C9F2AD85E}"/>
              </a:ext>
            </a:extLst>
          </p:cNvPr>
          <p:cNvSpPr>
            <a:spLocks noGrp="1"/>
          </p:cNvSpPr>
          <p:nvPr/>
        </p:nvSpPr>
        <p:spPr>
          <a:xfrm>
            <a:off x="4724400" y="5314950"/>
            <a:ext cx="3048000" cy="771525"/>
          </a:xfrm>
          <a:prstGeom prst="rect">
            <a:avLst/>
          </a:prstGeom>
          <a:solidFill>
            <a:srgbClr val="FFF6DD"/>
          </a:solidFill>
          <a:ln w="16193">
            <a:solidFill>
              <a:srgbClr val="111111"/>
            </a:solidFill>
          </a:ln>
        </p:spPr>
        <p:txBody>
          <a:bodyPr wrap="none" lIns="47625" tIns="19050" rIns="47625" bIns="42862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a:t>
            </a:r>
            <a:endParaRPr lang="ko-KR">
              <a:latin typeface="Calibri"/>
              <a:ea typeface="Calibri"/>
              <a:cs typeface="Calibri"/>
            </a:endParaRPr>
          </a:p>
        </p:txBody>
      </p:sp>
      <p:sp>
        <p:nvSpPr>
          <p:cNvPr id="1132" name="v10 divider d2Ama">
            <a:extLst>
              <a:ext uri="{FF2B5EF4-FFF2-40B4-BE49-F238E27FC236}">
                <ns2:creationId id="{2824F8F5-4E6D-4E3D-A1A4-CBE2C63DDB1B}"/>
              </a:ext>
            </a:extLst>
          </p:cNvPr>
          <p:cNvSpPr>
            <a:spLocks noGrp="1"/>
          </p:cNvSpPr>
          <p:nvPr/>
        </p:nvSpPr>
        <p:spPr>
          <a:xfrm>
            <a:off x="4724400" y="5676900"/>
            <a:ext cx="3048000" cy="953"/>
          </a:xfrm>
          <a:custGeom>
            <a:pathLst>
              <a:path w="3048000" h="953">
                <a:moveTo>
                  <a:pt x="0" y="0"/>
                </a:moveTo>
                <a:lnTo>
                  <a:pt x="3048000" y="0"/>
                </a:lnTo>
              </a:path>
            </a:pathLst>
          </a:custGeom>
          <a:noFill/>
          <a:ln w="9525">
            <a:solidFill>
              <a:srgbClr val="111111"/>
            </a:solidFill>
            <a:prstDash val="solid"/>
          </a:ln>
        </p:spPr>
      </p:sp>
      <p:sp>
        <p:nvSpPr>
          <p:cNvPr id="1133" name="v10 node:d2Acall">
            <a:extLst>
              <a:ext uri="{FF2B5EF4-FFF2-40B4-BE49-F238E27FC236}">
                <ns2:creationId id="{54D4C399-C6A1-4BF8-BCD9-33985C7E1AF5}"/>
              </a:ext>
            </a:extLst>
          </p:cNvPr>
          <p:cNvSpPr>
            <a:spLocks noGrp="1"/>
          </p:cNvSpPr>
          <p:nvPr/>
        </p:nvSpPr>
        <p:spPr>
          <a:xfrm>
            <a:off x="4867275" y="5734050"/>
            <a:ext cx="2762250"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모델 호출 및 한도 관리기</a:t>
            </a:r>
            <a:endParaRPr lang="ko-KR">
              <a:latin typeface="Calibri"/>
              <a:ea typeface="Calibri"/>
              <a:cs typeface="Calibri"/>
            </a:endParaRPr>
          </a:p>
        </p:txBody>
      </p:sp>
      <p:sp>
        <p:nvSpPr>
          <p:cNvPr id="1134" name="v10 node:d2Acloud">
            <a:extLst>
              <a:ext uri="{FF2B5EF4-FFF2-40B4-BE49-F238E27FC236}">
                <ns2:creationId id="{0EA74F9E-51A3-4B2D-AA39-1AFDF1527085}"/>
              </a:ext>
            </a:extLst>
          </p:cNvPr>
          <p:cNvSpPr>
            <a:spLocks noGrp="1"/>
          </p:cNvSpPr>
          <p:nvPr/>
        </p:nvSpPr>
        <p:spPr>
          <a:xfrm>
            <a:off x="8629650" y="5600700"/>
            <a:ext cx="1143000" cy="428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200" b="1" lang="ko-KR">
                <a:solidFill>
                  <a:srgbClr val="111111"/>
                </a:solidFill>
                <a:latin typeface="Calibri"/>
                <a:ea typeface="Calibri"/>
                <a:cs typeface="Calibri"/>
              </a:defRPr>
            </a:defPPr>
            <a:lvl1pPr algn="ctr">
              <a:defRPr sz="1200" b="1" lang="ko-KR">
                <a:solidFill>
                  <a:srgbClr val="111111"/>
                </a:solidFill>
                <a:latin typeface="Calibri"/>
                <a:ea typeface="Calibri"/>
                <a:cs typeface="Calibri"/>
              </a:defRPr>
            </a:lvl1pPr>
            <a:lvl2pPr algn="ctr">
              <a:defRPr sz="1200" b="1" lang="ko-KR">
                <a:solidFill>
                  <a:srgbClr val="111111"/>
                </a:solidFill>
                <a:latin typeface="Calibri"/>
                <a:ea typeface="Calibri"/>
                <a:cs typeface="Calibri"/>
              </a:defRPr>
            </a:lvl2pPr>
            <a:lvl3pPr algn="ctr">
              <a:defRPr sz="1200" b="1" lang="ko-KR">
                <a:solidFill>
                  <a:srgbClr val="111111"/>
                </a:solidFill>
                <a:latin typeface="Calibri"/>
                <a:ea typeface="Calibri"/>
                <a:cs typeface="Calibri"/>
              </a:defRPr>
            </a:lvl3pPr>
            <a:lvl4pPr algn="ctr">
              <a:defRPr sz="1200" b="1" lang="ko-KR">
                <a:solidFill>
                  <a:srgbClr val="111111"/>
                </a:solidFill>
                <a:latin typeface="Calibri"/>
                <a:ea typeface="Calibri"/>
                <a:cs typeface="Calibri"/>
              </a:defRPr>
            </a:lvl4pPr>
            <a:lvl5pPr algn="ctr">
              <a:defRPr sz="1200" b="1" lang="ko-KR">
                <a:solidFill>
                  <a:srgbClr val="111111"/>
                </a:solidFill>
                <a:latin typeface="Calibri"/>
                <a:ea typeface="Calibri"/>
                <a:cs typeface="Calibri"/>
              </a:defRPr>
            </a:lvl5pPr>
            <a:lvl6pPr algn="ctr">
              <a:defRPr sz="1200" b="1" lang="ko-KR">
                <a:solidFill>
                  <a:srgbClr val="111111"/>
                </a:solidFill>
                <a:latin typeface="Calibri"/>
                <a:ea typeface="Calibri"/>
                <a:cs typeface="Calibri"/>
              </a:defRPr>
            </a:lvl6pPr>
            <a:lvl7pPr algn="ctr">
              <a:defRPr sz="1200" b="1" lang="ko-KR">
                <a:solidFill>
                  <a:srgbClr val="111111"/>
                </a:solidFill>
                <a:latin typeface="Calibri"/>
                <a:ea typeface="Calibri"/>
                <a:cs typeface="Calibri"/>
              </a:defRPr>
            </a:lvl7pPr>
            <a:lvl8pPr algn="ctr">
              <a:defRPr sz="1200" b="1" lang="ko-KR">
                <a:solidFill>
                  <a:srgbClr val="111111"/>
                </a:solidFill>
                <a:latin typeface="Calibri"/>
                <a:ea typeface="Calibri"/>
                <a:cs typeface="Calibri"/>
              </a:defRPr>
            </a:lvl8pPr>
            <a:lvl9pPr algn="ctr">
              <a:defRPr sz="1200" b="1" lang="ko-KR">
                <a:solidFill>
                  <a:srgbClr val="111111"/>
                </a:solidFill>
                <a:latin typeface="Calibri"/>
                <a:ea typeface="Calibri"/>
                <a:cs typeface="Calibri"/>
              </a:defRPr>
            </a:lvl9pPr>
          </a:lstStyle>
          <a:p>
            <a:pPr algn="ctr">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공통 cloud</a:t>
            </a:r>
            <a:endParaRPr lang="ko-KR">
              <a:latin typeface="Calibri"/>
              <a:ea typeface="Calibri"/>
              <a:cs typeface="Calibri"/>
            </a:endParaRPr>
          </a:p>
          <a:p>
            <a:pPr algn="ctr">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모델</a:t>
            </a:r>
            <a:endParaRPr lang="ko-KR">
              <a:latin typeface="Calibri"/>
              <a:ea typeface="Calibri"/>
              <a:cs typeface="Calibri"/>
            </a:endParaRPr>
          </a:p>
        </p:txBody>
      </p:sp>
      <p:sp>
        <p:nvSpPr>
          <p:cNvPr id="1135" name="v10 edge:d2Acloud-call">
            <a:extLst>
              <a:ext uri="{FF2B5EF4-FFF2-40B4-BE49-F238E27FC236}">
                <ns2:creationId id="{C04EB14D-8D36-4B1A-9E8E-8A14BD9F2659}"/>
              </a:ext>
            </a:extLst>
          </p:cNvPr>
          <p:cNvSpPr>
            <a:spLocks noGrp="1"/>
          </p:cNvSpPr>
          <p:nvPr/>
        </p:nvSpPr>
        <p:spPr>
          <a:xfrm>
            <a:off x="7629525" y="5800725"/>
            <a:ext cx="1000125" cy="953"/>
          </a:xfrm>
          <a:custGeom>
            <a:pathLst>
              <a:path w="1000125" h="953">
                <a:moveTo>
                  <a:pt x="0" y="0"/>
                </a:moveTo>
                <a:lnTo>
                  <a:pt x="1000125" y="0"/>
                </a:lnTo>
              </a:path>
            </a:pathLst>
          </a:custGeom>
          <a:noFill/>
          <a:ln w="17145">
            <a:solidFill>
              <a:srgbClr val="111111"/>
            </a:solidFill>
            <a:prstDash val="solid"/>
          </a:ln>
        </p:spPr>
      </p:sp>
      <p:sp>
        <p:nvSpPr>
          <p:cNvPr id="1136" name="v10 arrow:d2Acloud-call">
            <a:extLst>
              <a:ext uri="{FF2B5EF4-FFF2-40B4-BE49-F238E27FC236}">
                <ns2:creationId id="{D7CB636C-2A1C-485B-A7D9-0BC36B9B9BFF}"/>
              </a:ext>
            </a:extLst>
          </p:cNvPr>
          <p:cNvSpPr>
            <a:spLocks noGrp="1"/>
          </p:cNvSpPr>
          <p:nvPr/>
        </p:nvSpPr>
        <p:spPr>
          <a:xfrm>
            <a:off x="8543925" y="57626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37" name="v10 label 호출">
            <a:extLst>
              <a:ext uri="{FF2B5EF4-FFF2-40B4-BE49-F238E27FC236}">
                <ns2:creationId id="{3223536C-EDAD-4BC0-9D9C-E3323EEDDC13}"/>
              </a:ext>
            </a:extLst>
          </p:cNvPr>
          <p:cNvSpPr>
            <a:spLocks noGrp="1"/>
          </p:cNvSpPr>
          <p:nvPr/>
        </p:nvSpPr>
        <p:spPr>
          <a:xfrm>
            <a:off x="8181975" y="5543550"/>
            <a:ext cx="428625"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호출</a:t>
            </a:r>
            <a:endParaRPr lang="ko-KR">
              <a:latin typeface="Calibri"/>
              <a:ea typeface="Calibri"/>
              <a:cs typeface="Calibri"/>
            </a:endParaRPr>
          </a:p>
        </p:txBody>
      </p:sp>
      <p:sp>
        <p:nvSpPr>
          <p:cNvPr id="1138" name="v10 edge:d2Acloud-result">
            <a:extLst>
              <a:ext uri="{FF2B5EF4-FFF2-40B4-BE49-F238E27FC236}">
                <ns2:creationId id="{F418F3CC-A265-4D88-B50F-1C9C97C4C181}"/>
              </a:ext>
            </a:extLst>
          </p:cNvPr>
          <p:cNvSpPr>
            <a:spLocks noGrp="1"/>
          </p:cNvSpPr>
          <p:nvPr/>
        </p:nvSpPr>
        <p:spPr>
          <a:xfrm>
            <a:off x="7629525" y="5943600"/>
            <a:ext cx="1000125" cy="953"/>
          </a:xfrm>
          <a:custGeom>
            <a:pathLst>
              <a:path w="1000125" h="953">
                <a:moveTo>
                  <a:pt x="1000125" y="0"/>
                </a:moveTo>
                <a:lnTo>
                  <a:pt x="0" y="0"/>
                </a:lnTo>
              </a:path>
            </a:pathLst>
          </a:custGeom>
          <a:noFill/>
          <a:ln w="17145">
            <a:solidFill>
              <a:srgbClr val="111111"/>
            </a:solidFill>
            <a:prstDash val="dash"/>
          </a:ln>
        </p:spPr>
      </p:sp>
      <p:sp>
        <p:nvSpPr>
          <p:cNvPr id="1139" name="v10 arrow:d2Acloud-result">
            <a:extLst>
              <a:ext uri="{FF2B5EF4-FFF2-40B4-BE49-F238E27FC236}">
                <ns2:creationId id="{887083C6-4EEA-44D5-9616-94BD36EDA874}"/>
              </a:ext>
            </a:extLst>
          </p:cNvPr>
          <p:cNvSpPr>
            <a:spLocks noGrp="1"/>
          </p:cNvSpPr>
          <p:nvPr/>
        </p:nvSpPr>
        <p:spPr>
          <a:xfrm>
            <a:off x="7629525" y="59055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40" name="v10 label 반환">
            <a:extLst>
              <a:ext uri="{FF2B5EF4-FFF2-40B4-BE49-F238E27FC236}">
                <ns2:creationId id="{700D3919-85D9-45A1-9774-858819CB772F}"/>
              </a:ext>
            </a:extLst>
          </p:cNvPr>
          <p:cNvSpPr>
            <a:spLocks noGrp="1"/>
          </p:cNvSpPr>
          <p:nvPr/>
        </p:nvSpPr>
        <p:spPr>
          <a:xfrm>
            <a:off x="8181975" y="5943600"/>
            <a:ext cx="428625"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반환</a:t>
            </a:r>
            <a:endParaRPr lang="ko-KR">
              <a:latin typeface="Calibri"/>
              <a:ea typeface="Calibri"/>
              <a:cs typeface="Calibri"/>
            </a:endParaRPr>
          </a:p>
        </p:txBody>
      </p:sp>
      <p:sp>
        <p:nvSpPr>
          <p:cNvPr id="1141" name="v10 node:d2Aconversation">
            <a:extLst>
              <a:ext uri="{FF2B5EF4-FFF2-40B4-BE49-F238E27FC236}">
                <ns2:creationId id="{23EB7AF1-6212-44BB-9536-CC957A5F6620}"/>
              </a:ext>
            </a:extLst>
          </p:cNvPr>
          <p:cNvSpPr>
            <a:spLocks noGrp="1"/>
          </p:cNvSpPr>
          <p:nvPr/>
        </p:nvSpPr>
        <p:spPr>
          <a:xfrm>
            <a:off x="4867275" y="3000375"/>
            <a:ext cx="2286000" cy="542925"/>
          </a:xfrm>
          <a:prstGeom prst="roundRect">
            <a:avLst>
              <a:gd name="adj" fmla="val 14035"/>
            </a:avLst>
          </a:prstGeom>
          <a:solidFill>
            <a:srgbClr val="FFFFFF"/>
          </a:solidFill>
          <a:ln w="16193">
            <a:solidFill>
              <a:srgbClr val="4676CB"/>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대화 해석 실행기</a:t>
            </a:r>
            <a:endParaRPr lang="ko-KR">
              <a:latin typeface="Calibri"/>
              <a:ea typeface="Calibri"/>
              <a:cs typeface="Calibri"/>
            </a:endParaRPr>
          </a:p>
        </p:txBody>
      </p:sp>
      <p:sp>
        <p:nvSpPr>
          <p:cNvPr id="1142" name="v10 node:d2Acontext">
            <a:extLst>
              <a:ext uri="{FF2B5EF4-FFF2-40B4-BE49-F238E27FC236}">
                <ns2:creationId id="{280CDD6D-8443-4704-A62D-9AB7F2E57A9F}"/>
              </a:ext>
            </a:extLst>
          </p:cNvPr>
          <p:cNvSpPr>
            <a:spLocks noGrp="1"/>
          </p:cNvSpPr>
          <p:nvPr/>
        </p:nvSpPr>
        <p:spPr>
          <a:xfrm>
            <a:off x="7486650" y="3000375"/>
            <a:ext cx="2143125" cy="962025"/>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대화 문맥 / 근거</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R2 잠정 판단</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 / 대화 수명</a:t>
            </a:r>
            <a:endParaRPr lang="ko-KR">
              <a:latin typeface="Calibri"/>
              <a:ea typeface="Calibri"/>
              <a:cs typeface="Calibri"/>
            </a:endParaRPr>
          </a:p>
        </p:txBody>
      </p:sp>
      <p:sp>
        <p:nvSpPr>
          <p:cNvPr id="1143" name="v10 edge:d2Astart">
            <a:extLst>
              <a:ext uri="{FF2B5EF4-FFF2-40B4-BE49-F238E27FC236}">
                <ns2:creationId id="{50879299-EDBB-4EF4-9BE5-51B338586E3B}"/>
              </a:ext>
            </a:extLst>
          </p:cNvPr>
          <p:cNvSpPr>
            <a:spLocks noGrp="1"/>
          </p:cNvSpPr>
          <p:nvPr/>
        </p:nvSpPr>
        <p:spPr>
          <a:xfrm>
            <a:off x="4133850" y="3143250"/>
            <a:ext cx="733425" cy="953"/>
          </a:xfrm>
          <a:custGeom>
            <a:pathLst>
              <a:path w="733425" h="953">
                <a:moveTo>
                  <a:pt x="0" y="0"/>
                </a:moveTo>
                <a:lnTo>
                  <a:pt x="733425" y="0"/>
                </a:lnTo>
              </a:path>
            </a:pathLst>
          </a:custGeom>
          <a:noFill/>
          <a:ln w="17145">
            <a:solidFill>
              <a:srgbClr val="4676CB"/>
            </a:solidFill>
            <a:prstDash val="solid"/>
          </a:ln>
        </p:spPr>
      </p:sp>
      <p:sp>
        <p:nvSpPr>
          <p:cNvPr id="1144" name="v10 arrow:d2Astart">
            <a:extLst>
              <a:ext uri="{FF2B5EF4-FFF2-40B4-BE49-F238E27FC236}">
                <ns2:creationId id="{7F70C96E-8F34-4FA8-8930-1E206C2DC38C}"/>
              </a:ext>
            </a:extLst>
          </p:cNvPr>
          <p:cNvSpPr>
            <a:spLocks noGrp="1"/>
          </p:cNvSpPr>
          <p:nvPr/>
        </p:nvSpPr>
        <p:spPr>
          <a:xfrm>
            <a:off x="4781550" y="31051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45" name="v10 label step&#10;경계 후">
            <a:extLst>
              <a:ext uri="{FF2B5EF4-FFF2-40B4-BE49-F238E27FC236}">
                <ns2:creationId id="{1A18307D-4475-455E-ABC6-AE870C6C80C7}"/>
              </a:ext>
            </a:extLst>
          </p:cNvPr>
          <p:cNvSpPr>
            <a:spLocks noGrp="1"/>
          </p:cNvSpPr>
          <p:nvPr/>
        </p:nvSpPr>
        <p:spPr>
          <a:xfrm>
            <a:off x="4267200" y="2686050"/>
            <a:ext cx="438150" cy="40005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step</a:t>
            </a:r>
            <a:endParaRPr lang="ko-KR">
              <a:latin typeface="Calibri"/>
              <a:ea typeface="Calibri"/>
              <a:cs typeface="Calibri"/>
            </a:endParaRPr>
          </a:p>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경계 후</a:t>
            </a:r>
            <a:endParaRPr lang="ko-KR">
              <a:latin typeface="Calibri"/>
              <a:ea typeface="Calibri"/>
              <a:cs typeface="Calibri"/>
            </a:endParaRPr>
          </a:p>
        </p:txBody>
      </p:sp>
      <p:sp>
        <p:nvSpPr>
          <p:cNvPr id="1146" name="v10 edge:d2Aproposal">
            <a:extLst>
              <a:ext uri="{FF2B5EF4-FFF2-40B4-BE49-F238E27FC236}">
                <ns2:creationId id="{77B09A79-E8AE-4DF9-9493-6AC4A4D6FD9D}"/>
              </a:ext>
            </a:extLst>
          </p:cNvPr>
          <p:cNvSpPr>
            <a:spLocks noGrp="1"/>
          </p:cNvSpPr>
          <p:nvPr/>
        </p:nvSpPr>
        <p:spPr>
          <a:xfrm>
            <a:off x="4133850" y="3390900"/>
            <a:ext cx="733425" cy="1266825"/>
          </a:xfrm>
          <a:custGeom>
            <a:pathLst>
              <a:path w="733425" h="1266825">
                <a:moveTo>
                  <a:pt x="733425" y="0"/>
                </a:moveTo>
                <a:lnTo>
                  <a:pt x="314325" y="0"/>
                </a:lnTo>
                <a:lnTo>
                  <a:pt x="314325" y="1266825"/>
                </a:lnTo>
                <a:lnTo>
                  <a:pt x="0" y="1266825"/>
                </a:lnTo>
              </a:path>
            </a:pathLst>
          </a:custGeom>
          <a:noFill/>
          <a:ln w="17145">
            <a:solidFill>
              <a:srgbClr val="111111"/>
            </a:solidFill>
            <a:prstDash val="dash"/>
          </a:ln>
        </p:spPr>
      </p:sp>
      <p:sp>
        <p:nvSpPr>
          <p:cNvPr id="1147" name="v10 arrow:d2Aproposal">
            <a:extLst>
              <a:ext uri="{FF2B5EF4-FFF2-40B4-BE49-F238E27FC236}">
                <ns2:creationId id="{A879AA1B-9647-4B1A-B849-BA0CC3414AA0}"/>
              </a:ext>
            </a:extLst>
          </p:cNvPr>
          <p:cNvSpPr>
            <a:spLocks noGrp="1"/>
          </p:cNvSpPr>
          <p:nvPr/>
        </p:nvSpPr>
        <p:spPr>
          <a:xfrm>
            <a:off x="4133850" y="46196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48" name="v10 label 의미 제안">
            <a:extLst>
              <a:ext uri="{FF2B5EF4-FFF2-40B4-BE49-F238E27FC236}">
                <ns2:creationId id="{DEE21BFB-9CAE-4918-879F-E2DEC0C96D47}"/>
              </a:ext>
            </a:extLst>
          </p:cNvPr>
          <p:cNvSpPr>
            <a:spLocks noGrp="1"/>
          </p:cNvSpPr>
          <p:nvPr/>
        </p:nvSpPr>
        <p:spPr>
          <a:xfrm>
            <a:off x="4257675" y="3762375"/>
            <a:ext cx="876300" cy="20955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의미 제안</a:t>
            </a:r>
            <a:endParaRPr lang="ko-KR">
              <a:latin typeface="Calibri"/>
              <a:ea typeface="Calibri"/>
              <a:cs typeface="Calibri"/>
            </a:endParaRPr>
          </a:p>
        </p:txBody>
      </p:sp>
      <p:sp>
        <p:nvSpPr>
          <p:cNvPr id="1149" name="v10 edge:d2Aresume">
            <a:extLst>
              <a:ext uri="{FF2B5EF4-FFF2-40B4-BE49-F238E27FC236}">
                <ns2:creationId id="{946C2197-9F55-4CFC-AD31-FE2254120381}"/>
              </a:ext>
            </a:extLst>
          </p:cNvPr>
          <p:cNvSpPr>
            <a:spLocks noGrp="1"/>
          </p:cNvSpPr>
          <p:nvPr/>
        </p:nvSpPr>
        <p:spPr>
          <a:xfrm>
            <a:off x="4133850" y="3505200"/>
            <a:ext cx="733425" cy="1323975"/>
          </a:xfrm>
          <a:custGeom>
            <a:pathLst>
              <a:path w="733425" h="1323975">
                <a:moveTo>
                  <a:pt x="0" y="1323975"/>
                </a:moveTo>
                <a:lnTo>
                  <a:pt x="447675" y="1323975"/>
                </a:lnTo>
                <a:lnTo>
                  <a:pt x="447675" y="0"/>
                </a:lnTo>
                <a:lnTo>
                  <a:pt x="733425" y="0"/>
                </a:lnTo>
              </a:path>
            </a:pathLst>
          </a:custGeom>
          <a:noFill/>
          <a:ln w="17145">
            <a:solidFill>
              <a:srgbClr val="111111"/>
            </a:solidFill>
            <a:prstDash val="solid"/>
          </a:ln>
        </p:spPr>
      </p:sp>
      <p:sp>
        <p:nvSpPr>
          <p:cNvPr id="1150" name="v10 arrow:d2Aresume">
            <a:extLst>
              <a:ext uri="{FF2B5EF4-FFF2-40B4-BE49-F238E27FC236}">
                <ns2:creationId id="{BE17BA90-1F22-4508-99AB-5D0CC367D0DB}"/>
              </a:ext>
            </a:extLst>
          </p:cNvPr>
          <p:cNvSpPr>
            <a:spLocks noGrp="1"/>
          </p:cNvSpPr>
          <p:nvPr/>
        </p:nvSpPr>
        <p:spPr>
          <a:xfrm>
            <a:off x="4781550" y="34671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51" name="v10 label 재판단 요청">
            <a:extLst>
              <a:ext uri="{FF2B5EF4-FFF2-40B4-BE49-F238E27FC236}">
                <ns2:creationId id="{9566CB6F-FCA3-46EB-9620-05852C71BCF9}"/>
              </a:ext>
            </a:extLst>
          </p:cNvPr>
          <p:cNvSpPr>
            <a:spLocks noGrp="1"/>
          </p:cNvSpPr>
          <p:nvPr/>
        </p:nvSpPr>
        <p:spPr>
          <a:xfrm>
            <a:off x="2628900" y="5000625"/>
            <a:ext cx="1428750" cy="2000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재판단 요청</a:t>
            </a:r>
            <a:endParaRPr lang="ko-KR">
              <a:latin typeface="Calibri"/>
              <a:ea typeface="Calibri"/>
              <a:cs typeface="Calibri"/>
            </a:endParaRPr>
          </a:p>
        </p:txBody>
      </p:sp>
      <p:sp>
        <p:nvSpPr>
          <p:cNvPr id="1152" name="v10 edge:d2Acontext-read">
            <a:extLst>
              <a:ext uri="{FF2B5EF4-FFF2-40B4-BE49-F238E27FC236}">
                <ns2:creationId id="{CA2E1EB0-80BF-45EC-B74B-8394162919BE}"/>
              </a:ext>
            </a:extLst>
          </p:cNvPr>
          <p:cNvSpPr>
            <a:spLocks noGrp="1"/>
          </p:cNvSpPr>
          <p:nvPr/>
        </p:nvSpPr>
        <p:spPr>
          <a:xfrm>
            <a:off x="7153275" y="3219450"/>
            <a:ext cx="333375" cy="953"/>
          </a:xfrm>
          <a:custGeom>
            <a:pathLst>
              <a:path w="333375" h="953">
                <a:moveTo>
                  <a:pt x="333375" y="0"/>
                </a:moveTo>
                <a:lnTo>
                  <a:pt x="0" y="0"/>
                </a:lnTo>
              </a:path>
            </a:pathLst>
          </a:custGeom>
          <a:noFill/>
          <a:ln w="17145">
            <a:solidFill>
              <a:srgbClr val="4676CB"/>
            </a:solidFill>
            <a:prstDash val="dash"/>
          </a:ln>
        </p:spPr>
      </p:sp>
      <p:sp>
        <p:nvSpPr>
          <p:cNvPr id="1153" name="v10 arrow:d2Acontext-read">
            <a:extLst>
              <a:ext uri="{FF2B5EF4-FFF2-40B4-BE49-F238E27FC236}">
                <ns2:creationId id="{C028B642-0408-4A21-A2B7-E3C782BA03CB}"/>
              </a:ext>
            </a:extLst>
          </p:cNvPr>
          <p:cNvSpPr>
            <a:spLocks noGrp="1"/>
          </p:cNvSpPr>
          <p:nvPr/>
        </p:nvSpPr>
        <p:spPr>
          <a:xfrm>
            <a:off x="7153275" y="318135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1154" name="v10 edge:d2Acontext-save">
            <a:extLst>
              <a:ext uri="{FF2B5EF4-FFF2-40B4-BE49-F238E27FC236}">
                <ns2:creationId id="{4E095893-C65D-4E51-A0E2-53E18ACA6C2B}"/>
              </a:ext>
            </a:extLst>
          </p:cNvPr>
          <p:cNvSpPr>
            <a:spLocks noGrp="1"/>
          </p:cNvSpPr>
          <p:nvPr/>
        </p:nvSpPr>
        <p:spPr>
          <a:xfrm>
            <a:off x="7153275" y="3419475"/>
            <a:ext cx="333375" cy="953"/>
          </a:xfrm>
          <a:custGeom>
            <a:pathLst>
              <a:path w="333375" h="953">
                <a:moveTo>
                  <a:pt x="0" y="0"/>
                </a:moveTo>
                <a:lnTo>
                  <a:pt x="333375" y="0"/>
                </a:lnTo>
              </a:path>
            </a:pathLst>
          </a:custGeom>
          <a:noFill/>
          <a:ln w="17145">
            <a:solidFill>
              <a:srgbClr val="4676CB"/>
            </a:solidFill>
            <a:prstDash val="solid"/>
          </a:ln>
        </p:spPr>
      </p:sp>
      <p:sp>
        <p:nvSpPr>
          <p:cNvPr id="1155" name="v10 arrow:d2Acontext-save">
            <a:extLst>
              <a:ext uri="{FF2B5EF4-FFF2-40B4-BE49-F238E27FC236}">
                <ns2:creationId id="{BA0D6D41-DA19-4833-9C97-C292676C672A}"/>
              </a:ext>
            </a:extLst>
          </p:cNvPr>
          <p:cNvSpPr>
            <a:spLocks noGrp="1"/>
          </p:cNvSpPr>
          <p:nvPr/>
        </p:nvSpPr>
        <p:spPr>
          <a:xfrm>
            <a:off x="7400925" y="338137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56" name="v10 edge:d2Ainfer">
            <a:extLst>
              <a:ext uri="{FF2B5EF4-FFF2-40B4-BE49-F238E27FC236}">
                <ns2:creationId id="{92B0A9C9-1E82-4626-9F9E-3F6636D91594}"/>
              </a:ext>
            </a:extLst>
          </p:cNvPr>
          <p:cNvSpPr>
            <a:spLocks noGrp="1"/>
          </p:cNvSpPr>
          <p:nvPr/>
        </p:nvSpPr>
        <p:spPr>
          <a:xfrm>
            <a:off x="4819650" y="3543300"/>
            <a:ext cx="1190625" cy="2324100"/>
          </a:xfrm>
          <a:custGeom>
            <a:pathLst>
              <a:path w="1190625" h="2324100">
                <a:moveTo>
                  <a:pt x="1190625" y="0"/>
                </a:moveTo>
                <a:lnTo>
                  <a:pt x="1190625" y="847725"/>
                </a:lnTo>
                <a:lnTo>
                  <a:pt x="0" y="847725"/>
                </a:lnTo>
                <a:lnTo>
                  <a:pt x="0" y="2324100"/>
                </a:lnTo>
                <a:lnTo>
                  <a:pt x="47625" y="2324100"/>
                </a:lnTo>
              </a:path>
            </a:pathLst>
          </a:custGeom>
          <a:noFill/>
          <a:ln w="17145">
            <a:solidFill>
              <a:srgbClr val="4676CB"/>
            </a:solidFill>
            <a:prstDash val="solid"/>
          </a:ln>
        </p:spPr>
      </p:sp>
      <p:sp>
        <p:nvSpPr>
          <p:cNvPr id="1157" name="v10 arrow:d2Ainfer">
            <a:extLst>
              <a:ext uri="{FF2B5EF4-FFF2-40B4-BE49-F238E27FC236}">
                <ns2:creationId id="{0C1D3406-2BCC-4F9A-A2AD-DFDA51B65E88}"/>
              </a:ext>
            </a:extLst>
          </p:cNvPr>
          <p:cNvSpPr>
            <a:spLocks noGrp="1"/>
          </p:cNvSpPr>
          <p:nvPr/>
        </p:nvSpPr>
        <p:spPr>
          <a:xfrm>
            <a:off x="4781550" y="58293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58" name="v10 label 모델 판단">
            <a:extLst>
              <a:ext uri="{FF2B5EF4-FFF2-40B4-BE49-F238E27FC236}">
                <ns2:creationId id="{3FA39F1F-4153-4DA6-B776-E42D70DDA3A9}"/>
              </a:ext>
            </a:extLst>
          </p:cNvPr>
          <p:cNvSpPr>
            <a:spLocks noGrp="1"/>
          </p:cNvSpPr>
          <p:nvPr/>
        </p:nvSpPr>
        <p:spPr>
          <a:xfrm>
            <a:off x="4981575" y="4143375"/>
            <a:ext cx="1057275" cy="21907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모델 판단</a:t>
            </a:r>
            <a:endParaRPr lang="ko-KR">
              <a:latin typeface="Calibri"/>
              <a:ea typeface="Calibri"/>
              <a:cs typeface="Calibri"/>
            </a:endParaRPr>
          </a:p>
        </p:txBody>
      </p:sp>
      <p:sp>
        <p:nvSpPr>
          <p:cNvPr id="1159" name="v10 edge:d2Ainfer-result">
            <a:extLst>
              <a:ext uri="{FF2B5EF4-FFF2-40B4-BE49-F238E27FC236}">
                <ns2:creationId id="{45E8C322-6431-48C1-9684-F83F257A9814}"/>
              </a:ext>
            </a:extLst>
          </p:cNvPr>
          <p:cNvSpPr>
            <a:spLocks noGrp="1"/>
          </p:cNvSpPr>
          <p:nvPr/>
        </p:nvSpPr>
        <p:spPr>
          <a:xfrm>
            <a:off x="7029450" y="3543300"/>
            <a:ext cx="2838450" cy="2400300"/>
          </a:xfrm>
          <a:custGeom>
            <a:pathLst>
              <a:path w="2838450" h="2400300">
                <a:moveTo>
                  <a:pt x="600075" y="2400300"/>
                </a:moveTo>
                <a:lnTo>
                  <a:pt x="933450" y="2400300"/>
                </a:lnTo>
                <a:lnTo>
                  <a:pt x="933450" y="1733550"/>
                </a:lnTo>
                <a:lnTo>
                  <a:pt x="2838450" y="1733550"/>
                </a:lnTo>
                <a:lnTo>
                  <a:pt x="2838450" y="647700"/>
                </a:lnTo>
                <a:lnTo>
                  <a:pt x="295275" y="647700"/>
                </a:lnTo>
                <a:lnTo>
                  <a:pt x="295275" y="95250"/>
                </a:lnTo>
                <a:lnTo>
                  <a:pt x="0" y="95250"/>
                </a:lnTo>
                <a:lnTo>
                  <a:pt x="0" y="0"/>
                </a:lnTo>
              </a:path>
            </a:pathLst>
          </a:custGeom>
          <a:noFill/>
          <a:ln w="17145">
            <a:solidFill>
              <a:srgbClr val="4676CB"/>
            </a:solidFill>
            <a:prstDash val="dash"/>
          </a:ln>
        </p:spPr>
      </p:sp>
      <p:sp>
        <p:nvSpPr>
          <p:cNvPr id="1160" name="v10 arrow:d2Ainfer-result">
            <a:extLst>
              <a:ext uri="{FF2B5EF4-FFF2-40B4-BE49-F238E27FC236}">
                <ns2:creationId id="{748A6510-176B-4693-9A4B-417D58203FD7}"/>
              </a:ext>
            </a:extLst>
          </p:cNvPr>
          <p:cNvSpPr>
            <a:spLocks noGrp="1"/>
          </p:cNvSpPr>
          <p:nvPr/>
        </p:nvSpPr>
        <p:spPr>
          <a:xfrm>
            <a:off x="6991350" y="3543300"/>
            <a:ext cx="76200" cy="85725"/>
          </a:xfrm>
          <a:custGeom>
            <a:pathLst>
              <a:path w="76200" h="85725">
                <a:moveTo>
                  <a:pt x="38100" y="0"/>
                </a:moveTo>
                <a:lnTo>
                  <a:pt x="0" y="85725"/>
                </a:lnTo>
                <a:lnTo>
                  <a:pt x="76200" y="85725"/>
                </a:lnTo>
                <a:close/>
              </a:path>
            </a:pathLst>
          </a:custGeom>
          <a:solidFill>
            <a:srgbClr val="4676CB"/>
          </a:solidFill>
          <a:ln w="3810">
            <a:solidFill>
              <a:srgbClr val="4676CB"/>
            </a:solidFill>
          </a:ln>
        </p:spPr>
      </p:sp>
      <p:sp>
        <p:nvSpPr>
          <p:cNvPr id="1161" name="v10 label 판단 결과">
            <a:extLst>
              <a:ext uri="{FF2B5EF4-FFF2-40B4-BE49-F238E27FC236}">
                <ns2:creationId id="{18C998CE-01D2-4E6A-829D-93FC36EDD620}"/>
              </a:ext>
            </a:extLst>
          </p:cNvPr>
          <p:cNvSpPr>
            <a:spLocks noGrp="1"/>
          </p:cNvSpPr>
          <p:nvPr/>
        </p:nvSpPr>
        <p:spPr>
          <a:xfrm>
            <a:off x="8172450" y="5048250"/>
            <a:ext cx="13811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판단 결과</a:t>
            </a:r>
            <a:endParaRPr lang="ko-KR">
              <a:latin typeface="Calibri"/>
              <a:ea typeface="Calibri"/>
              <a:cs typeface="Calibri"/>
            </a:endParaRPr>
          </a:p>
        </p:txBody>
      </p:sp>
      <p:sp>
        <p:nvSpPr>
          <p:cNvPr id="1162" name="v10 label 남은 목표와 새 입력을 같은 실행에서 계속&#10;앞선 요청 전체 완료까지 기다리는 구조는 아님">
            <a:extLst>
              <a:ext uri="{FF2B5EF4-FFF2-40B4-BE49-F238E27FC236}">
                <ns2:creationId id="{EF7E9A12-83E2-44ED-A4C7-3107D6AD03AB}"/>
              </a:ext>
            </a:extLst>
          </p:cNvPr>
          <p:cNvSpPr>
            <a:spLocks noGrp="1"/>
          </p:cNvSpPr>
          <p:nvPr/>
        </p:nvSpPr>
        <p:spPr>
          <a:xfrm>
            <a:off x="5057775" y="4562475"/>
            <a:ext cx="4524375" cy="457200"/>
          </a:xfrm>
          <a:prstGeom prst="rect">
            <a:avLst/>
          </a:prstGeom>
          <a:no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앞선 요청 전체 완료까지 기다리는 구조는 아님</a:t>
            </a:r>
            <a:endParaRPr lang="ko-KR">
              <a:latin typeface="Calibri"/>
              <a:ea typeface="Calibri"/>
              <a:cs typeface="Calibri"/>
            </a:endParaRPr>
          </a:p>
        </p:txBody>
      </p:sp>
      <p:sp>
        <p:nvSpPr>
          <p:cNvPr id="1163" name="v10 label 공통 대화 해석 + 요청별 논리 실행 / 개별 반환">
            <a:extLst>
              <a:ext uri="{FF2B5EF4-FFF2-40B4-BE49-F238E27FC236}">
                <ns2:creationId id="{9F48B88E-2E22-4A1A-8928-CEF72481CE44}"/>
              </a:ext>
            </a:extLst>
          </p:cNvPr>
          <p:cNvSpPr>
            <a:spLocks noGrp="1"/>
          </p:cNvSpPr>
          <p:nvPr/>
        </p:nvSpPr>
        <p:spPr>
          <a:xfrm>
            <a:off x="10058400" y="2190750"/>
            <a:ext cx="7905750" cy="257175"/>
          </a:xfrm>
          <a:prstGeom prst="rect">
            <a:avLst/>
          </a:prstGeom>
          <a:noFill/>
          <a:ln w="0">
            <a:noFill/>
          </a:ln>
        </p:spPr>
        <p:txBody>
          <a:bodyPr wrap="none" lIns="47625" tIns="19050" rIns="47625" bIns="19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공통 대화 해석 + 요청별 논리 실행 / 개별 반환</a:t>
            </a:r>
            <a:endParaRPr lang="ko-KR">
              <a:latin typeface="Calibri"/>
              <a:ea typeface="Calibri"/>
              <a:cs typeface="Calibri"/>
            </a:endParaRPr>
          </a:p>
        </p:txBody>
      </p:sp>
      <p:sp>
        <p:nvSpPr>
          <p:cNvPr id="1164" name="v10 node:d2Brc">
            <a:extLst>
              <a:ext uri="{FF2B5EF4-FFF2-40B4-BE49-F238E27FC236}">
                <ns2:creationId id="{9AD9C74C-6B14-4622-86E2-27D3313FD147}"/>
              </a:ext>
            </a:extLst>
          </p:cNvPr>
          <p:cNvSpPr>
            <a:spLocks noGrp="1"/>
          </p:cNvSpPr>
          <p:nvPr/>
        </p:nvSpPr>
        <p:spPr>
          <a:xfrm>
            <a:off x="10058400" y="2571750"/>
            <a:ext cx="2286000" cy="2657475"/>
          </a:xfrm>
          <a:prstGeom prst="rect">
            <a:avLst/>
          </a:prstGeom>
          <a:solidFill>
            <a:srgbClr val="FFF6DD"/>
          </a:solidFill>
          <a:ln w="16193">
            <a:solidFill>
              <a:srgbClr val="111111"/>
            </a:solidFill>
          </a:ln>
        </p:spPr>
        <p:txBody>
          <a:bodyPr wrap="none" lIns="47625" tIns="19050" rIns="47625" bIns="231457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165" name="v10 divider d2Brc">
            <a:extLst>
              <a:ext uri="{FF2B5EF4-FFF2-40B4-BE49-F238E27FC236}">
                <ns2:creationId id="{53AFB6F1-C98E-4A0E-BA90-106F351400D8}"/>
              </a:ext>
            </a:extLst>
          </p:cNvPr>
          <p:cNvSpPr>
            <a:spLocks noGrp="1"/>
          </p:cNvSpPr>
          <p:nvPr/>
        </p:nvSpPr>
        <p:spPr>
          <a:xfrm>
            <a:off x="10058400" y="2933700"/>
            <a:ext cx="2286000" cy="953"/>
          </a:xfrm>
          <a:custGeom>
            <a:pathLst>
              <a:path w="2286000" h="953">
                <a:moveTo>
                  <a:pt x="0" y="0"/>
                </a:moveTo>
                <a:lnTo>
                  <a:pt x="2286000" y="0"/>
                </a:lnTo>
              </a:path>
            </a:pathLst>
          </a:custGeom>
          <a:noFill/>
          <a:ln w="9525">
            <a:solidFill>
              <a:srgbClr val="111111"/>
            </a:solidFill>
            <a:prstDash val="solid"/>
          </a:ln>
        </p:spPr>
      </p:sp>
      <p:sp>
        <p:nvSpPr>
          <p:cNvPr id="1166" name="v10 node:d2Binput">
            <a:extLst>
              <a:ext uri="{FF2B5EF4-FFF2-40B4-BE49-F238E27FC236}">
                <ns2:creationId id="{4545CF17-73BD-49CB-9400-E7D812467BD3}"/>
              </a:ext>
            </a:extLst>
          </p:cNvPr>
          <p:cNvSpPr>
            <a:spLocks noGrp="1"/>
          </p:cNvSpPr>
          <p:nvPr/>
        </p:nvSpPr>
        <p:spPr>
          <a:xfrm>
            <a:off x="10172700" y="3000375"/>
            <a:ext cx="2057400" cy="323850"/>
          </a:xfrm>
          <a:prstGeom prst="roundRect">
            <a:avLst>
              <a:gd name="adj" fmla="val 23529"/>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입력 및 실행 요청기</a:t>
            </a:r>
            <a:endParaRPr lang="ko-KR">
              <a:latin typeface="Calibri"/>
              <a:ea typeface="Calibri"/>
              <a:cs typeface="Calibri"/>
            </a:endParaRPr>
          </a:p>
        </p:txBody>
      </p:sp>
      <p:sp>
        <p:nvSpPr>
          <p:cNvPr id="1167" name="v10 node:d2Bcontrol-state">
            <a:extLst>
              <a:ext uri="{FF2B5EF4-FFF2-40B4-BE49-F238E27FC236}">
                <ns2:creationId id="{E976F12B-2EB5-4916-9B0F-53E06CA520FF}"/>
              </a:ext>
            </a:extLst>
          </p:cNvPr>
          <p:cNvSpPr>
            <a:spLocks noGrp="1"/>
          </p:cNvSpPr>
          <p:nvPr/>
        </p:nvSpPr>
        <p:spPr>
          <a:xfrm>
            <a:off x="10172700" y="3552825"/>
            <a:ext cx="2057400" cy="7143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입력과 실행 ID 대응</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목표 / 판본 / 변경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a:t>
            </a:r>
            <a:endParaRPr lang="ko-KR">
              <a:latin typeface="Calibri"/>
              <a:ea typeface="Calibri"/>
              <a:cs typeface="Calibri"/>
            </a:endParaRPr>
          </a:p>
        </p:txBody>
      </p:sp>
      <p:sp>
        <p:nvSpPr>
          <p:cNvPr id="1168" name="v10 node:d2Badopt">
            <a:extLst>
              <a:ext uri="{FF2B5EF4-FFF2-40B4-BE49-F238E27FC236}">
                <ns2:creationId id="{B0E01890-63D7-4A0E-A74A-F4D671D6BFC8}"/>
              </a:ext>
            </a:extLst>
          </p:cNvPr>
          <p:cNvSpPr>
            <a:spLocks noGrp="1"/>
          </p:cNvSpPr>
          <p:nvPr/>
        </p:nvSpPr>
        <p:spPr>
          <a:xfrm>
            <a:off x="10172700" y="4514850"/>
            <a:ext cx="2057400" cy="438150"/>
          </a:xfrm>
          <a:prstGeom prst="roundRect">
            <a:avLst>
              <a:gd name="adj" fmla="val 17391"/>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반환 검증 및 채택기</a:t>
            </a:r>
            <a:endParaRPr lang="ko-KR">
              <a:latin typeface="Calibri"/>
              <a:ea typeface="Calibri"/>
              <a:cs typeface="Calibri"/>
            </a:endParaRPr>
          </a:p>
        </p:txBody>
      </p:sp>
      <p:sp>
        <p:nvSpPr>
          <p:cNvPr id="1169" name="v10 edge:d2Binput-save">
            <a:extLst>
              <a:ext uri="{FF2B5EF4-FFF2-40B4-BE49-F238E27FC236}">
                <ns2:creationId id="{4A4F30E5-0444-4B90-BF9B-B9F0B005F60F}"/>
              </a:ext>
            </a:extLst>
          </p:cNvPr>
          <p:cNvSpPr>
            <a:spLocks noGrp="1"/>
          </p:cNvSpPr>
          <p:nvPr/>
        </p:nvSpPr>
        <p:spPr>
          <a:xfrm>
            <a:off x="11153775" y="3324225"/>
            <a:ext cx="953" cy="228600"/>
          </a:xfrm>
          <a:custGeom>
            <a:pathLst>
              <a:path w="953" h="228600">
                <a:moveTo>
                  <a:pt x="0" y="0"/>
                </a:moveTo>
                <a:lnTo>
                  <a:pt x="0" y="228600"/>
                </a:lnTo>
              </a:path>
            </a:pathLst>
          </a:custGeom>
          <a:noFill/>
          <a:ln w="17145">
            <a:solidFill>
              <a:srgbClr val="111111"/>
            </a:solidFill>
            <a:prstDash val="solid"/>
          </a:ln>
        </p:spPr>
      </p:sp>
      <p:sp>
        <p:nvSpPr>
          <p:cNvPr id="1170" name="v10 arrow:d2Binput-save">
            <a:extLst>
              <a:ext uri="{FF2B5EF4-FFF2-40B4-BE49-F238E27FC236}">
                <ns2:creationId id="{5B0D0EDA-2C26-4491-9B36-F50C581A3BB1}"/>
              </a:ext>
            </a:extLst>
          </p:cNvPr>
          <p:cNvSpPr>
            <a:spLocks noGrp="1"/>
          </p:cNvSpPr>
          <p:nvPr/>
        </p:nvSpPr>
        <p:spPr>
          <a:xfrm>
            <a:off x="11115675" y="346710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71" name="v10 edge:d2Bstate-check">
            <a:extLst>
              <a:ext uri="{FF2B5EF4-FFF2-40B4-BE49-F238E27FC236}">
                <ns2:creationId id="{CE61E69A-9A97-477B-9623-16245436772A}"/>
              </a:ext>
            </a:extLst>
          </p:cNvPr>
          <p:cNvSpPr>
            <a:spLocks noGrp="1"/>
          </p:cNvSpPr>
          <p:nvPr/>
        </p:nvSpPr>
        <p:spPr>
          <a:xfrm>
            <a:off x="11153775" y="4267200"/>
            <a:ext cx="953" cy="247650"/>
          </a:xfrm>
          <a:custGeom>
            <a:pathLst>
              <a:path w="953" h="247650">
                <a:moveTo>
                  <a:pt x="0" y="0"/>
                </a:moveTo>
                <a:lnTo>
                  <a:pt x="0" y="247650"/>
                </a:lnTo>
              </a:path>
            </a:pathLst>
          </a:custGeom>
          <a:noFill/>
          <a:ln w="17145">
            <a:solidFill>
              <a:srgbClr val="111111"/>
            </a:solidFill>
            <a:prstDash val="dash"/>
          </a:ln>
        </p:spPr>
      </p:sp>
      <p:sp>
        <p:nvSpPr>
          <p:cNvPr id="1172" name="v10 arrow:d2Bstate-check">
            <a:extLst>
              <a:ext uri="{FF2B5EF4-FFF2-40B4-BE49-F238E27FC236}">
                <ns2:creationId id="{A6477B18-2691-4E80-B939-7C0A49AA75F1}"/>
              </a:ext>
            </a:extLst>
          </p:cNvPr>
          <p:cNvSpPr>
            <a:spLocks noGrp="1"/>
          </p:cNvSpPr>
          <p:nvPr/>
        </p:nvSpPr>
        <p:spPr>
          <a:xfrm>
            <a:off x="11115675" y="44291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73" name="v10 label 판본 확인">
            <a:extLst>
              <a:ext uri="{FF2B5EF4-FFF2-40B4-BE49-F238E27FC236}">
                <ns2:creationId id="{ADCDEA37-AB53-418C-BC47-1B469ACB84D2}"/>
              </a:ext>
            </a:extLst>
          </p:cNvPr>
          <p:cNvSpPr>
            <a:spLocks noGrp="1"/>
          </p:cNvSpPr>
          <p:nvPr/>
        </p:nvSpPr>
        <p:spPr>
          <a:xfrm>
            <a:off x="11277600" y="4276725"/>
            <a:ext cx="876300"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판본 확인</a:t>
            </a:r>
            <a:endParaRPr lang="ko-KR">
              <a:latin typeface="Calibri"/>
              <a:ea typeface="Calibri"/>
              <a:cs typeface="Calibri"/>
            </a:endParaRPr>
          </a:p>
        </p:txBody>
      </p:sp>
      <p:sp>
        <p:nvSpPr>
          <p:cNvPr id="1174" name="v10 node:d2Bri">
            <a:extLst>
              <a:ext uri="{FF2B5EF4-FFF2-40B4-BE49-F238E27FC236}">
                <ns2:creationId id="{DB46688B-2C87-4826-852A-1304F812AB4D}"/>
              </a:ext>
            </a:extLst>
          </p:cNvPr>
          <p:cNvSpPr>
            <a:spLocks noGrp="1"/>
          </p:cNvSpPr>
          <p:nvPr/>
        </p:nvSpPr>
        <p:spPr>
          <a:xfrm>
            <a:off x="12820650" y="2571750"/>
            <a:ext cx="5048250" cy="2657475"/>
          </a:xfrm>
          <a:prstGeom prst="rect">
            <a:avLst/>
          </a:prstGeom>
          <a:solidFill>
            <a:srgbClr val="FFF6DD"/>
          </a:solidFill>
          <a:ln w="16193">
            <a:solidFill>
              <a:srgbClr val="111111"/>
            </a:solidFill>
          </a:ln>
        </p:spPr>
        <p:txBody>
          <a:bodyPr wrap="none" lIns="47625" tIns="19050" rIns="47625" bIns="231457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75" name="v10 divider d2Bri">
            <a:extLst>
              <a:ext uri="{FF2B5EF4-FFF2-40B4-BE49-F238E27FC236}">
                <ns2:creationId id="{BDAB2DB5-9179-4C13-8D47-84C3D536E5C8}"/>
              </a:ext>
            </a:extLst>
          </p:cNvPr>
          <p:cNvSpPr>
            <a:spLocks noGrp="1"/>
          </p:cNvSpPr>
          <p:nvPr/>
        </p:nvSpPr>
        <p:spPr>
          <a:xfrm>
            <a:off x="12820650" y="2933700"/>
            <a:ext cx="5048250" cy="953"/>
          </a:xfrm>
          <a:custGeom>
            <a:pathLst>
              <a:path w="5048250" h="953">
                <a:moveTo>
                  <a:pt x="0" y="0"/>
                </a:moveTo>
                <a:lnTo>
                  <a:pt x="5048250" y="0"/>
                </a:lnTo>
              </a:path>
            </a:pathLst>
          </a:custGeom>
          <a:noFill/>
          <a:ln w="9525">
            <a:solidFill>
              <a:srgbClr val="111111"/>
            </a:solidFill>
            <a:prstDash val="solid"/>
          </a:ln>
        </p:spPr>
      </p:sp>
      <p:sp>
        <p:nvSpPr>
          <p:cNvPr id="1176" name="v10 node:d2Bma">
            <a:extLst>
              <a:ext uri="{FF2B5EF4-FFF2-40B4-BE49-F238E27FC236}">
                <ns2:creationId id="{C152E5C5-C946-46B2-BA93-8C6BC49D17CF}"/>
              </a:ext>
            </a:extLst>
          </p:cNvPr>
          <p:cNvSpPr>
            <a:spLocks noGrp="1"/>
          </p:cNvSpPr>
          <p:nvPr/>
        </p:nvSpPr>
        <p:spPr>
          <a:xfrm>
            <a:off x="12820650" y="5314950"/>
            <a:ext cx="3048000" cy="771525"/>
          </a:xfrm>
          <a:prstGeom prst="rect">
            <a:avLst/>
          </a:prstGeom>
          <a:solidFill>
            <a:srgbClr val="FFF6DD"/>
          </a:solidFill>
          <a:ln w="16193">
            <a:solidFill>
              <a:srgbClr val="111111"/>
            </a:solidFill>
          </a:ln>
        </p:spPr>
        <p:txBody>
          <a:bodyPr wrap="none" lIns="47625" tIns="19050" rIns="47625" bIns="42862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a:t>
            </a:r>
            <a:endParaRPr lang="ko-KR">
              <a:latin typeface="Calibri"/>
              <a:ea typeface="Calibri"/>
              <a:cs typeface="Calibri"/>
            </a:endParaRPr>
          </a:p>
        </p:txBody>
      </p:sp>
      <p:sp>
        <p:nvSpPr>
          <p:cNvPr id="1177" name="v10 divider d2Bma">
            <a:extLst>
              <a:ext uri="{FF2B5EF4-FFF2-40B4-BE49-F238E27FC236}">
                <ns2:creationId id="{21EDA8E1-8783-4E9B-A5E2-FF33835B3701}"/>
              </a:ext>
            </a:extLst>
          </p:cNvPr>
          <p:cNvSpPr>
            <a:spLocks noGrp="1"/>
          </p:cNvSpPr>
          <p:nvPr/>
        </p:nvSpPr>
        <p:spPr>
          <a:xfrm>
            <a:off x="12820650" y="5676900"/>
            <a:ext cx="3048000" cy="953"/>
          </a:xfrm>
          <a:custGeom>
            <a:pathLst>
              <a:path w="3048000" h="953">
                <a:moveTo>
                  <a:pt x="0" y="0"/>
                </a:moveTo>
                <a:lnTo>
                  <a:pt x="3048000" y="0"/>
                </a:lnTo>
              </a:path>
            </a:pathLst>
          </a:custGeom>
          <a:noFill/>
          <a:ln w="9525">
            <a:solidFill>
              <a:srgbClr val="111111"/>
            </a:solidFill>
            <a:prstDash val="solid"/>
          </a:ln>
        </p:spPr>
      </p:sp>
      <p:sp>
        <p:nvSpPr>
          <p:cNvPr id="1178" name="v10 node:d2Bcall">
            <a:extLst>
              <a:ext uri="{FF2B5EF4-FFF2-40B4-BE49-F238E27FC236}">
                <ns2:creationId id="{E7950063-97F2-46A6-91C2-1B4C7CAC6ACB}"/>
              </a:ext>
            </a:extLst>
          </p:cNvPr>
          <p:cNvSpPr>
            <a:spLocks noGrp="1"/>
          </p:cNvSpPr>
          <p:nvPr/>
        </p:nvSpPr>
        <p:spPr>
          <a:xfrm>
            <a:off x="12963525" y="5734050"/>
            <a:ext cx="2762250"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모델 호출 및 한도 관리기</a:t>
            </a:r>
            <a:endParaRPr lang="ko-KR">
              <a:latin typeface="Calibri"/>
              <a:ea typeface="Calibri"/>
              <a:cs typeface="Calibri"/>
            </a:endParaRPr>
          </a:p>
        </p:txBody>
      </p:sp>
      <p:sp>
        <p:nvSpPr>
          <p:cNvPr id="1179" name="v10 node:d2Bcloud">
            <a:extLst>
              <a:ext uri="{FF2B5EF4-FFF2-40B4-BE49-F238E27FC236}">
                <ns2:creationId id="{2B6FA52C-E8FD-4992-99BF-5FCDAB6DD59B}"/>
              </a:ext>
            </a:extLst>
          </p:cNvPr>
          <p:cNvSpPr>
            <a:spLocks noGrp="1"/>
          </p:cNvSpPr>
          <p:nvPr/>
        </p:nvSpPr>
        <p:spPr>
          <a:xfrm>
            <a:off x="16725900" y="5600700"/>
            <a:ext cx="1143000" cy="428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200" b="1" lang="ko-KR">
                <a:solidFill>
                  <a:srgbClr val="111111"/>
                </a:solidFill>
                <a:latin typeface="Calibri"/>
                <a:ea typeface="Calibri"/>
                <a:cs typeface="Calibri"/>
              </a:defRPr>
            </a:defPPr>
            <a:lvl1pPr algn="ctr">
              <a:defRPr sz="1200" b="1" lang="ko-KR">
                <a:solidFill>
                  <a:srgbClr val="111111"/>
                </a:solidFill>
                <a:latin typeface="Calibri"/>
                <a:ea typeface="Calibri"/>
                <a:cs typeface="Calibri"/>
              </a:defRPr>
            </a:lvl1pPr>
            <a:lvl2pPr algn="ctr">
              <a:defRPr sz="1200" b="1" lang="ko-KR">
                <a:solidFill>
                  <a:srgbClr val="111111"/>
                </a:solidFill>
                <a:latin typeface="Calibri"/>
                <a:ea typeface="Calibri"/>
                <a:cs typeface="Calibri"/>
              </a:defRPr>
            </a:lvl2pPr>
            <a:lvl3pPr algn="ctr">
              <a:defRPr sz="1200" b="1" lang="ko-KR">
                <a:solidFill>
                  <a:srgbClr val="111111"/>
                </a:solidFill>
                <a:latin typeface="Calibri"/>
                <a:ea typeface="Calibri"/>
                <a:cs typeface="Calibri"/>
              </a:defRPr>
            </a:lvl3pPr>
            <a:lvl4pPr algn="ctr">
              <a:defRPr sz="1200" b="1" lang="ko-KR">
                <a:solidFill>
                  <a:srgbClr val="111111"/>
                </a:solidFill>
                <a:latin typeface="Calibri"/>
                <a:ea typeface="Calibri"/>
                <a:cs typeface="Calibri"/>
              </a:defRPr>
            </a:lvl4pPr>
            <a:lvl5pPr algn="ctr">
              <a:defRPr sz="1200" b="1" lang="ko-KR">
                <a:solidFill>
                  <a:srgbClr val="111111"/>
                </a:solidFill>
                <a:latin typeface="Calibri"/>
                <a:ea typeface="Calibri"/>
                <a:cs typeface="Calibri"/>
              </a:defRPr>
            </a:lvl5pPr>
            <a:lvl6pPr algn="ctr">
              <a:defRPr sz="1200" b="1" lang="ko-KR">
                <a:solidFill>
                  <a:srgbClr val="111111"/>
                </a:solidFill>
                <a:latin typeface="Calibri"/>
                <a:ea typeface="Calibri"/>
                <a:cs typeface="Calibri"/>
              </a:defRPr>
            </a:lvl6pPr>
            <a:lvl7pPr algn="ctr">
              <a:defRPr sz="1200" b="1" lang="ko-KR">
                <a:solidFill>
                  <a:srgbClr val="111111"/>
                </a:solidFill>
                <a:latin typeface="Calibri"/>
                <a:ea typeface="Calibri"/>
                <a:cs typeface="Calibri"/>
              </a:defRPr>
            </a:lvl7pPr>
            <a:lvl8pPr algn="ctr">
              <a:defRPr sz="1200" b="1" lang="ko-KR">
                <a:solidFill>
                  <a:srgbClr val="111111"/>
                </a:solidFill>
                <a:latin typeface="Calibri"/>
                <a:ea typeface="Calibri"/>
                <a:cs typeface="Calibri"/>
              </a:defRPr>
            </a:lvl8pPr>
            <a:lvl9pPr algn="ctr">
              <a:defRPr sz="1200" b="1" lang="ko-KR">
                <a:solidFill>
                  <a:srgbClr val="111111"/>
                </a:solidFill>
                <a:latin typeface="Calibri"/>
                <a:ea typeface="Calibri"/>
                <a:cs typeface="Calibri"/>
              </a:defRPr>
            </a:lvl9pPr>
          </a:lstStyle>
          <a:p>
            <a:pPr algn="ctr">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공통 cloud</a:t>
            </a:r>
            <a:endParaRPr lang="ko-KR">
              <a:latin typeface="Calibri"/>
              <a:ea typeface="Calibri"/>
              <a:cs typeface="Calibri"/>
            </a:endParaRPr>
          </a:p>
          <a:p>
            <a:pPr algn="ctr">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모델</a:t>
            </a:r>
            <a:endParaRPr lang="ko-KR">
              <a:latin typeface="Calibri"/>
              <a:ea typeface="Calibri"/>
              <a:cs typeface="Calibri"/>
            </a:endParaRPr>
          </a:p>
        </p:txBody>
      </p:sp>
      <p:sp>
        <p:nvSpPr>
          <p:cNvPr id="1180" name="v10 edge:d2Bcloud-call">
            <a:extLst>
              <a:ext uri="{FF2B5EF4-FFF2-40B4-BE49-F238E27FC236}">
                <ns2:creationId id="{E0EF6975-8506-4805-9067-74427F0E366C}"/>
              </a:ext>
            </a:extLst>
          </p:cNvPr>
          <p:cNvSpPr>
            <a:spLocks noGrp="1"/>
          </p:cNvSpPr>
          <p:nvPr/>
        </p:nvSpPr>
        <p:spPr>
          <a:xfrm>
            <a:off x="15725775" y="5800725"/>
            <a:ext cx="1000125" cy="953"/>
          </a:xfrm>
          <a:custGeom>
            <a:pathLst>
              <a:path w="1000125" h="953">
                <a:moveTo>
                  <a:pt x="0" y="0"/>
                </a:moveTo>
                <a:lnTo>
                  <a:pt x="1000125" y="0"/>
                </a:lnTo>
              </a:path>
            </a:pathLst>
          </a:custGeom>
          <a:noFill/>
          <a:ln w="17145">
            <a:solidFill>
              <a:srgbClr val="111111"/>
            </a:solidFill>
            <a:prstDash val="solid"/>
          </a:ln>
        </p:spPr>
      </p:sp>
      <p:sp>
        <p:nvSpPr>
          <p:cNvPr id="1181" name="v10 arrow:d2Bcloud-call">
            <a:extLst>
              <a:ext uri="{FF2B5EF4-FFF2-40B4-BE49-F238E27FC236}">
                <ns2:creationId id="{832D00B5-2C3A-43CE-8BEF-BD17FA1F0007}"/>
              </a:ext>
            </a:extLst>
          </p:cNvPr>
          <p:cNvSpPr>
            <a:spLocks noGrp="1"/>
          </p:cNvSpPr>
          <p:nvPr/>
        </p:nvSpPr>
        <p:spPr>
          <a:xfrm>
            <a:off x="16640175" y="57626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82" name="v10 label 호출">
            <a:extLst>
              <a:ext uri="{FF2B5EF4-FFF2-40B4-BE49-F238E27FC236}">
                <ns2:creationId id="{AC7989A5-0595-4245-A683-2676B01F1D89}"/>
              </a:ext>
            </a:extLst>
          </p:cNvPr>
          <p:cNvSpPr>
            <a:spLocks noGrp="1"/>
          </p:cNvSpPr>
          <p:nvPr/>
        </p:nvSpPr>
        <p:spPr>
          <a:xfrm>
            <a:off x="16278225" y="5543550"/>
            <a:ext cx="428625"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호출</a:t>
            </a:r>
            <a:endParaRPr lang="ko-KR">
              <a:latin typeface="Calibri"/>
              <a:ea typeface="Calibri"/>
              <a:cs typeface="Calibri"/>
            </a:endParaRPr>
          </a:p>
        </p:txBody>
      </p:sp>
      <p:sp>
        <p:nvSpPr>
          <p:cNvPr id="1183" name="v10 edge:d2Bcloud-result">
            <a:extLst>
              <a:ext uri="{FF2B5EF4-FFF2-40B4-BE49-F238E27FC236}">
                <ns2:creationId id="{FE296B50-78FE-413F-9A2D-D157C1379EAF}"/>
              </a:ext>
            </a:extLst>
          </p:cNvPr>
          <p:cNvSpPr>
            <a:spLocks noGrp="1"/>
          </p:cNvSpPr>
          <p:nvPr/>
        </p:nvSpPr>
        <p:spPr>
          <a:xfrm>
            <a:off x="15725775" y="5943600"/>
            <a:ext cx="1000125" cy="953"/>
          </a:xfrm>
          <a:custGeom>
            <a:pathLst>
              <a:path w="1000125" h="953">
                <a:moveTo>
                  <a:pt x="1000125" y="0"/>
                </a:moveTo>
                <a:lnTo>
                  <a:pt x="0" y="0"/>
                </a:lnTo>
              </a:path>
            </a:pathLst>
          </a:custGeom>
          <a:noFill/>
          <a:ln w="17145">
            <a:solidFill>
              <a:srgbClr val="111111"/>
            </a:solidFill>
            <a:prstDash val="dash"/>
          </a:ln>
        </p:spPr>
      </p:sp>
      <p:sp>
        <p:nvSpPr>
          <p:cNvPr id="1184" name="v10 arrow:d2Bcloud-result">
            <a:extLst>
              <a:ext uri="{FF2B5EF4-FFF2-40B4-BE49-F238E27FC236}">
                <ns2:creationId id="{E66CD602-C82B-4060-B067-12B93F3FFA4B}"/>
              </a:ext>
            </a:extLst>
          </p:cNvPr>
          <p:cNvSpPr>
            <a:spLocks noGrp="1"/>
          </p:cNvSpPr>
          <p:nvPr/>
        </p:nvSpPr>
        <p:spPr>
          <a:xfrm>
            <a:off x="15725775" y="59055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85" name="v10 label 반환">
            <a:extLst>
              <a:ext uri="{FF2B5EF4-FFF2-40B4-BE49-F238E27FC236}">
                <ns2:creationId id="{E06D15A2-9B0F-48E7-9091-D987ED3BBD1F}"/>
              </a:ext>
            </a:extLst>
          </p:cNvPr>
          <p:cNvSpPr>
            <a:spLocks noGrp="1"/>
          </p:cNvSpPr>
          <p:nvPr/>
        </p:nvSpPr>
        <p:spPr>
          <a:xfrm>
            <a:off x="16278225" y="5943600"/>
            <a:ext cx="428625"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반환</a:t>
            </a:r>
            <a:endParaRPr lang="ko-KR">
              <a:latin typeface="Calibri"/>
              <a:ea typeface="Calibri"/>
              <a:cs typeface="Calibri"/>
            </a:endParaRPr>
          </a:p>
        </p:txBody>
      </p:sp>
      <p:sp>
        <p:nvSpPr>
          <p:cNvPr id="1186" name="v10 node:d2Bconversation">
            <a:extLst>
              <a:ext uri="{FF2B5EF4-FFF2-40B4-BE49-F238E27FC236}">
                <ns2:creationId id="{610B9B85-CB36-4CD8-A820-15FF2793ADE7}"/>
              </a:ext>
            </a:extLst>
          </p:cNvPr>
          <p:cNvSpPr>
            <a:spLocks noGrp="1"/>
          </p:cNvSpPr>
          <p:nvPr/>
        </p:nvSpPr>
        <p:spPr>
          <a:xfrm>
            <a:off x="12963525" y="3000375"/>
            <a:ext cx="228600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공통 대화 해석기</a:t>
            </a:r>
            <a:endParaRPr lang="ko-KR">
              <a:latin typeface="Calibri"/>
              <a:ea typeface="Calibri"/>
              <a:cs typeface="Calibri"/>
            </a:endParaRPr>
          </a:p>
        </p:txBody>
      </p:sp>
      <p:sp>
        <p:nvSpPr>
          <p:cNvPr id="1187" name="v10 node:d2Brecent">
            <a:extLst>
              <a:ext uri="{FF2B5EF4-FFF2-40B4-BE49-F238E27FC236}">
                <ns2:creationId id="{706B6E0E-5CA2-49C5-BD82-74E67BE5070F}"/>
              </a:ext>
            </a:extLst>
          </p:cNvPr>
          <p:cNvSpPr>
            <a:spLocks noGrp="1"/>
          </p:cNvSpPr>
          <p:nvPr/>
        </p:nvSpPr>
        <p:spPr>
          <a:xfrm>
            <a:off x="15582900" y="3000375"/>
            <a:ext cx="2143125" cy="5524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최근 문맥 / 요청 참조</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a:t>
            </a:r>
            <a:endParaRPr lang="ko-KR">
              <a:latin typeface="Calibri"/>
              <a:ea typeface="Calibri"/>
              <a:cs typeface="Calibri"/>
            </a:endParaRPr>
          </a:p>
        </p:txBody>
      </p:sp>
      <p:sp>
        <p:nvSpPr>
          <p:cNvPr id="1188" name="v10 node:d2Br1">
            <a:extLst>
              <a:ext uri="{FF2B5EF4-FFF2-40B4-BE49-F238E27FC236}">
                <ns2:creationId id="{6CFB17F2-25DA-4ED0-9A0F-23CA3618FF0C}"/>
              </a:ext>
            </a:extLst>
          </p:cNvPr>
          <p:cNvSpPr>
            <a:spLocks noGrp="1"/>
          </p:cNvSpPr>
          <p:nvPr/>
        </p:nvSpPr>
        <p:spPr>
          <a:xfrm>
            <a:off x="12963525" y="3905250"/>
            <a:ext cx="2286000" cy="342900"/>
          </a:xfrm>
          <a:prstGeom prst="roundRect">
            <a:avLst>
              <a:gd name="adj" fmla="val 22222"/>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해석 실행기 (R1)</a:t>
            </a:r>
            <a:endParaRPr lang="ko-KR">
              <a:latin typeface="Calibri"/>
              <a:ea typeface="Calibri"/>
              <a:cs typeface="Calibri"/>
            </a:endParaRPr>
          </a:p>
        </p:txBody>
      </p:sp>
      <p:sp>
        <p:nvSpPr>
          <p:cNvPr id="1189" name="v10 node:d2Br2">
            <a:extLst>
              <a:ext uri="{FF2B5EF4-FFF2-40B4-BE49-F238E27FC236}">
                <ns2:creationId id="{8BCB2CA9-B3E3-4FA8-8377-8E2BD1B1C4E5}"/>
              </a:ext>
            </a:extLst>
          </p:cNvPr>
          <p:cNvSpPr>
            <a:spLocks noGrp="1"/>
          </p:cNvSpPr>
          <p:nvPr/>
        </p:nvSpPr>
        <p:spPr>
          <a:xfrm>
            <a:off x="15582900" y="3905250"/>
            <a:ext cx="2143125" cy="342900"/>
          </a:xfrm>
          <a:prstGeom prst="roundRect">
            <a:avLst>
              <a:gd name="adj" fmla="val 22222"/>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해석 실행기 (R2)</a:t>
            </a:r>
            <a:endParaRPr lang="ko-KR">
              <a:latin typeface="Calibri"/>
              <a:ea typeface="Calibri"/>
              <a:cs typeface="Calibri"/>
            </a:endParaRPr>
          </a:p>
        </p:txBody>
      </p:sp>
      <p:sp>
        <p:nvSpPr>
          <p:cNvPr id="1190" name="v10 node:d2Br1-state">
            <a:extLst>
              <a:ext uri="{FF2B5EF4-FFF2-40B4-BE49-F238E27FC236}">
                <ns2:creationId id="{5467B55C-F82A-4B2D-95F8-3C8ED89E29D0}"/>
              </a:ext>
            </a:extLst>
          </p:cNvPr>
          <p:cNvSpPr>
            <a:spLocks noGrp="1"/>
          </p:cNvSpPr>
          <p:nvPr/>
        </p:nvSpPr>
        <p:spPr>
          <a:xfrm>
            <a:off x="12963525" y="4343400"/>
            <a:ext cx="2286000" cy="28575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R1 가변 상태 (RAM)</a:t>
            </a:r>
            <a:endParaRPr lang="ko-KR">
              <a:latin typeface="Calibri"/>
              <a:ea typeface="Calibri"/>
              <a:cs typeface="Calibri"/>
            </a:endParaRPr>
          </a:p>
        </p:txBody>
      </p:sp>
      <p:sp>
        <p:nvSpPr>
          <p:cNvPr id="1191" name="v10 node:d2Br2-state">
            <a:extLst>
              <a:ext uri="{FF2B5EF4-FFF2-40B4-BE49-F238E27FC236}">
                <ns2:creationId id="{877952A0-7ECD-4185-AA94-B6DE747E6F31}"/>
              </a:ext>
            </a:extLst>
          </p:cNvPr>
          <p:cNvSpPr>
            <a:spLocks noGrp="1"/>
          </p:cNvSpPr>
          <p:nvPr/>
        </p:nvSpPr>
        <p:spPr>
          <a:xfrm>
            <a:off x="15582900" y="4343400"/>
            <a:ext cx="2143125" cy="28575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R2 가변 상태 (RAM)</a:t>
            </a:r>
            <a:endParaRPr lang="ko-KR">
              <a:latin typeface="Calibri"/>
              <a:ea typeface="Calibri"/>
              <a:cs typeface="Calibri"/>
            </a:endParaRPr>
          </a:p>
        </p:txBody>
      </p:sp>
      <p:sp>
        <p:nvSpPr>
          <p:cNvPr id="1192" name="v10 node:d2Br1-input">
            <a:extLst>
              <a:ext uri="{FF2B5EF4-FFF2-40B4-BE49-F238E27FC236}">
                <ns2:creationId id="{F2FE9CDA-6A81-4564-B35F-CCED905636D0}"/>
              </a:ext>
            </a:extLst>
          </p:cNvPr>
          <p:cNvSpPr>
            <a:spLocks noGrp="1"/>
          </p:cNvSpPr>
          <p:nvPr/>
        </p:nvSpPr>
        <p:spPr>
          <a:xfrm>
            <a:off x="12963525" y="4772025"/>
            <a:ext cx="2286000" cy="276225"/>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불변 입력 사본 1 (RAM)</a:t>
            </a:r>
            <a:endParaRPr lang="ko-KR">
              <a:latin typeface="Calibri"/>
              <a:ea typeface="Calibri"/>
              <a:cs typeface="Calibri"/>
            </a:endParaRPr>
          </a:p>
        </p:txBody>
      </p:sp>
      <p:sp>
        <p:nvSpPr>
          <p:cNvPr id="1193" name="v10 node:d2Br2-input">
            <a:extLst>
              <a:ext uri="{FF2B5EF4-FFF2-40B4-BE49-F238E27FC236}">
                <ns2:creationId id="{4C7EA1CD-CA6F-43F5-9076-E958C480093D}"/>
              </a:ext>
            </a:extLst>
          </p:cNvPr>
          <p:cNvSpPr>
            <a:spLocks noGrp="1"/>
          </p:cNvSpPr>
          <p:nvPr/>
        </p:nvSpPr>
        <p:spPr>
          <a:xfrm>
            <a:off x="15582900" y="4772025"/>
            <a:ext cx="2143125" cy="276225"/>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불변 입력 사본 2 (RAM)</a:t>
            </a:r>
            <a:endParaRPr lang="ko-KR">
              <a:latin typeface="Calibri"/>
              <a:ea typeface="Calibri"/>
              <a:cs typeface="Calibri"/>
            </a:endParaRPr>
          </a:p>
        </p:txBody>
      </p:sp>
      <p:sp>
        <p:nvSpPr>
          <p:cNvPr id="1194" name="v10 edge:d2Binput-r1">
            <a:extLst>
              <a:ext uri="{FF2B5EF4-FFF2-40B4-BE49-F238E27FC236}">
                <ns2:creationId id="{53A21C3D-EF1C-469D-8C1B-0EACA43B33CE}"/>
              </a:ext>
            </a:extLst>
          </p:cNvPr>
          <p:cNvSpPr>
            <a:spLocks noGrp="1"/>
          </p:cNvSpPr>
          <p:nvPr/>
        </p:nvSpPr>
        <p:spPr>
          <a:xfrm>
            <a:off x="12858750" y="4191000"/>
            <a:ext cx="104775" cy="723900"/>
          </a:xfrm>
          <a:custGeom>
            <a:pathLst>
              <a:path w="104775" h="723900">
                <a:moveTo>
                  <a:pt x="104775" y="723900"/>
                </a:moveTo>
                <a:lnTo>
                  <a:pt x="0" y="723900"/>
                </a:lnTo>
                <a:lnTo>
                  <a:pt x="0" y="0"/>
                </a:lnTo>
                <a:lnTo>
                  <a:pt x="104775" y="0"/>
                </a:lnTo>
              </a:path>
            </a:pathLst>
          </a:custGeom>
          <a:noFill/>
          <a:ln w="17145">
            <a:solidFill>
              <a:srgbClr val="32824A"/>
            </a:solidFill>
            <a:prstDash val="dash"/>
          </a:ln>
        </p:spPr>
      </p:sp>
      <p:sp>
        <p:nvSpPr>
          <p:cNvPr id="1195" name="v10 arrow:d2Binput-r1">
            <a:extLst>
              <a:ext uri="{FF2B5EF4-FFF2-40B4-BE49-F238E27FC236}">
                <ns2:creationId id="{868A768E-7580-4074-97F5-A91918FA3140}"/>
              </a:ext>
            </a:extLst>
          </p:cNvPr>
          <p:cNvSpPr>
            <a:spLocks noGrp="1"/>
          </p:cNvSpPr>
          <p:nvPr/>
        </p:nvSpPr>
        <p:spPr>
          <a:xfrm>
            <a:off x="12877800" y="415290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196" name="v10 edge:d2Binput-r2">
            <a:extLst>
              <a:ext uri="{FF2B5EF4-FFF2-40B4-BE49-F238E27FC236}">
                <ns2:creationId id="{0C858892-C1AB-468E-BD3C-E740AD5670D3}"/>
              </a:ext>
            </a:extLst>
          </p:cNvPr>
          <p:cNvSpPr>
            <a:spLocks noGrp="1"/>
          </p:cNvSpPr>
          <p:nvPr/>
        </p:nvSpPr>
        <p:spPr>
          <a:xfrm>
            <a:off x="17726025" y="4191000"/>
            <a:ext cx="85725" cy="723900"/>
          </a:xfrm>
          <a:custGeom>
            <a:pathLst>
              <a:path w="85725" h="723900">
                <a:moveTo>
                  <a:pt x="0" y="723900"/>
                </a:moveTo>
                <a:lnTo>
                  <a:pt x="85725" y="723900"/>
                </a:lnTo>
                <a:lnTo>
                  <a:pt x="85725" y="0"/>
                </a:lnTo>
                <a:lnTo>
                  <a:pt x="0" y="0"/>
                </a:lnTo>
              </a:path>
            </a:pathLst>
          </a:custGeom>
          <a:noFill/>
          <a:ln w="17145">
            <a:solidFill>
              <a:srgbClr val="32824A"/>
            </a:solidFill>
            <a:prstDash val="dash"/>
          </a:ln>
        </p:spPr>
      </p:sp>
      <p:sp>
        <p:nvSpPr>
          <p:cNvPr id="1197" name="v10 arrow:d2Binput-r2">
            <a:extLst>
              <a:ext uri="{FF2B5EF4-FFF2-40B4-BE49-F238E27FC236}">
                <ns2:creationId id="{5675F39C-6008-45B3-A2B8-31290124858C}"/>
              </a:ext>
            </a:extLst>
          </p:cNvPr>
          <p:cNvSpPr>
            <a:spLocks noGrp="1"/>
          </p:cNvSpPr>
          <p:nvPr/>
        </p:nvSpPr>
        <p:spPr>
          <a:xfrm>
            <a:off x="17726025" y="415290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198" name="v10 edge:d2Bstart">
            <a:extLst>
              <a:ext uri="{FF2B5EF4-FFF2-40B4-BE49-F238E27FC236}">
                <ns2:creationId id="{FB3D6540-D5BE-4D0D-8E88-BE4B0A81C103}"/>
              </a:ext>
            </a:extLst>
          </p:cNvPr>
          <p:cNvSpPr>
            <a:spLocks noGrp="1"/>
          </p:cNvSpPr>
          <p:nvPr/>
        </p:nvSpPr>
        <p:spPr>
          <a:xfrm>
            <a:off x="12230100" y="3143250"/>
            <a:ext cx="733425" cy="953"/>
          </a:xfrm>
          <a:custGeom>
            <a:pathLst>
              <a:path w="733425" h="953">
                <a:moveTo>
                  <a:pt x="0" y="0"/>
                </a:moveTo>
                <a:lnTo>
                  <a:pt x="733425" y="0"/>
                </a:lnTo>
              </a:path>
            </a:pathLst>
          </a:custGeom>
          <a:noFill/>
          <a:ln w="17145">
            <a:solidFill>
              <a:srgbClr val="111111"/>
            </a:solidFill>
            <a:prstDash val="solid"/>
          </a:ln>
        </p:spPr>
      </p:sp>
      <p:sp>
        <p:nvSpPr>
          <p:cNvPr id="1199" name="v10 arrow:d2Bstart">
            <a:extLst>
              <a:ext uri="{FF2B5EF4-FFF2-40B4-BE49-F238E27FC236}">
                <ns2:creationId id="{2EFD8C26-C450-4A17-AF1E-2E3908A8B25C}"/>
              </a:ext>
            </a:extLst>
          </p:cNvPr>
          <p:cNvSpPr>
            <a:spLocks noGrp="1"/>
          </p:cNvSpPr>
          <p:nvPr/>
        </p:nvSpPr>
        <p:spPr>
          <a:xfrm>
            <a:off x="12877800" y="31051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00" name="v10 label 새&#10;입력">
            <a:extLst>
              <a:ext uri="{FF2B5EF4-FFF2-40B4-BE49-F238E27FC236}">
                <ns2:creationId id="{5FB34899-2B45-4DFE-B94F-757675219568}"/>
              </a:ext>
            </a:extLst>
          </p:cNvPr>
          <p:cNvSpPr>
            <a:spLocks noGrp="1"/>
          </p:cNvSpPr>
          <p:nvPr/>
        </p:nvSpPr>
        <p:spPr>
          <a:xfrm>
            <a:off x="12363450" y="2686050"/>
            <a:ext cx="438150" cy="4000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새</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입력</a:t>
            </a:r>
            <a:endParaRPr lang="ko-KR">
              <a:latin typeface="Calibri"/>
              <a:ea typeface="Calibri"/>
              <a:cs typeface="Calibri"/>
            </a:endParaRPr>
          </a:p>
        </p:txBody>
      </p:sp>
      <p:sp>
        <p:nvSpPr>
          <p:cNvPr id="1201" name="v10 edge:d2Bshort">
            <a:extLst>
              <a:ext uri="{FF2B5EF4-FFF2-40B4-BE49-F238E27FC236}">
                <ns2:creationId id="{8087FD14-1DF9-49CC-92A4-90FF5C26CB91}"/>
              </a:ext>
            </a:extLst>
          </p:cNvPr>
          <p:cNvSpPr>
            <a:spLocks noGrp="1"/>
          </p:cNvSpPr>
          <p:nvPr/>
        </p:nvSpPr>
        <p:spPr>
          <a:xfrm>
            <a:off x="12230100" y="3352800"/>
            <a:ext cx="733425" cy="1228725"/>
          </a:xfrm>
          <a:custGeom>
            <a:pathLst>
              <a:path w="733425" h="1228725">
                <a:moveTo>
                  <a:pt x="733425" y="0"/>
                </a:moveTo>
                <a:lnTo>
                  <a:pt x="257175" y="0"/>
                </a:lnTo>
                <a:lnTo>
                  <a:pt x="257175" y="1228725"/>
                </a:lnTo>
                <a:lnTo>
                  <a:pt x="0" y="1228725"/>
                </a:lnTo>
              </a:path>
            </a:pathLst>
          </a:custGeom>
          <a:noFill/>
          <a:ln w="17145">
            <a:solidFill>
              <a:srgbClr val="111111"/>
            </a:solidFill>
            <a:prstDash val="dash"/>
          </a:ln>
        </p:spPr>
      </p:sp>
      <p:sp>
        <p:nvSpPr>
          <p:cNvPr id="1202" name="v10 arrow:d2Bshort">
            <a:extLst>
              <a:ext uri="{FF2B5EF4-FFF2-40B4-BE49-F238E27FC236}">
                <ns2:creationId id="{768E9905-4355-4EBC-968E-591C42F15718}"/>
              </a:ext>
            </a:extLst>
          </p:cNvPr>
          <p:cNvSpPr>
            <a:spLocks noGrp="1"/>
          </p:cNvSpPr>
          <p:nvPr/>
        </p:nvSpPr>
        <p:spPr>
          <a:xfrm>
            <a:off x="12230100" y="45434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03" name="v10 label 짧은 답">
            <a:extLst>
              <a:ext uri="{FF2B5EF4-FFF2-40B4-BE49-F238E27FC236}">
                <ns2:creationId id="{FCC445E2-2A6B-4AFC-8A81-6A554B726039}"/>
              </a:ext>
            </a:extLst>
          </p:cNvPr>
          <p:cNvSpPr>
            <a:spLocks noGrp="1"/>
          </p:cNvSpPr>
          <p:nvPr/>
        </p:nvSpPr>
        <p:spPr>
          <a:xfrm>
            <a:off x="12296775" y="3524250"/>
            <a:ext cx="981075" cy="2000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짧은 답</a:t>
            </a:r>
            <a:endParaRPr lang="ko-KR">
              <a:latin typeface="Calibri"/>
              <a:ea typeface="Calibri"/>
              <a:cs typeface="Calibri"/>
            </a:endParaRPr>
          </a:p>
        </p:txBody>
      </p:sp>
      <p:sp>
        <p:nvSpPr>
          <p:cNvPr id="1204" name="v10 edge:d2Bresume">
            <a:extLst>
              <a:ext uri="{FF2B5EF4-FFF2-40B4-BE49-F238E27FC236}">
                <ns2:creationId id="{D4486532-8536-467E-AFF5-620B2A988CB9}"/>
              </a:ext>
            </a:extLst>
          </p:cNvPr>
          <p:cNvSpPr>
            <a:spLocks noGrp="1"/>
          </p:cNvSpPr>
          <p:nvPr/>
        </p:nvSpPr>
        <p:spPr>
          <a:xfrm>
            <a:off x="12230100" y="3429000"/>
            <a:ext cx="733425" cy="1457325"/>
          </a:xfrm>
          <a:custGeom>
            <a:pathLst>
              <a:path w="733425" h="1457325">
                <a:moveTo>
                  <a:pt x="0" y="1457325"/>
                </a:moveTo>
                <a:lnTo>
                  <a:pt x="381000" y="1457325"/>
                </a:lnTo>
                <a:lnTo>
                  <a:pt x="381000" y="0"/>
                </a:lnTo>
                <a:lnTo>
                  <a:pt x="733425" y="0"/>
                </a:lnTo>
              </a:path>
            </a:pathLst>
          </a:custGeom>
          <a:noFill/>
          <a:ln w="17145">
            <a:solidFill>
              <a:srgbClr val="111111"/>
            </a:solidFill>
            <a:prstDash val="solid"/>
          </a:ln>
        </p:spPr>
      </p:sp>
      <p:sp>
        <p:nvSpPr>
          <p:cNvPr id="1205" name="v10 arrow:d2Bresume">
            <a:extLst>
              <a:ext uri="{FF2B5EF4-FFF2-40B4-BE49-F238E27FC236}">
                <ns2:creationId id="{E5524924-0F51-42B2-ACD8-06A17397C92C}"/>
              </a:ext>
            </a:extLst>
          </p:cNvPr>
          <p:cNvSpPr>
            <a:spLocks noGrp="1"/>
          </p:cNvSpPr>
          <p:nvPr/>
        </p:nvSpPr>
        <p:spPr>
          <a:xfrm>
            <a:off x="12877800" y="33909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06" name="v10 label 재결합 요청">
            <a:extLst>
              <a:ext uri="{FF2B5EF4-FFF2-40B4-BE49-F238E27FC236}">
                <ns2:creationId id="{AAA3BC8D-9C23-48E2-9481-255CD9F4FFA6}"/>
              </a:ext>
            </a:extLst>
          </p:cNvPr>
          <p:cNvSpPr>
            <a:spLocks noGrp="1"/>
          </p:cNvSpPr>
          <p:nvPr/>
        </p:nvSpPr>
        <p:spPr>
          <a:xfrm>
            <a:off x="11058525" y="5029200"/>
            <a:ext cx="1190625" cy="2000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재결합 요청</a:t>
            </a:r>
            <a:endParaRPr lang="ko-KR">
              <a:latin typeface="Calibri"/>
              <a:ea typeface="Calibri"/>
              <a:cs typeface="Calibri"/>
            </a:endParaRPr>
          </a:p>
        </p:txBody>
      </p:sp>
      <p:sp>
        <p:nvSpPr>
          <p:cNvPr id="1207" name="v10 edge:d2Brecent-read">
            <a:extLst>
              <a:ext uri="{FF2B5EF4-FFF2-40B4-BE49-F238E27FC236}">
                <ns2:creationId id="{3DBA2003-CA7C-400F-971E-589E5CD37FA3}"/>
              </a:ext>
            </a:extLst>
          </p:cNvPr>
          <p:cNvSpPr>
            <a:spLocks noGrp="1"/>
          </p:cNvSpPr>
          <p:nvPr/>
        </p:nvSpPr>
        <p:spPr>
          <a:xfrm>
            <a:off x="15249525" y="3209925"/>
            <a:ext cx="333375" cy="953"/>
          </a:xfrm>
          <a:custGeom>
            <a:pathLst>
              <a:path w="333375" h="953">
                <a:moveTo>
                  <a:pt x="333375" y="0"/>
                </a:moveTo>
                <a:lnTo>
                  <a:pt x="0" y="0"/>
                </a:lnTo>
              </a:path>
            </a:pathLst>
          </a:custGeom>
          <a:noFill/>
          <a:ln w="17145">
            <a:solidFill>
              <a:srgbClr val="111111"/>
            </a:solidFill>
            <a:prstDash val="dash"/>
          </a:ln>
        </p:spPr>
      </p:sp>
      <p:sp>
        <p:nvSpPr>
          <p:cNvPr id="1208" name="v10 arrow:d2Brecent-read">
            <a:extLst>
              <a:ext uri="{FF2B5EF4-FFF2-40B4-BE49-F238E27FC236}">
                <ns2:creationId id="{093B1C6F-9200-405F-9B80-A74E8CC56DFB}"/>
              </a:ext>
            </a:extLst>
          </p:cNvPr>
          <p:cNvSpPr>
            <a:spLocks noGrp="1"/>
          </p:cNvSpPr>
          <p:nvPr/>
        </p:nvSpPr>
        <p:spPr>
          <a:xfrm>
            <a:off x="15249525" y="31718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09" name="v10 edge:d2Br1-start">
            <a:extLst>
              <a:ext uri="{FF2B5EF4-FFF2-40B4-BE49-F238E27FC236}">
                <ns2:creationId id="{E942A81C-FB30-4247-A04A-CAAC467ACF55}"/>
              </a:ext>
            </a:extLst>
          </p:cNvPr>
          <p:cNvSpPr>
            <a:spLocks noGrp="1"/>
          </p:cNvSpPr>
          <p:nvPr/>
        </p:nvSpPr>
        <p:spPr>
          <a:xfrm>
            <a:off x="14106525" y="3429000"/>
            <a:ext cx="953" cy="476250"/>
          </a:xfrm>
          <a:custGeom>
            <a:pathLst>
              <a:path w="953" h="476250">
                <a:moveTo>
                  <a:pt x="0" y="0"/>
                </a:moveTo>
                <a:lnTo>
                  <a:pt x="0" y="476250"/>
                </a:lnTo>
              </a:path>
            </a:pathLst>
          </a:custGeom>
          <a:noFill/>
          <a:ln w="17145">
            <a:solidFill>
              <a:srgbClr val="32824A"/>
            </a:solidFill>
            <a:prstDash val="solid"/>
          </a:ln>
        </p:spPr>
      </p:sp>
      <p:sp>
        <p:nvSpPr>
          <p:cNvPr id="1210" name="v10 arrow:d2Br1-start">
            <a:extLst>
              <a:ext uri="{FF2B5EF4-FFF2-40B4-BE49-F238E27FC236}">
                <ns2:creationId id="{7D317074-0495-4FA2-848B-A15E976A5866}"/>
              </a:ext>
            </a:extLst>
          </p:cNvPr>
          <p:cNvSpPr>
            <a:spLocks noGrp="1"/>
          </p:cNvSpPr>
          <p:nvPr/>
        </p:nvSpPr>
        <p:spPr>
          <a:xfrm>
            <a:off x="14068425" y="38195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11" name="v10 label 긴 판단">
            <a:extLst>
              <a:ext uri="{FF2B5EF4-FFF2-40B4-BE49-F238E27FC236}">
                <ns2:creationId id="{86D9A424-A88C-46D9-9B4F-1D76CB6E7585}"/>
              </a:ext>
            </a:extLst>
          </p:cNvPr>
          <p:cNvSpPr>
            <a:spLocks noGrp="1"/>
          </p:cNvSpPr>
          <p:nvPr/>
        </p:nvSpPr>
        <p:spPr>
          <a:xfrm>
            <a:off x="12982575" y="3629025"/>
            <a:ext cx="1095375" cy="20955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긴 판단</a:t>
            </a:r>
            <a:endParaRPr lang="ko-KR">
              <a:latin typeface="Calibri"/>
              <a:ea typeface="Calibri"/>
              <a:cs typeface="Calibri"/>
            </a:endParaRPr>
          </a:p>
        </p:txBody>
      </p:sp>
      <p:sp>
        <p:nvSpPr>
          <p:cNvPr id="1212" name="v10 edge:d2Br2-start">
            <a:extLst>
              <a:ext uri="{FF2B5EF4-FFF2-40B4-BE49-F238E27FC236}">
                <ns2:creationId id="{90534E08-8714-4BFE-9104-A6BA8B340C6D}"/>
              </a:ext>
            </a:extLst>
          </p:cNvPr>
          <p:cNvSpPr>
            <a:spLocks noGrp="1"/>
          </p:cNvSpPr>
          <p:nvPr/>
        </p:nvSpPr>
        <p:spPr>
          <a:xfrm>
            <a:off x="14773275" y="3429000"/>
            <a:ext cx="1866900" cy="476250"/>
          </a:xfrm>
          <a:custGeom>
            <a:pathLst>
              <a:path w="1866900" h="476250">
                <a:moveTo>
                  <a:pt x="0" y="0"/>
                </a:moveTo>
                <a:lnTo>
                  <a:pt x="0" y="276225"/>
                </a:lnTo>
                <a:lnTo>
                  <a:pt x="1866900" y="276225"/>
                </a:lnTo>
                <a:lnTo>
                  <a:pt x="1866900" y="476250"/>
                </a:lnTo>
              </a:path>
            </a:pathLst>
          </a:custGeom>
          <a:noFill/>
          <a:ln w="17145">
            <a:solidFill>
              <a:srgbClr val="32824A"/>
            </a:solidFill>
            <a:prstDash val="solid"/>
          </a:ln>
        </p:spPr>
      </p:sp>
      <p:sp>
        <p:nvSpPr>
          <p:cNvPr id="1213" name="v10 arrow:d2Br2-start">
            <a:extLst>
              <a:ext uri="{FF2B5EF4-FFF2-40B4-BE49-F238E27FC236}">
                <ns2:creationId id="{96B5D2BA-E182-427D-9689-F417A4FE4C3C}"/>
              </a:ext>
            </a:extLst>
          </p:cNvPr>
          <p:cNvSpPr>
            <a:spLocks noGrp="1"/>
          </p:cNvSpPr>
          <p:nvPr/>
        </p:nvSpPr>
        <p:spPr>
          <a:xfrm>
            <a:off x="16602075" y="38195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14" name="v10 label 독립 실행">
            <a:extLst>
              <a:ext uri="{FF2B5EF4-FFF2-40B4-BE49-F238E27FC236}">
                <ns2:creationId id="{7824A65E-0724-4132-AEF7-0DDA000D6FA9}"/>
              </a:ext>
            </a:extLst>
          </p:cNvPr>
          <p:cNvSpPr>
            <a:spLocks noGrp="1"/>
          </p:cNvSpPr>
          <p:nvPr/>
        </p:nvSpPr>
        <p:spPr>
          <a:xfrm>
            <a:off x="15649575" y="3486150"/>
            <a:ext cx="1238250" cy="20955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독립 실행</a:t>
            </a:r>
            <a:endParaRPr lang="ko-KR">
              <a:latin typeface="Calibri"/>
              <a:ea typeface="Calibri"/>
              <a:cs typeface="Calibri"/>
            </a:endParaRPr>
          </a:p>
        </p:txBody>
      </p:sp>
      <p:sp>
        <p:nvSpPr>
          <p:cNvPr id="1215" name="v10 edge:d2Br1-state-write">
            <a:extLst>
              <a:ext uri="{FF2B5EF4-FFF2-40B4-BE49-F238E27FC236}">
                <ns2:creationId id="{A801D2E3-9E6B-4023-85BB-F4B8DDC65195}"/>
              </a:ext>
            </a:extLst>
          </p:cNvPr>
          <p:cNvSpPr>
            <a:spLocks noGrp="1"/>
          </p:cNvSpPr>
          <p:nvPr/>
        </p:nvSpPr>
        <p:spPr>
          <a:xfrm>
            <a:off x="14106525" y="4248150"/>
            <a:ext cx="953" cy="95250"/>
          </a:xfrm>
          <a:custGeom>
            <a:pathLst>
              <a:path w="953" h="95250">
                <a:moveTo>
                  <a:pt x="0" y="0"/>
                </a:moveTo>
                <a:lnTo>
                  <a:pt x="0" y="95250"/>
                </a:lnTo>
              </a:path>
            </a:pathLst>
          </a:custGeom>
          <a:noFill/>
          <a:ln w="17145">
            <a:solidFill>
              <a:srgbClr val="32824A"/>
            </a:solidFill>
            <a:prstDash val="solid"/>
          </a:ln>
        </p:spPr>
      </p:sp>
      <p:sp>
        <p:nvSpPr>
          <p:cNvPr id="1216" name="v10 arrow:d2Br1-state-write">
            <a:extLst>
              <a:ext uri="{FF2B5EF4-FFF2-40B4-BE49-F238E27FC236}">
                <ns2:creationId id="{21BCE51E-745C-4E82-B789-980097617AD2}"/>
              </a:ext>
            </a:extLst>
          </p:cNvPr>
          <p:cNvSpPr>
            <a:spLocks noGrp="1"/>
          </p:cNvSpPr>
          <p:nvPr/>
        </p:nvSpPr>
        <p:spPr>
          <a:xfrm>
            <a:off x="14068425" y="425767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17" name="v10 edge:d2Br2-state-write">
            <a:extLst>
              <a:ext uri="{FF2B5EF4-FFF2-40B4-BE49-F238E27FC236}">
                <ns2:creationId id="{64694FCF-7359-417A-849D-D2724E87E0B9}"/>
              </a:ext>
            </a:extLst>
          </p:cNvPr>
          <p:cNvSpPr>
            <a:spLocks noGrp="1"/>
          </p:cNvSpPr>
          <p:nvPr/>
        </p:nvSpPr>
        <p:spPr>
          <a:xfrm>
            <a:off x="16649700" y="4248150"/>
            <a:ext cx="953" cy="95250"/>
          </a:xfrm>
          <a:custGeom>
            <a:pathLst>
              <a:path w="953" h="95250">
                <a:moveTo>
                  <a:pt x="0" y="0"/>
                </a:moveTo>
                <a:lnTo>
                  <a:pt x="0" y="95250"/>
                </a:lnTo>
              </a:path>
            </a:pathLst>
          </a:custGeom>
          <a:noFill/>
          <a:ln w="17145">
            <a:solidFill>
              <a:srgbClr val="32824A"/>
            </a:solidFill>
            <a:prstDash val="solid"/>
          </a:ln>
        </p:spPr>
      </p:sp>
      <p:sp>
        <p:nvSpPr>
          <p:cNvPr id="1218" name="v10 arrow:d2Br2-state-write">
            <a:extLst>
              <a:ext uri="{FF2B5EF4-FFF2-40B4-BE49-F238E27FC236}">
                <ns2:creationId id="{290F0B33-93B7-4B29-A4D2-6F1593CC4D17}"/>
              </a:ext>
            </a:extLst>
          </p:cNvPr>
          <p:cNvSpPr>
            <a:spLocks noGrp="1"/>
          </p:cNvSpPr>
          <p:nvPr/>
        </p:nvSpPr>
        <p:spPr>
          <a:xfrm>
            <a:off x="16611600" y="425767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19" name="v10 edge:d2Br1-return">
            <a:extLst>
              <a:ext uri="{FF2B5EF4-FFF2-40B4-BE49-F238E27FC236}">
                <ns2:creationId id="{DDF88CA1-8981-4267-86D0-90A2F8B9EF9C}"/>
              </a:ext>
            </a:extLst>
          </p:cNvPr>
          <p:cNvSpPr>
            <a:spLocks noGrp="1"/>
          </p:cNvSpPr>
          <p:nvPr/>
        </p:nvSpPr>
        <p:spPr>
          <a:xfrm>
            <a:off x="12230100" y="4057650"/>
            <a:ext cx="733425" cy="657225"/>
          </a:xfrm>
          <a:custGeom>
            <a:pathLst>
              <a:path w="733425" h="657225">
                <a:moveTo>
                  <a:pt x="733425" y="0"/>
                </a:moveTo>
                <a:lnTo>
                  <a:pt x="152400" y="0"/>
                </a:lnTo>
                <a:lnTo>
                  <a:pt x="152400" y="657225"/>
                </a:lnTo>
                <a:lnTo>
                  <a:pt x="0" y="657225"/>
                </a:lnTo>
              </a:path>
            </a:pathLst>
          </a:custGeom>
          <a:noFill/>
          <a:ln w="17145">
            <a:solidFill>
              <a:srgbClr val="32824A"/>
            </a:solidFill>
            <a:prstDash val="dash"/>
          </a:ln>
        </p:spPr>
      </p:sp>
      <p:sp>
        <p:nvSpPr>
          <p:cNvPr id="1220" name="v10 arrow:d2Br1-return">
            <a:extLst>
              <a:ext uri="{FF2B5EF4-FFF2-40B4-BE49-F238E27FC236}">
                <ns2:creationId id="{16C5BFF0-A992-4AFE-A39F-FF4B627CC1C3}"/>
              </a:ext>
            </a:extLst>
          </p:cNvPr>
          <p:cNvSpPr>
            <a:spLocks noGrp="1"/>
          </p:cNvSpPr>
          <p:nvPr/>
        </p:nvSpPr>
        <p:spPr>
          <a:xfrm>
            <a:off x="12230100" y="46767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21" name="v10 label 반환">
            <a:extLst>
              <a:ext uri="{FF2B5EF4-FFF2-40B4-BE49-F238E27FC236}">
                <ns2:creationId id="{A30A8CB1-5863-4EBF-BE30-565F825F06F6}"/>
              </a:ext>
            </a:extLst>
          </p:cNvPr>
          <p:cNvSpPr>
            <a:spLocks noGrp="1"/>
          </p:cNvSpPr>
          <p:nvPr/>
        </p:nvSpPr>
        <p:spPr>
          <a:xfrm>
            <a:off x="12477750" y="4429125"/>
            <a:ext cx="428625" cy="19050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반환</a:t>
            </a:r>
            <a:endParaRPr lang="ko-KR">
              <a:latin typeface="Calibri"/>
              <a:ea typeface="Calibri"/>
              <a:cs typeface="Calibri"/>
            </a:endParaRPr>
          </a:p>
        </p:txBody>
      </p:sp>
      <p:sp>
        <p:nvSpPr>
          <p:cNvPr id="1222" name="v10 edge:d2Br2-return">
            <a:extLst>
              <a:ext uri="{FF2B5EF4-FFF2-40B4-BE49-F238E27FC236}">
                <ns2:creationId id="{E39CCA40-49B0-4A10-B4F1-D9A5B01A4BC9}"/>
              </a:ext>
            </a:extLst>
          </p:cNvPr>
          <p:cNvSpPr>
            <a:spLocks noGrp="1"/>
          </p:cNvSpPr>
          <p:nvPr/>
        </p:nvSpPr>
        <p:spPr>
          <a:xfrm>
            <a:off x="12230100" y="4057650"/>
            <a:ext cx="5734050" cy="1200150"/>
          </a:xfrm>
          <a:custGeom>
            <a:pathLst>
              <a:path w="5734050" h="1200150">
                <a:moveTo>
                  <a:pt x="5495925" y="0"/>
                </a:moveTo>
                <a:lnTo>
                  <a:pt x="5734050" y="0"/>
                </a:lnTo>
                <a:lnTo>
                  <a:pt x="5734050" y="1200150"/>
                </a:lnTo>
                <a:lnTo>
                  <a:pt x="171450" y="1200150"/>
                </a:lnTo>
                <a:lnTo>
                  <a:pt x="171450" y="771525"/>
                </a:lnTo>
                <a:lnTo>
                  <a:pt x="0" y="771525"/>
                </a:lnTo>
              </a:path>
            </a:pathLst>
          </a:custGeom>
          <a:noFill/>
          <a:ln w="17145">
            <a:solidFill>
              <a:srgbClr val="32824A"/>
            </a:solidFill>
            <a:prstDash val="dash"/>
          </a:ln>
        </p:spPr>
      </p:sp>
      <p:sp>
        <p:nvSpPr>
          <p:cNvPr id="1223" name="v10 arrow:d2Br2-return">
            <a:extLst>
              <a:ext uri="{FF2B5EF4-FFF2-40B4-BE49-F238E27FC236}">
                <ns2:creationId id="{431FF8E3-6BCE-4697-A66E-2AF712F828C7}"/>
              </a:ext>
            </a:extLst>
          </p:cNvPr>
          <p:cNvSpPr>
            <a:spLocks noGrp="1"/>
          </p:cNvSpPr>
          <p:nvPr/>
        </p:nvSpPr>
        <p:spPr>
          <a:xfrm>
            <a:off x="12230100" y="47910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24" name="v10 label 개별 반환">
            <a:extLst>
              <a:ext uri="{FF2B5EF4-FFF2-40B4-BE49-F238E27FC236}">
                <ns2:creationId id="{C3B67A37-1E3A-48B2-B891-606A2D02682D}"/>
              </a:ext>
            </a:extLst>
          </p:cNvPr>
          <p:cNvSpPr>
            <a:spLocks noGrp="1"/>
          </p:cNvSpPr>
          <p:nvPr/>
        </p:nvSpPr>
        <p:spPr>
          <a:xfrm>
            <a:off x="16344900" y="5076825"/>
            <a:ext cx="125730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개별 반환</a:t>
            </a:r>
            <a:endParaRPr lang="ko-KR">
              <a:latin typeface="Calibri"/>
              <a:ea typeface="Calibri"/>
              <a:cs typeface="Calibri"/>
            </a:endParaRPr>
          </a:p>
        </p:txBody>
      </p:sp>
      <p:sp>
        <p:nvSpPr>
          <p:cNvPr id="1225" name="v10 edge:d2Bcommon-infer">
            <a:extLst>
              <a:ext uri="{FF2B5EF4-FFF2-40B4-BE49-F238E27FC236}">
                <ns2:creationId id="{9A005EBB-F4A0-4DCC-89EE-1240A185AE8D}"/>
              </a:ext>
            </a:extLst>
          </p:cNvPr>
          <p:cNvSpPr>
            <a:spLocks noGrp="1"/>
          </p:cNvSpPr>
          <p:nvPr/>
        </p:nvSpPr>
        <p:spPr>
          <a:xfrm>
            <a:off x="15249525" y="3295650"/>
            <a:ext cx="809625" cy="2505075"/>
          </a:xfrm>
          <a:custGeom>
            <a:pathLst>
              <a:path w="809625" h="2505075">
                <a:moveTo>
                  <a:pt x="0" y="0"/>
                </a:moveTo>
                <a:lnTo>
                  <a:pt x="161925" y="0"/>
                </a:lnTo>
                <a:lnTo>
                  <a:pt x="161925" y="1857375"/>
                </a:lnTo>
                <a:lnTo>
                  <a:pt x="809625" y="1857375"/>
                </a:lnTo>
                <a:lnTo>
                  <a:pt x="809625" y="2505075"/>
                </a:lnTo>
                <a:lnTo>
                  <a:pt x="476250" y="2505075"/>
                </a:lnTo>
              </a:path>
            </a:pathLst>
          </a:custGeom>
          <a:noFill/>
          <a:ln w="17145">
            <a:solidFill>
              <a:srgbClr val="111111"/>
            </a:solidFill>
            <a:prstDash val="solid"/>
          </a:ln>
        </p:spPr>
      </p:sp>
      <p:sp>
        <p:nvSpPr>
          <p:cNvPr id="1226" name="v10 arrow:d2Bcommon-infer">
            <a:extLst>
              <a:ext uri="{FF2B5EF4-FFF2-40B4-BE49-F238E27FC236}">
                <ns2:creationId id="{3FF6C2E9-BC60-45FF-A4B0-8475EBE1E0D7}"/>
              </a:ext>
            </a:extLst>
          </p:cNvPr>
          <p:cNvSpPr>
            <a:spLocks noGrp="1"/>
          </p:cNvSpPr>
          <p:nvPr/>
        </p:nvSpPr>
        <p:spPr>
          <a:xfrm>
            <a:off x="15725775" y="57626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27" name="v10 edge:d2Br1-infer">
            <a:extLst>
              <a:ext uri="{FF2B5EF4-FFF2-40B4-BE49-F238E27FC236}">
                <ns2:creationId id="{F1FD1742-7911-4FDA-996A-D1CA5B2607A4}"/>
              </a:ext>
            </a:extLst>
          </p:cNvPr>
          <p:cNvSpPr>
            <a:spLocks noGrp="1"/>
          </p:cNvSpPr>
          <p:nvPr/>
        </p:nvSpPr>
        <p:spPr>
          <a:xfrm>
            <a:off x="12744450" y="3971925"/>
            <a:ext cx="219075" cy="1876425"/>
          </a:xfrm>
          <a:custGeom>
            <a:pathLst>
              <a:path w="219075" h="1876425">
                <a:moveTo>
                  <a:pt x="219075" y="0"/>
                </a:moveTo>
                <a:lnTo>
                  <a:pt x="0" y="0"/>
                </a:lnTo>
                <a:lnTo>
                  <a:pt x="0" y="1876425"/>
                </a:lnTo>
                <a:lnTo>
                  <a:pt x="219075" y="1876425"/>
                </a:lnTo>
              </a:path>
            </a:pathLst>
          </a:custGeom>
          <a:noFill/>
          <a:ln w="17145">
            <a:solidFill>
              <a:srgbClr val="32824A"/>
            </a:solidFill>
            <a:prstDash val="solid"/>
          </a:ln>
        </p:spPr>
      </p:sp>
      <p:sp>
        <p:nvSpPr>
          <p:cNvPr id="1228" name="v10 arrow:d2Br1-infer">
            <a:extLst>
              <a:ext uri="{FF2B5EF4-FFF2-40B4-BE49-F238E27FC236}">
                <ns2:creationId id="{434AE6FA-10A2-4B45-82E0-C4C0A63E0C2E}"/>
              </a:ext>
            </a:extLst>
          </p:cNvPr>
          <p:cNvSpPr>
            <a:spLocks noGrp="1"/>
          </p:cNvSpPr>
          <p:nvPr/>
        </p:nvSpPr>
        <p:spPr>
          <a:xfrm>
            <a:off x="12877800" y="581025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229" name="v10 edge:d2Br2-infer">
            <a:extLst>
              <a:ext uri="{FF2B5EF4-FFF2-40B4-BE49-F238E27FC236}">
                <ns2:creationId id="{E6551212-76FA-4A92-A72F-7BD7B1A831FF}"/>
              </a:ext>
            </a:extLst>
          </p:cNvPr>
          <p:cNvSpPr>
            <a:spLocks noGrp="1"/>
          </p:cNvSpPr>
          <p:nvPr/>
        </p:nvSpPr>
        <p:spPr>
          <a:xfrm>
            <a:off x="15344775" y="4114800"/>
            <a:ext cx="609600" cy="1752600"/>
          </a:xfrm>
          <a:custGeom>
            <a:pathLst>
              <a:path w="609600" h="1752600">
                <a:moveTo>
                  <a:pt x="238125" y="0"/>
                </a:moveTo>
                <a:lnTo>
                  <a:pt x="0" y="0"/>
                </a:lnTo>
                <a:lnTo>
                  <a:pt x="0" y="1085850"/>
                </a:lnTo>
                <a:lnTo>
                  <a:pt x="609600" y="1085850"/>
                </a:lnTo>
                <a:lnTo>
                  <a:pt x="609600" y="1752600"/>
                </a:lnTo>
                <a:lnTo>
                  <a:pt x="381000" y="1752600"/>
                </a:lnTo>
              </a:path>
            </a:pathLst>
          </a:custGeom>
          <a:noFill/>
          <a:ln w="17145">
            <a:solidFill>
              <a:srgbClr val="32824A"/>
            </a:solidFill>
            <a:prstDash val="solid"/>
          </a:ln>
        </p:spPr>
      </p:sp>
      <p:sp>
        <p:nvSpPr>
          <p:cNvPr id="1230" name="v10 arrow:d2Br2-infer">
            <a:extLst>
              <a:ext uri="{FF2B5EF4-FFF2-40B4-BE49-F238E27FC236}">
                <ns2:creationId id="{98933CE2-1611-4B09-98E1-BF136B98E27E}"/>
              </a:ext>
            </a:extLst>
          </p:cNvPr>
          <p:cNvSpPr>
            <a:spLocks noGrp="1"/>
          </p:cNvSpPr>
          <p:nvPr/>
        </p:nvSpPr>
        <p:spPr>
          <a:xfrm>
            <a:off x="15725775" y="582930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31" name="v10 edge:d2Bcommon-result">
            <a:extLst>
              <a:ext uri="{FF2B5EF4-FFF2-40B4-BE49-F238E27FC236}">
                <ns2:creationId id="{85F2497F-A066-4984-B1A3-8BD4C37A1CE5}"/>
              </a:ext>
            </a:extLst>
          </p:cNvPr>
          <p:cNvSpPr>
            <a:spLocks noGrp="1"/>
          </p:cNvSpPr>
          <p:nvPr/>
        </p:nvSpPr>
        <p:spPr>
          <a:xfrm>
            <a:off x="15249525" y="3400425"/>
            <a:ext cx="895350" cy="2552700"/>
          </a:xfrm>
          <a:custGeom>
            <a:pathLst>
              <a:path w="895350" h="2552700">
                <a:moveTo>
                  <a:pt x="476250" y="2552700"/>
                </a:moveTo>
                <a:lnTo>
                  <a:pt x="895350" y="2552700"/>
                </a:lnTo>
                <a:lnTo>
                  <a:pt x="895350" y="1724025"/>
                </a:lnTo>
                <a:lnTo>
                  <a:pt x="238125" y="1724025"/>
                </a:lnTo>
                <a:lnTo>
                  <a:pt x="238125" y="0"/>
                </a:lnTo>
                <a:lnTo>
                  <a:pt x="0" y="0"/>
                </a:lnTo>
              </a:path>
            </a:pathLst>
          </a:custGeom>
          <a:noFill/>
          <a:ln w="17145">
            <a:solidFill>
              <a:srgbClr val="111111"/>
            </a:solidFill>
            <a:prstDash val="dash"/>
          </a:ln>
        </p:spPr>
      </p:sp>
      <p:sp>
        <p:nvSpPr>
          <p:cNvPr id="1232" name="v10 arrow:d2Bcommon-result">
            <a:extLst>
              <a:ext uri="{FF2B5EF4-FFF2-40B4-BE49-F238E27FC236}">
                <ns2:creationId id="{38288EB4-2815-48EB-9D41-0F57F18F5EEE}"/>
              </a:ext>
            </a:extLst>
          </p:cNvPr>
          <p:cNvSpPr>
            <a:spLocks noGrp="1"/>
          </p:cNvSpPr>
          <p:nvPr/>
        </p:nvSpPr>
        <p:spPr>
          <a:xfrm>
            <a:off x="15249525" y="33623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33" name="v10 edge:d2Br1-result">
            <a:extLst>
              <a:ext uri="{FF2B5EF4-FFF2-40B4-BE49-F238E27FC236}">
                <ns2:creationId id="{4F38056A-9D66-479C-990D-BCEB8135F0B6}"/>
              </a:ext>
            </a:extLst>
          </p:cNvPr>
          <p:cNvSpPr>
            <a:spLocks noGrp="1"/>
          </p:cNvSpPr>
          <p:nvPr/>
        </p:nvSpPr>
        <p:spPr>
          <a:xfrm>
            <a:off x="12687300" y="4143375"/>
            <a:ext cx="276225" cy="1800225"/>
          </a:xfrm>
          <a:custGeom>
            <a:pathLst>
              <a:path w="276225" h="1800225">
                <a:moveTo>
                  <a:pt x="276225" y="1800225"/>
                </a:moveTo>
                <a:lnTo>
                  <a:pt x="0" y="1800225"/>
                </a:lnTo>
                <a:lnTo>
                  <a:pt x="0" y="0"/>
                </a:lnTo>
                <a:lnTo>
                  <a:pt x="276225" y="0"/>
                </a:lnTo>
              </a:path>
            </a:pathLst>
          </a:custGeom>
          <a:noFill/>
          <a:ln w="17145">
            <a:solidFill>
              <a:srgbClr val="32824A"/>
            </a:solidFill>
            <a:prstDash val="dash"/>
          </a:ln>
        </p:spPr>
      </p:sp>
      <p:sp>
        <p:nvSpPr>
          <p:cNvPr id="1234" name="v10 arrow:d2Br1-result">
            <a:extLst>
              <a:ext uri="{FF2B5EF4-FFF2-40B4-BE49-F238E27FC236}">
                <ns2:creationId id="{E81C0C87-CC95-4B2E-95BE-8371E1886034}"/>
              </a:ext>
            </a:extLst>
          </p:cNvPr>
          <p:cNvSpPr>
            <a:spLocks noGrp="1"/>
          </p:cNvSpPr>
          <p:nvPr/>
        </p:nvSpPr>
        <p:spPr>
          <a:xfrm>
            <a:off x="12877800" y="410527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235" name="v10 edge:d2Br2-result">
            <a:extLst>
              <a:ext uri="{FF2B5EF4-FFF2-40B4-BE49-F238E27FC236}">
                <ns2:creationId id="{AB9D531A-3EF4-4713-BE55-DEFA16CED991}"/>
              </a:ext>
            </a:extLst>
          </p:cNvPr>
          <p:cNvSpPr>
            <a:spLocks noGrp="1"/>
          </p:cNvSpPr>
          <p:nvPr/>
        </p:nvSpPr>
        <p:spPr>
          <a:xfrm>
            <a:off x="15525750" y="4219575"/>
            <a:ext cx="495300" cy="1781175"/>
          </a:xfrm>
          <a:custGeom>
            <a:pathLst>
              <a:path w="495300" h="1781175">
                <a:moveTo>
                  <a:pt x="200025" y="1781175"/>
                </a:moveTo>
                <a:lnTo>
                  <a:pt x="495300" y="1781175"/>
                </a:lnTo>
                <a:lnTo>
                  <a:pt x="495300" y="1019175"/>
                </a:lnTo>
                <a:lnTo>
                  <a:pt x="0" y="1019175"/>
                </a:lnTo>
                <a:lnTo>
                  <a:pt x="0" y="0"/>
                </a:lnTo>
                <a:lnTo>
                  <a:pt x="57150" y="0"/>
                </a:lnTo>
              </a:path>
            </a:pathLst>
          </a:custGeom>
          <a:noFill/>
          <a:ln w="17145">
            <a:solidFill>
              <a:srgbClr val="32824A"/>
            </a:solidFill>
            <a:prstDash val="dash"/>
          </a:ln>
        </p:spPr>
      </p:sp>
      <p:sp>
        <p:nvSpPr>
          <p:cNvPr id="1236" name="v10 arrow:d2Br2-result">
            <a:extLst>
              <a:ext uri="{FF2B5EF4-FFF2-40B4-BE49-F238E27FC236}">
                <ns2:creationId id="{7869EADB-6819-4223-8DC3-5A8B3A6BB9A3}"/>
              </a:ext>
            </a:extLst>
          </p:cNvPr>
          <p:cNvSpPr>
            <a:spLocks noGrp="1"/>
          </p:cNvSpPr>
          <p:nvPr/>
        </p:nvSpPr>
        <p:spPr>
          <a:xfrm>
            <a:off x="15497175" y="418147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Tree>
    <p:extLst>
      <p:ext uri="{BB962C8B-B14F-4D97-AF65-F5344CB8AC3E}">
        <p14:creationId val="1814650548"/>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9" name="Unified slide title">
            <a:extLst>
              <a:ext uri="{FF2B5EF4-FFF2-40B4-BE49-F238E27FC236}">
                <ns2:creationId id="{2B60A6EA-AE64-47BF-A226-A61636A2BC1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(선택 및 보완)</a:t>
            </a:r>
            <a:endParaRPr lang="ko-KR">
              <a:latin typeface="Calibri"/>
              <a:ea typeface="Calibri"/>
              <a:cs typeface="Calibri"/>
            </a:endParaRPr>
          </a:p>
        </p:txBody>
      </p:sp>
      <p:sp>
        <p:nvSpPr>
          <p:cNvPr id="2" name="Workflow 과제 소개">
            <a:extLst>
              <a:ext uri="{FF2B5EF4-FFF2-40B4-BE49-F238E27FC236}">
                <ns2:creationId id="{0E659FE2-B76A-42FB-8868-94EBEB6D8AB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DFCD9AB0-9ADA-4119-BB7A-B17081B0B0FA}"/>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5154DCA-435C-4636-8C69-47D74110291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E4D4E4F-DCF5-4CAF-8AB0-A8BDD76FDF1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018EE015-0944-4BBF-A086-41D3605B78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91568188-E50A-4DA4-8282-96FCD5FCAE2E}"/>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D6DC6826-4EDE-4FBC-9485-F9BAA48CC02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D39FFF2-7050-4083-9EBB-99133E1F14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27DCA5A1-1403-476D-9BFB-020A10D46C4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D794E05-AE85-4118-A481-DBF45F13617B}"/>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E6D669B0-CF72-4E9C-9A26-74969F7344D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6E045EF-6AB2-4231-A944-1ED1957EBD8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7 / 36</a:t>
            </a:r>
            <a:endParaRPr lang="ko-KR">
              <a:latin typeface="Calibri"/>
              <a:ea typeface="Calibri"/>
              <a:cs typeface="Calibri"/>
            </a:endParaRPr>
          </a:p>
        </p:txBody>
      </p:sp>
      <p:sp>
        <p:nvSpPr>
          <p:cNvPr id="14" name="DP2 object 119">
            <a:extLst>
              <a:ext uri="{FF2B5EF4-FFF2-40B4-BE49-F238E27FC236}">
                <ns2:creationId id="{9908B855-1269-4F17-8E75-9F205FAFF5EC}"/>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독립 입력이 앞선 VIA 판단과 겹치고 호출 여유가 있는 조건에서 B 선택</a:t>
            </a:r>
            <a:endParaRPr lang="ko-KR">
              <a:latin typeface="Calibri"/>
              <a:ea typeface="Calibri"/>
              <a:cs typeface="Calibri"/>
            </a:endParaRPr>
          </a:p>
        </p:txBody>
      </p:sp>
      <p:graphicFrame>
        <p:nvGraphicFramePr>
          <p:cNvPr id="15" name="">
            <a:extLst>
              <a:ext uri="{FF2B5EF4-FFF2-40B4-BE49-F238E27FC236}">
                <ns2:creationId id="{1EDC8EBC-63EC-41CB-83EA-5DBC818A6354}"/>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호출 한도가 차면 병행 이익이 줄어듦</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[QA06 보완] B1 불변 입력 공유 / 개별 변경 상태는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46.170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재생 N=4] 32.326 → 31.867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20">
            <a:extLst>
              <a:ext uri="{FF2B5EF4-FFF2-40B4-BE49-F238E27FC236}">
                <ns2:creationId id="{E68601FE-C10C-4B0F-A97E-EB8E4B2C658B}"/>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txBody>
          <a:bodyPr wrap="none" lIns="38100" tIns="19050" rIns="47625" bIns="371475"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122">
            <a:extLst>
              <a:ext uri="{FF2B5EF4-FFF2-40B4-BE49-F238E27FC236}">
                <ns2:creationId id="{AFB2FC4F-7AE5-4BBD-BFD9-92EF9F2B243D}"/>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txBody>
          <a:bodyPr wrap="none" lIns="19050" tIns="0" rIns="1905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124">
            <a:extLst>
              <a:ext uri="{FF2B5EF4-FFF2-40B4-BE49-F238E27FC236}">
                <ns2:creationId id="{2A80CFB7-6694-4286-9C2E-43314A523BC9}"/>
              </a:ext>
            </a:extLst>
          </p:cNvPr>
          <p:cNvSpPr>
            <a:spLocks noGrp="1"/>
          </p:cNvSpPr>
          <p:nvPr/>
        </p:nvSpPr>
        <p:spPr>
          <a:xfrm>
            <a:off x="381000" y="3648075"/>
            <a:ext cx="1323975" cy="419100"/>
          </a:xfrm>
          <a:prstGeom prst="rect">
            <a:avLst/>
          </a:prstGeom>
          <a:noFill/>
          <a:ln w="17145">
            <a:solidFill>
              <a:srgbClr val="111111"/>
            </a:solidFill>
            <a:prstDash val="dash"/>
          </a:ln>
        </p:spPr>
        <p:txBody>
          <a:bodyPr wrap="none" lIns="28575" tIns="28575" rIns="2857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A525FD79-B909-4B58-BE10-34AC8C2910D3}"/>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txBody>
          <a:bodyPr wrap="none" lIns="47625" tIns="20955" rIns="47625" bIns="1524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127">
            <a:extLst>
              <a:ext uri="{FF2B5EF4-FFF2-40B4-BE49-F238E27FC236}">
                <ns2:creationId id="{A5379CB5-6373-4254-B3DD-B54981BC9014}"/>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128">
            <a:extLst>
              <a:ext uri="{FF2B5EF4-FFF2-40B4-BE49-F238E27FC236}">
                <ns2:creationId id="{CCE72C49-AF14-4ABD-85F1-1A72B2B0C04D}"/>
              </a:ext>
            </a:extLst>
          </p:cNvPr>
          <p:cNvSpPr>
            <a:spLocks noGrp="1"/>
          </p:cNvSpPr>
          <p:nvPr/>
        </p:nvSpPr>
        <p:spPr>
          <a:xfrm>
            <a:off x="333375" y="5334000"/>
            <a:ext cx="1438275" cy="49530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200" b="0" lang="ko-KR">
                <a:solidFill>
                  <a:srgbClr val="50555B"/>
                </a:solidFill>
                <a:latin typeface="Calibri"/>
                <a:ea typeface="Calibri"/>
                <a:cs typeface="Calibri"/>
              </a:rPr>
              <a:t>실선 요청 / 점선 결과</a:t>
            </a:r>
            <a:endParaRPr lang="ko-KR">
              <a:latin typeface="Calibri"/>
              <a:ea typeface="Calibri"/>
              <a:cs typeface="Calibri"/>
            </a:endParaRPr>
          </a:p>
          <a:p>
            <a:pPr algn="ctr">
              <a:defRPr sz="1300" b="0" lang="ko-KR">
                <a:solidFill>
                  <a:srgbClr val="50555B"/>
                </a:solidFill>
                <a:latin typeface="Calibri"/>
                <a:ea typeface="Calibri"/>
                <a:cs typeface="Calibri"/>
              </a:defRPr>
            </a:pPr>
            <a:r>
              <a:rPr sz="1200" b="0" lang="ko-KR">
                <a:solidFill>
                  <a:srgbClr val="50555B"/>
                </a:solidFill>
                <a:latin typeface="Calibri"/>
                <a:ea typeface="Calibri"/>
                <a:cs typeface="Calibri"/>
              </a:rPr>
              <a:t>검정 공통 / 파랑 A</a:t>
            </a:r>
            <a:endParaRPr lang="ko-KR">
              <a:latin typeface="Calibri"/>
              <a:ea typeface="Calibri"/>
              <a:cs typeface="Calibri"/>
            </a:endParaRPr>
          </a:p>
          <a:p>
            <a:pPr algn="ctr">
              <a:defRPr sz="1300" b="0" lang="ko-KR">
                <a:solidFill>
                  <a:srgbClr val="50555B"/>
                </a:solidFill>
                <a:latin typeface="Calibri"/>
                <a:ea typeface="Calibri"/>
                <a:cs typeface="Calibri"/>
              </a:defRPr>
            </a:pPr>
            <a:r>
              <a:rPr sz="1200" b="0" lang="ko-KR">
                <a:solidFill>
                  <a:srgbClr val="50555B"/>
                </a:solidFill>
                <a:latin typeface="Calibri"/>
                <a:ea typeface="Calibri"/>
                <a:cs typeface="Calibri"/>
              </a:rPr>
              <a:t>초록 B / 파랑 보완 B1</a:t>
            </a:r>
            <a:endParaRPr lang="ko-KR">
              <a:latin typeface="Calibri"/>
              <a:ea typeface="Calibri"/>
              <a:cs typeface="Calibri"/>
            </a:endParaRPr>
          </a:p>
        </p:txBody>
      </p:sp>
      <p:sp>
        <p:nvSpPr>
          <p:cNvPr id="26" name="DP2 object 129">
            <a:extLst>
              <a:ext uri="{FF2B5EF4-FFF2-40B4-BE49-F238E27FC236}">
                <ns2:creationId id="{05815112-7898-4ED4-AA4D-34110DC5A340}"/>
              </a:ext>
            </a:extLst>
          </p:cNvPr>
          <p:cNvSpPr>
            <a:spLocks noGrp="1"/>
          </p:cNvSpPr>
          <p:nvPr/>
        </p:nvSpPr>
        <p:spPr>
          <a:xfrm>
            <a:off x="400050" y="5915025"/>
            <a:ext cx="209550" cy="171450"/>
          </a:xfrm>
          <a:prstGeom prst="rect">
            <a:avLst/>
          </a:prstGeom>
          <a:solidFill>
            <a:srgbClr val="FFFFFF"/>
          </a:solidFill>
          <a:ln w="25718">
            <a:solidFill>
              <a:srgbClr val="4676CB"/>
            </a:solidFill>
            <a:prstDash val="solid"/>
          </a:ln>
        </p:spPr>
      </p:sp>
      <p:sp>
        <p:nvSpPr>
          <p:cNvPr id="27" name="DP2 object 130">
            <a:extLst>
              <a:ext uri="{FF2B5EF4-FFF2-40B4-BE49-F238E27FC236}">
                <ns2:creationId id="{047C00B0-28A1-48BC-96ED-4592F97BDA62}"/>
              </a:ext>
            </a:extLst>
          </p:cNvPr>
          <p:cNvSpPr>
            <a:spLocks noGrp="1"/>
          </p:cNvSpPr>
          <p:nvPr/>
        </p:nvSpPr>
        <p:spPr>
          <a:xfrm>
            <a:off x="695325" y="5876925"/>
            <a:ext cx="1076325" cy="25717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보완 B1</a:t>
            </a:r>
            <a:endParaRPr lang="ko-KR">
              <a:latin typeface="Calibri"/>
              <a:ea typeface="Calibri"/>
              <a:cs typeface="Calibri"/>
            </a:endParaRPr>
          </a:p>
        </p:txBody>
      </p:sp>
      <p:sp>
        <p:nvSpPr>
          <p:cNvPr id="115" name="Selected B column">
            <a:extLst>
              <a:ext uri="{FF2B5EF4-FFF2-40B4-BE49-F238E27FC236}">
                <ns2:creationId id="{3DE93BA7-1EA0-414D-94A1-092A069A2F1B}"/>
              </a:ext>
            </a:extLst>
          </p:cNvPr>
          <p:cNvSpPr>
            <a:spLocks noGrp="1"/>
          </p:cNvSpPr>
          <p:nvPr/>
        </p:nvSpPr>
        <p:spPr>
          <a:xfrm>
            <a:off x="9963150" y="1657350"/>
            <a:ext cx="8096250" cy="8020050"/>
          </a:xfrm>
          <a:prstGeom prst="rect">
            <a:avLst/>
          </a:prstGeom>
          <a:noFill/>
          <a:ln w="40005">
            <a:solidFill>
              <a:srgbClr val="4676CB"/>
            </a:solidFill>
            <a:prstDash val="solid"/>
          </a:ln>
        </p:spPr>
      </p:sp>
      <p:sp>
        <p:nvSpPr>
          <p:cNvPr id="116" name="DP2 object 196">
            <a:extLst>
              <a:ext uri="{FF2B5EF4-FFF2-40B4-BE49-F238E27FC236}">
                <ns2:creationId id="{DF6E5D3B-2F1E-48A3-81A4-FD1FE895D6F4}"/>
              </a:ext>
            </a:extLst>
          </p:cNvPr>
          <p:cNvSpPr>
            <a:spLocks noGrp="1"/>
          </p:cNvSpPr>
          <p:nvPr/>
        </p:nvSpPr>
        <p:spPr>
          <a:xfrm>
            <a:off x="100393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17" name="DP2 object 197">
            <a:extLst>
              <a:ext uri="{FF2B5EF4-FFF2-40B4-BE49-F238E27FC236}">
                <ns2:creationId id="{394EB86C-837C-4552-BD62-F8135BD13501}"/>
              </a:ext>
            </a:extLst>
          </p:cNvPr>
          <p:cNvSpPr>
            <a:spLocks noGrp="1"/>
          </p:cNvSpPr>
          <p:nvPr/>
        </p:nvSpPr>
        <p:spPr>
          <a:xfrm>
            <a:off x="266700" y="9744075"/>
            <a:ext cx="17240250" cy="228600"/>
          </a:xfrm>
          <a:prstGeom prst="rect">
            <a:avLst/>
          </a:prstGeom>
          <a:noFill/>
          <a:ln w="0">
            <a:noFill/>
            <a:prstDash val="solid"/>
          </a:ln>
        </p:spPr>
        <p:txBody>
          <a:bodyPr wrap="none" lIns="0" tIns="0" rIns="0" bIns="0" anchor="ctr">
            <a:noAutofit/>
          </a:bodyPr>
          <a:lstStyle>
            <a:defPPr algn="l">
              <a:defRPr sz="1400" b="0" lang="ko-KR">
                <a:solidFill>
                  <a:srgbClr val="4676CB"/>
                </a:solidFill>
                <a:latin typeface="Calibri"/>
                <a:ea typeface="Calibri"/>
                <a:cs typeface="Calibri"/>
              </a:defRPr>
            </a:defPPr>
            <a:lvl1pPr algn="l">
              <a:defRPr sz="1400" b="0" lang="ko-KR">
                <a:solidFill>
                  <a:srgbClr val="4676CB"/>
                </a:solidFill>
                <a:latin typeface="Calibri"/>
                <a:ea typeface="Calibri"/>
                <a:cs typeface="Calibri"/>
              </a:defRPr>
            </a:lvl1pPr>
            <a:lvl2pPr algn="l">
              <a:defRPr sz="1400" b="0" lang="ko-KR">
                <a:solidFill>
                  <a:srgbClr val="4676CB"/>
                </a:solidFill>
                <a:latin typeface="Calibri"/>
                <a:ea typeface="Calibri"/>
                <a:cs typeface="Calibri"/>
              </a:defRPr>
            </a:lvl2pPr>
            <a:lvl3pPr algn="l">
              <a:defRPr sz="1400" b="0" lang="ko-KR">
                <a:solidFill>
                  <a:srgbClr val="4676CB"/>
                </a:solidFill>
                <a:latin typeface="Calibri"/>
                <a:ea typeface="Calibri"/>
                <a:cs typeface="Calibri"/>
              </a:defRPr>
            </a:lvl3pPr>
            <a:lvl4pPr algn="l">
              <a:defRPr sz="1400" b="0" lang="ko-KR">
                <a:solidFill>
                  <a:srgbClr val="4676CB"/>
                </a:solidFill>
                <a:latin typeface="Calibri"/>
                <a:ea typeface="Calibri"/>
                <a:cs typeface="Calibri"/>
              </a:defRPr>
            </a:lvl4pPr>
            <a:lvl5pPr algn="l">
              <a:defRPr sz="1400" b="0" lang="ko-KR">
                <a:solidFill>
                  <a:srgbClr val="4676CB"/>
                </a:solidFill>
                <a:latin typeface="Calibri"/>
                <a:ea typeface="Calibri"/>
                <a:cs typeface="Calibri"/>
              </a:defRPr>
            </a:lvl5pPr>
            <a:lvl6pPr algn="l">
              <a:defRPr sz="1400" b="0" lang="ko-KR">
                <a:solidFill>
                  <a:srgbClr val="4676CB"/>
                </a:solidFill>
                <a:latin typeface="Calibri"/>
                <a:ea typeface="Calibri"/>
                <a:cs typeface="Calibri"/>
              </a:defRPr>
            </a:lvl6pPr>
            <a:lvl7pPr algn="l">
              <a:defRPr sz="1400" b="0" lang="ko-KR">
                <a:solidFill>
                  <a:srgbClr val="4676CB"/>
                </a:solidFill>
                <a:latin typeface="Calibri"/>
                <a:ea typeface="Calibri"/>
                <a:cs typeface="Calibri"/>
              </a:defRPr>
            </a:lvl7pPr>
            <a:lvl8pPr algn="l">
              <a:defRPr sz="1400" b="0" lang="ko-KR">
                <a:solidFill>
                  <a:srgbClr val="4676CB"/>
                </a:solidFill>
                <a:latin typeface="Calibri"/>
                <a:ea typeface="Calibri"/>
                <a:cs typeface="Calibri"/>
              </a:defRPr>
            </a:lvl8pPr>
            <a:lvl9pPr algn="l">
              <a:defRPr sz="1400" b="0" lang="ko-KR">
                <a:solidFill>
                  <a:srgbClr val="4676CB"/>
                </a:solidFill>
                <a:latin typeface="Calibri"/>
                <a:ea typeface="Calibri"/>
                <a:cs typeface="Calibri"/>
              </a:defRPr>
            </a:lvl9pPr>
          </a:lstStyle>
          <a:p>
            <a:pPr algn="l">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B1은 작은 로컬 복제 부담 보완. N=1 최고 RSS는 증가. 전체 A/B 재비교와 새 QA01·QA03 측정은 미실시.</a:t>
            </a:r>
            <a:endParaRPr lang="ko-KR">
              <a:latin typeface="Calibri"/>
              <a:ea typeface="Calibri"/>
              <a:cs typeface="Calibri"/>
            </a:endParaRPr>
          </a:p>
        </p:txBody>
      </p:sp>
      <p:sp>
        <p:nvSpPr>
          <p:cNvPr id="118" name="DP2 object 198">
            <a:extLst>
              <a:ext uri="{FF2B5EF4-FFF2-40B4-BE49-F238E27FC236}">
                <ns2:creationId id="{4D540132-C776-44E3-AAC4-73360BBA4203}"/>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기본값과 재생값은 다른 실행기. 시간 괄호: 관측/예정. N별 전체 전후 수치와 남은 관계 오류는 8쪽에 표시.</a:t>
            </a:r>
            <a:endParaRPr lang="ko-KR">
              <a:latin typeface="Calibri"/>
              <a:ea typeface="Calibri"/>
              <a:cs typeface="Calibri"/>
            </a:endParaRPr>
          </a:p>
        </p:txBody>
      </p:sp>
      <p:sp>
        <p:nvSpPr>
          <p:cNvPr id="1120" name="v10 label 대화 해석 실행 1개 / 현재 step 경계에서 후속 입력 수용">
            <a:extLst>
              <a:ext uri="{FF2B5EF4-FFF2-40B4-BE49-F238E27FC236}">
                <ns2:creationId id="{D3682CD9-A8AF-48DA-957E-672C2D787521}"/>
              </a:ext>
            </a:extLst>
          </p:cNvPr>
          <p:cNvSpPr>
            <a:spLocks noGrp="1"/>
          </p:cNvSpPr>
          <p:nvPr/>
        </p:nvSpPr>
        <p:spPr>
          <a:xfrm>
            <a:off x="1962150" y="2190750"/>
            <a:ext cx="7905750" cy="257175"/>
          </a:xfrm>
          <a:prstGeom prst="rect">
            <a:avLst/>
          </a:prstGeom>
          <a:noFill/>
          <a:ln w="0">
            <a:noFill/>
          </a:ln>
        </p:spPr>
        <p:txBody>
          <a:bodyPr wrap="none" lIns="47625" tIns="19050" rIns="47625" bIns="19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대화 해석 실행 1개 / 현재 step 경계에서 후속 입력 수용</a:t>
            </a:r>
            <a:endParaRPr lang="ko-KR">
              <a:latin typeface="Calibri"/>
              <a:ea typeface="Calibri"/>
              <a:cs typeface="Calibri"/>
            </a:endParaRPr>
          </a:p>
        </p:txBody>
      </p:sp>
      <p:sp>
        <p:nvSpPr>
          <p:cNvPr id="1121" name="v10 node:d2Arc">
            <a:extLst>
              <a:ext uri="{FF2B5EF4-FFF2-40B4-BE49-F238E27FC236}">
                <ns2:creationId id="{9A33EAFC-5CA8-451E-A61E-0661A5195B95}"/>
              </a:ext>
            </a:extLst>
          </p:cNvPr>
          <p:cNvSpPr>
            <a:spLocks noGrp="1"/>
          </p:cNvSpPr>
          <p:nvPr/>
        </p:nvSpPr>
        <p:spPr>
          <a:xfrm>
            <a:off x="1962150" y="2571750"/>
            <a:ext cx="2286000" cy="2657475"/>
          </a:xfrm>
          <a:prstGeom prst="rect">
            <a:avLst/>
          </a:prstGeom>
          <a:solidFill>
            <a:srgbClr val="FFF6DD"/>
          </a:solidFill>
          <a:ln w="16193">
            <a:solidFill>
              <a:srgbClr val="111111"/>
            </a:solidFill>
          </a:ln>
        </p:spPr>
        <p:txBody>
          <a:bodyPr wrap="none" lIns="47625" tIns="19050" rIns="47625" bIns="231457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122" name="v10 divider d2Arc">
            <a:extLst>
              <a:ext uri="{FF2B5EF4-FFF2-40B4-BE49-F238E27FC236}">
                <ns2:creationId id="{A78E38B5-EFC1-4496-9D90-9C828BC9A4C7}"/>
              </a:ext>
            </a:extLst>
          </p:cNvPr>
          <p:cNvSpPr>
            <a:spLocks noGrp="1"/>
          </p:cNvSpPr>
          <p:nvPr/>
        </p:nvSpPr>
        <p:spPr>
          <a:xfrm>
            <a:off x="1962150" y="2933700"/>
            <a:ext cx="2286000" cy="953"/>
          </a:xfrm>
          <a:custGeom>
            <a:pathLst>
              <a:path w="2286000" h="953">
                <a:moveTo>
                  <a:pt x="0" y="0"/>
                </a:moveTo>
                <a:lnTo>
                  <a:pt x="2286000" y="0"/>
                </a:lnTo>
              </a:path>
            </a:pathLst>
          </a:custGeom>
          <a:noFill/>
          <a:ln w="9525">
            <a:solidFill>
              <a:srgbClr val="111111"/>
            </a:solidFill>
            <a:prstDash val="solid"/>
          </a:ln>
        </p:spPr>
      </p:sp>
      <p:sp>
        <p:nvSpPr>
          <p:cNvPr id="1123" name="v10 node:d2Ainput">
            <a:extLst>
              <a:ext uri="{FF2B5EF4-FFF2-40B4-BE49-F238E27FC236}">
                <ns2:creationId id="{DD116AFB-FD9C-4E6A-800C-75B869A4951D}"/>
              </a:ext>
            </a:extLst>
          </p:cNvPr>
          <p:cNvSpPr>
            <a:spLocks noGrp="1"/>
          </p:cNvSpPr>
          <p:nvPr/>
        </p:nvSpPr>
        <p:spPr>
          <a:xfrm>
            <a:off x="2076450" y="3000375"/>
            <a:ext cx="2057400" cy="323850"/>
          </a:xfrm>
          <a:prstGeom prst="roundRect">
            <a:avLst>
              <a:gd name="adj" fmla="val 23529"/>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입력 및 실행 요청기</a:t>
            </a:r>
            <a:endParaRPr lang="ko-KR">
              <a:latin typeface="Calibri"/>
              <a:ea typeface="Calibri"/>
              <a:cs typeface="Calibri"/>
            </a:endParaRPr>
          </a:p>
        </p:txBody>
      </p:sp>
      <p:sp>
        <p:nvSpPr>
          <p:cNvPr id="1124" name="v10 node:d2Acontrol-state">
            <a:extLst>
              <a:ext uri="{FF2B5EF4-FFF2-40B4-BE49-F238E27FC236}">
                <ns2:creationId id="{64CAE63D-8561-47E8-9019-147DA1D4E6E1}"/>
              </a:ext>
            </a:extLst>
          </p:cNvPr>
          <p:cNvSpPr>
            <a:spLocks noGrp="1"/>
          </p:cNvSpPr>
          <p:nvPr/>
        </p:nvSpPr>
        <p:spPr>
          <a:xfrm>
            <a:off x="2076450" y="3552825"/>
            <a:ext cx="2057400" cy="7143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입력 / 채택 목표 / 판본</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a:t>
            </a:r>
            <a:endParaRPr lang="ko-KR">
              <a:latin typeface="Calibri"/>
              <a:ea typeface="Calibri"/>
              <a:cs typeface="Calibri"/>
            </a:endParaRPr>
          </a:p>
        </p:txBody>
      </p:sp>
      <p:sp>
        <p:nvSpPr>
          <p:cNvPr id="1125" name="v10 node:d2Aadopt">
            <a:extLst>
              <a:ext uri="{FF2B5EF4-FFF2-40B4-BE49-F238E27FC236}">
                <ns2:creationId id="{52CC5967-7110-4FE1-B537-843883D7C2FF}"/>
              </a:ext>
            </a:extLst>
          </p:cNvPr>
          <p:cNvSpPr>
            <a:spLocks noGrp="1"/>
          </p:cNvSpPr>
          <p:nvPr/>
        </p:nvSpPr>
        <p:spPr>
          <a:xfrm>
            <a:off x="2076450" y="4514850"/>
            <a:ext cx="2057400" cy="438150"/>
          </a:xfrm>
          <a:prstGeom prst="roundRect">
            <a:avLst>
              <a:gd name="adj" fmla="val 17391"/>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반환 검증 및 채택기</a:t>
            </a:r>
            <a:endParaRPr lang="ko-KR">
              <a:latin typeface="Calibri"/>
              <a:ea typeface="Calibri"/>
              <a:cs typeface="Calibri"/>
            </a:endParaRPr>
          </a:p>
        </p:txBody>
      </p:sp>
      <p:sp>
        <p:nvSpPr>
          <p:cNvPr id="1126" name="v10 edge:d2Ainput-save">
            <a:extLst>
              <a:ext uri="{FF2B5EF4-FFF2-40B4-BE49-F238E27FC236}">
                <ns2:creationId id="{2343B2D2-D299-4B46-ABCF-C7A90F14AEB2}"/>
              </a:ext>
            </a:extLst>
          </p:cNvPr>
          <p:cNvSpPr>
            <a:spLocks noGrp="1"/>
          </p:cNvSpPr>
          <p:nvPr/>
        </p:nvSpPr>
        <p:spPr>
          <a:xfrm>
            <a:off x="3057525" y="3324225"/>
            <a:ext cx="953" cy="228600"/>
          </a:xfrm>
          <a:custGeom>
            <a:pathLst>
              <a:path w="953" h="228600">
                <a:moveTo>
                  <a:pt x="0" y="0"/>
                </a:moveTo>
                <a:lnTo>
                  <a:pt x="0" y="228600"/>
                </a:lnTo>
              </a:path>
            </a:pathLst>
          </a:custGeom>
          <a:noFill/>
          <a:ln w="17145">
            <a:solidFill>
              <a:srgbClr val="111111"/>
            </a:solidFill>
            <a:prstDash val="solid"/>
          </a:ln>
        </p:spPr>
      </p:sp>
      <p:sp>
        <p:nvSpPr>
          <p:cNvPr id="1127" name="v10 arrow:d2Ainput-save">
            <a:extLst>
              <a:ext uri="{FF2B5EF4-FFF2-40B4-BE49-F238E27FC236}">
                <ns2:creationId id="{2D7D1D2F-D344-4A24-964F-0BC059B02F7B}"/>
              </a:ext>
            </a:extLst>
          </p:cNvPr>
          <p:cNvSpPr>
            <a:spLocks noGrp="1"/>
          </p:cNvSpPr>
          <p:nvPr/>
        </p:nvSpPr>
        <p:spPr>
          <a:xfrm>
            <a:off x="3019425" y="346710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28" name="v10 edge:d2Astate-check">
            <a:extLst>
              <a:ext uri="{FF2B5EF4-FFF2-40B4-BE49-F238E27FC236}">
                <ns2:creationId id="{0560D697-3453-40C4-B232-A4C9A0C343B8}"/>
              </a:ext>
            </a:extLst>
          </p:cNvPr>
          <p:cNvSpPr>
            <a:spLocks noGrp="1"/>
          </p:cNvSpPr>
          <p:nvPr/>
        </p:nvSpPr>
        <p:spPr>
          <a:xfrm>
            <a:off x="3057525" y="4267200"/>
            <a:ext cx="953" cy="247650"/>
          </a:xfrm>
          <a:custGeom>
            <a:pathLst>
              <a:path w="953" h="247650">
                <a:moveTo>
                  <a:pt x="0" y="0"/>
                </a:moveTo>
                <a:lnTo>
                  <a:pt x="0" y="247650"/>
                </a:lnTo>
              </a:path>
            </a:pathLst>
          </a:custGeom>
          <a:noFill/>
          <a:ln w="17145">
            <a:solidFill>
              <a:srgbClr val="111111"/>
            </a:solidFill>
            <a:prstDash val="dash"/>
          </a:ln>
        </p:spPr>
      </p:sp>
      <p:sp>
        <p:nvSpPr>
          <p:cNvPr id="1129" name="v10 arrow:d2Astate-check">
            <a:extLst>
              <a:ext uri="{FF2B5EF4-FFF2-40B4-BE49-F238E27FC236}">
                <ns2:creationId id="{42B6F40F-A4C8-4268-8E83-326CF778D85B}"/>
              </a:ext>
            </a:extLst>
          </p:cNvPr>
          <p:cNvSpPr>
            <a:spLocks noGrp="1"/>
          </p:cNvSpPr>
          <p:nvPr/>
        </p:nvSpPr>
        <p:spPr>
          <a:xfrm>
            <a:off x="3019425" y="44291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30" name="v10 label 판본 확인">
            <a:extLst>
              <a:ext uri="{FF2B5EF4-FFF2-40B4-BE49-F238E27FC236}">
                <ns2:creationId id="{6FD1B100-A439-4C3E-A541-C4929F018450}"/>
              </a:ext>
            </a:extLst>
          </p:cNvPr>
          <p:cNvSpPr>
            <a:spLocks noGrp="1"/>
          </p:cNvSpPr>
          <p:nvPr/>
        </p:nvSpPr>
        <p:spPr>
          <a:xfrm>
            <a:off x="3181350" y="4276725"/>
            <a:ext cx="876300"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판본 확인</a:t>
            </a:r>
            <a:endParaRPr lang="ko-KR">
              <a:latin typeface="Calibri"/>
              <a:ea typeface="Calibri"/>
              <a:cs typeface="Calibri"/>
            </a:endParaRPr>
          </a:p>
        </p:txBody>
      </p:sp>
      <p:sp>
        <p:nvSpPr>
          <p:cNvPr id="1131" name="v10 node:d2Ari">
            <a:extLst>
              <a:ext uri="{FF2B5EF4-FFF2-40B4-BE49-F238E27FC236}">
                <ns2:creationId id="{E6FB323F-FE62-4808-879E-787FCE3CEC9F}"/>
              </a:ext>
            </a:extLst>
          </p:cNvPr>
          <p:cNvSpPr>
            <a:spLocks noGrp="1"/>
          </p:cNvSpPr>
          <p:nvPr/>
        </p:nvSpPr>
        <p:spPr>
          <a:xfrm>
            <a:off x="4724400" y="2571750"/>
            <a:ext cx="5048250" cy="2657475"/>
          </a:xfrm>
          <a:prstGeom prst="rect">
            <a:avLst/>
          </a:prstGeom>
          <a:solidFill>
            <a:srgbClr val="FFF6DD"/>
          </a:solidFill>
          <a:ln w="16193">
            <a:solidFill>
              <a:srgbClr val="111111"/>
            </a:solidFill>
          </a:ln>
        </p:spPr>
        <p:txBody>
          <a:bodyPr wrap="none" lIns="47625" tIns="19050" rIns="47625" bIns="231457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32" name="v10 divider d2Ari">
            <a:extLst>
              <a:ext uri="{FF2B5EF4-FFF2-40B4-BE49-F238E27FC236}">
                <ns2:creationId id="{F45314C3-8F30-4409-81AF-C2B7CDEDEE73}"/>
              </a:ext>
            </a:extLst>
          </p:cNvPr>
          <p:cNvSpPr>
            <a:spLocks noGrp="1"/>
          </p:cNvSpPr>
          <p:nvPr/>
        </p:nvSpPr>
        <p:spPr>
          <a:xfrm>
            <a:off x="4724400" y="2933700"/>
            <a:ext cx="5048250" cy="953"/>
          </a:xfrm>
          <a:custGeom>
            <a:pathLst>
              <a:path w="5048250" h="953">
                <a:moveTo>
                  <a:pt x="0" y="0"/>
                </a:moveTo>
                <a:lnTo>
                  <a:pt x="5048250" y="0"/>
                </a:lnTo>
              </a:path>
            </a:pathLst>
          </a:custGeom>
          <a:noFill/>
          <a:ln w="9525">
            <a:solidFill>
              <a:srgbClr val="111111"/>
            </a:solidFill>
            <a:prstDash val="solid"/>
          </a:ln>
        </p:spPr>
      </p:sp>
      <p:sp>
        <p:nvSpPr>
          <p:cNvPr id="1133" name="v10 node:d2Ama">
            <a:extLst>
              <a:ext uri="{FF2B5EF4-FFF2-40B4-BE49-F238E27FC236}">
                <ns2:creationId id="{9D8CB752-311D-4418-B135-E595E877B887}"/>
              </a:ext>
            </a:extLst>
          </p:cNvPr>
          <p:cNvSpPr>
            <a:spLocks noGrp="1"/>
          </p:cNvSpPr>
          <p:nvPr/>
        </p:nvSpPr>
        <p:spPr>
          <a:xfrm>
            <a:off x="4724400" y="5314950"/>
            <a:ext cx="3048000" cy="771525"/>
          </a:xfrm>
          <a:prstGeom prst="rect">
            <a:avLst/>
          </a:prstGeom>
          <a:solidFill>
            <a:srgbClr val="FFF6DD"/>
          </a:solidFill>
          <a:ln w="16193">
            <a:solidFill>
              <a:srgbClr val="111111"/>
            </a:solidFill>
          </a:ln>
        </p:spPr>
        <p:txBody>
          <a:bodyPr wrap="none" lIns="47625" tIns="19050" rIns="47625" bIns="42862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a:t>
            </a:r>
            <a:endParaRPr lang="ko-KR">
              <a:latin typeface="Calibri"/>
              <a:ea typeface="Calibri"/>
              <a:cs typeface="Calibri"/>
            </a:endParaRPr>
          </a:p>
        </p:txBody>
      </p:sp>
      <p:sp>
        <p:nvSpPr>
          <p:cNvPr id="1134" name="v10 divider d2Ama">
            <a:extLst>
              <a:ext uri="{FF2B5EF4-FFF2-40B4-BE49-F238E27FC236}">
                <ns2:creationId id="{18D4621D-FCD3-4B8B-9548-02D2727CA604}"/>
              </a:ext>
            </a:extLst>
          </p:cNvPr>
          <p:cNvSpPr>
            <a:spLocks noGrp="1"/>
          </p:cNvSpPr>
          <p:nvPr/>
        </p:nvSpPr>
        <p:spPr>
          <a:xfrm>
            <a:off x="4724400" y="5676900"/>
            <a:ext cx="3048000" cy="953"/>
          </a:xfrm>
          <a:custGeom>
            <a:pathLst>
              <a:path w="3048000" h="953">
                <a:moveTo>
                  <a:pt x="0" y="0"/>
                </a:moveTo>
                <a:lnTo>
                  <a:pt x="3048000" y="0"/>
                </a:lnTo>
              </a:path>
            </a:pathLst>
          </a:custGeom>
          <a:noFill/>
          <a:ln w="9525">
            <a:solidFill>
              <a:srgbClr val="111111"/>
            </a:solidFill>
            <a:prstDash val="solid"/>
          </a:ln>
        </p:spPr>
      </p:sp>
      <p:sp>
        <p:nvSpPr>
          <p:cNvPr id="1135" name="v10 node:d2Acall">
            <a:extLst>
              <a:ext uri="{FF2B5EF4-FFF2-40B4-BE49-F238E27FC236}">
                <ns2:creationId id="{A5D624B4-3CC2-4DFE-A47D-188F11A4677A}"/>
              </a:ext>
            </a:extLst>
          </p:cNvPr>
          <p:cNvSpPr>
            <a:spLocks noGrp="1"/>
          </p:cNvSpPr>
          <p:nvPr/>
        </p:nvSpPr>
        <p:spPr>
          <a:xfrm>
            <a:off x="4867275" y="5734050"/>
            <a:ext cx="2762250"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모델 호출 및 한도 관리기</a:t>
            </a:r>
            <a:endParaRPr lang="ko-KR">
              <a:latin typeface="Calibri"/>
              <a:ea typeface="Calibri"/>
              <a:cs typeface="Calibri"/>
            </a:endParaRPr>
          </a:p>
        </p:txBody>
      </p:sp>
      <p:sp>
        <p:nvSpPr>
          <p:cNvPr id="1136" name="v10 node:d2Acloud">
            <a:extLst>
              <a:ext uri="{FF2B5EF4-FFF2-40B4-BE49-F238E27FC236}">
                <ns2:creationId id="{695A840D-C7C1-4AF3-9625-D03792C155AD}"/>
              </a:ext>
            </a:extLst>
          </p:cNvPr>
          <p:cNvSpPr>
            <a:spLocks noGrp="1"/>
          </p:cNvSpPr>
          <p:nvPr/>
        </p:nvSpPr>
        <p:spPr>
          <a:xfrm>
            <a:off x="8629650" y="5600700"/>
            <a:ext cx="1143000" cy="428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200" b="1" lang="ko-KR">
                <a:solidFill>
                  <a:srgbClr val="111111"/>
                </a:solidFill>
                <a:latin typeface="Calibri"/>
                <a:ea typeface="Calibri"/>
                <a:cs typeface="Calibri"/>
              </a:defRPr>
            </a:defPPr>
            <a:lvl1pPr algn="ctr">
              <a:defRPr sz="1200" b="1" lang="ko-KR">
                <a:solidFill>
                  <a:srgbClr val="111111"/>
                </a:solidFill>
                <a:latin typeface="Calibri"/>
                <a:ea typeface="Calibri"/>
                <a:cs typeface="Calibri"/>
              </a:defRPr>
            </a:lvl1pPr>
            <a:lvl2pPr algn="ctr">
              <a:defRPr sz="1200" b="1" lang="ko-KR">
                <a:solidFill>
                  <a:srgbClr val="111111"/>
                </a:solidFill>
                <a:latin typeface="Calibri"/>
                <a:ea typeface="Calibri"/>
                <a:cs typeface="Calibri"/>
              </a:defRPr>
            </a:lvl2pPr>
            <a:lvl3pPr algn="ctr">
              <a:defRPr sz="1200" b="1" lang="ko-KR">
                <a:solidFill>
                  <a:srgbClr val="111111"/>
                </a:solidFill>
                <a:latin typeface="Calibri"/>
                <a:ea typeface="Calibri"/>
                <a:cs typeface="Calibri"/>
              </a:defRPr>
            </a:lvl3pPr>
            <a:lvl4pPr algn="ctr">
              <a:defRPr sz="1200" b="1" lang="ko-KR">
                <a:solidFill>
                  <a:srgbClr val="111111"/>
                </a:solidFill>
                <a:latin typeface="Calibri"/>
                <a:ea typeface="Calibri"/>
                <a:cs typeface="Calibri"/>
              </a:defRPr>
            </a:lvl4pPr>
            <a:lvl5pPr algn="ctr">
              <a:defRPr sz="1200" b="1" lang="ko-KR">
                <a:solidFill>
                  <a:srgbClr val="111111"/>
                </a:solidFill>
                <a:latin typeface="Calibri"/>
                <a:ea typeface="Calibri"/>
                <a:cs typeface="Calibri"/>
              </a:defRPr>
            </a:lvl5pPr>
            <a:lvl6pPr algn="ctr">
              <a:defRPr sz="1200" b="1" lang="ko-KR">
                <a:solidFill>
                  <a:srgbClr val="111111"/>
                </a:solidFill>
                <a:latin typeface="Calibri"/>
                <a:ea typeface="Calibri"/>
                <a:cs typeface="Calibri"/>
              </a:defRPr>
            </a:lvl6pPr>
            <a:lvl7pPr algn="ctr">
              <a:defRPr sz="1200" b="1" lang="ko-KR">
                <a:solidFill>
                  <a:srgbClr val="111111"/>
                </a:solidFill>
                <a:latin typeface="Calibri"/>
                <a:ea typeface="Calibri"/>
                <a:cs typeface="Calibri"/>
              </a:defRPr>
            </a:lvl7pPr>
            <a:lvl8pPr algn="ctr">
              <a:defRPr sz="1200" b="1" lang="ko-KR">
                <a:solidFill>
                  <a:srgbClr val="111111"/>
                </a:solidFill>
                <a:latin typeface="Calibri"/>
                <a:ea typeface="Calibri"/>
                <a:cs typeface="Calibri"/>
              </a:defRPr>
            </a:lvl8pPr>
            <a:lvl9pPr algn="ctr">
              <a:defRPr sz="1200" b="1" lang="ko-KR">
                <a:solidFill>
                  <a:srgbClr val="111111"/>
                </a:solidFill>
                <a:latin typeface="Calibri"/>
                <a:ea typeface="Calibri"/>
                <a:cs typeface="Calibri"/>
              </a:defRPr>
            </a:lvl9pPr>
          </a:lstStyle>
          <a:p>
            <a:pPr algn="ctr">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공통 cloud</a:t>
            </a:r>
            <a:endParaRPr lang="ko-KR">
              <a:latin typeface="Calibri"/>
              <a:ea typeface="Calibri"/>
              <a:cs typeface="Calibri"/>
            </a:endParaRPr>
          </a:p>
          <a:p>
            <a:pPr algn="ctr">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모델</a:t>
            </a:r>
            <a:endParaRPr lang="ko-KR">
              <a:latin typeface="Calibri"/>
              <a:ea typeface="Calibri"/>
              <a:cs typeface="Calibri"/>
            </a:endParaRPr>
          </a:p>
        </p:txBody>
      </p:sp>
      <p:sp>
        <p:nvSpPr>
          <p:cNvPr id="1137" name="v10 edge:d2Acloud-call">
            <a:extLst>
              <a:ext uri="{FF2B5EF4-FFF2-40B4-BE49-F238E27FC236}">
                <ns2:creationId id="{16D0723A-FE71-4902-921D-B5357F600B11}"/>
              </a:ext>
            </a:extLst>
          </p:cNvPr>
          <p:cNvSpPr>
            <a:spLocks noGrp="1"/>
          </p:cNvSpPr>
          <p:nvPr/>
        </p:nvSpPr>
        <p:spPr>
          <a:xfrm>
            <a:off x="7629525" y="5800725"/>
            <a:ext cx="1000125" cy="953"/>
          </a:xfrm>
          <a:custGeom>
            <a:pathLst>
              <a:path w="1000125" h="953">
                <a:moveTo>
                  <a:pt x="0" y="0"/>
                </a:moveTo>
                <a:lnTo>
                  <a:pt x="1000125" y="0"/>
                </a:lnTo>
              </a:path>
            </a:pathLst>
          </a:custGeom>
          <a:noFill/>
          <a:ln w="17145">
            <a:solidFill>
              <a:srgbClr val="111111"/>
            </a:solidFill>
            <a:prstDash val="solid"/>
          </a:ln>
        </p:spPr>
      </p:sp>
      <p:sp>
        <p:nvSpPr>
          <p:cNvPr id="1138" name="v10 arrow:d2Acloud-call">
            <a:extLst>
              <a:ext uri="{FF2B5EF4-FFF2-40B4-BE49-F238E27FC236}">
                <ns2:creationId id="{04EA3BE9-C33C-4A95-A87C-F9E6180197F8}"/>
              </a:ext>
            </a:extLst>
          </p:cNvPr>
          <p:cNvSpPr>
            <a:spLocks noGrp="1"/>
          </p:cNvSpPr>
          <p:nvPr/>
        </p:nvSpPr>
        <p:spPr>
          <a:xfrm>
            <a:off x="8543925" y="57626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39" name="v10 label 호출">
            <a:extLst>
              <a:ext uri="{FF2B5EF4-FFF2-40B4-BE49-F238E27FC236}">
                <ns2:creationId id="{AD61CB65-1887-4086-9836-8120B0A044C4}"/>
              </a:ext>
            </a:extLst>
          </p:cNvPr>
          <p:cNvSpPr>
            <a:spLocks noGrp="1"/>
          </p:cNvSpPr>
          <p:nvPr/>
        </p:nvSpPr>
        <p:spPr>
          <a:xfrm>
            <a:off x="8181975" y="5543550"/>
            <a:ext cx="428625"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호출</a:t>
            </a:r>
            <a:endParaRPr lang="ko-KR">
              <a:latin typeface="Calibri"/>
              <a:ea typeface="Calibri"/>
              <a:cs typeface="Calibri"/>
            </a:endParaRPr>
          </a:p>
        </p:txBody>
      </p:sp>
      <p:sp>
        <p:nvSpPr>
          <p:cNvPr id="1140" name="v10 edge:d2Acloud-result">
            <a:extLst>
              <a:ext uri="{FF2B5EF4-FFF2-40B4-BE49-F238E27FC236}">
                <ns2:creationId id="{1C8095E4-FE17-499F-BCC6-435458796DE4}"/>
              </a:ext>
            </a:extLst>
          </p:cNvPr>
          <p:cNvSpPr>
            <a:spLocks noGrp="1"/>
          </p:cNvSpPr>
          <p:nvPr/>
        </p:nvSpPr>
        <p:spPr>
          <a:xfrm>
            <a:off x="7629525" y="5943600"/>
            <a:ext cx="1000125" cy="953"/>
          </a:xfrm>
          <a:custGeom>
            <a:pathLst>
              <a:path w="1000125" h="953">
                <a:moveTo>
                  <a:pt x="1000125" y="0"/>
                </a:moveTo>
                <a:lnTo>
                  <a:pt x="0" y="0"/>
                </a:lnTo>
              </a:path>
            </a:pathLst>
          </a:custGeom>
          <a:noFill/>
          <a:ln w="17145">
            <a:solidFill>
              <a:srgbClr val="111111"/>
            </a:solidFill>
            <a:prstDash val="dash"/>
          </a:ln>
        </p:spPr>
      </p:sp>
      <p:sp>
        <p:nvSpPr>
          <p:cNvPr id="1141" name="v10 arrow:d2Acloud-result">
            <a:extLst>
              <a:ext uri="{FF2B5EF4-FFF2-40B4-BE49-F238E27FC236}">
                <ns2:creationId id="{C684107B-9F4A-426E-B9D9-7293FA1CC509}"/>
              </a:ext>
            </a:extLst>
          </p:cNvPr>
          <p:cNvSpPr>
            <a:spLocks noGrp="1"/>
          </p:cNvSpPr>
          <p:nvPr/>
        </p:nvSpPr>
        <p:spPr>
          <a:xfrm>
            <a:off x="7629525" y="59055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42" name="v10 label 반환">
            <a:extLst>
              <a:ext uri="{FF2B5EF4-FFF2-40B4-BE49-F238E27FC236}">
                <ns2:creationId id="{0EE54BEA-8942-4334-827D-761DFED11826}"/>
              </a:ext>
            </a:extLst>
          </p:cNvPr>
          <p:cNvSpPr>
            <a:spLocks noGrp="1"/>
          </p:cNvSpPr>
          <p:nvPr/>
        </p:nvSpPr>
        <p:spPr>
          <a:xfrm>
            <a:off x="8181975" y="5943600"/>
            <a:ext cx="428625"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반환</a:t>
            </a:r>
            <a:endParaRPr lang="ko-KR">
              <a:latin typeface="Calibri"/>
              <a:ea typeface="Calibri"/>
              <a:cs typeface="Calibri"/>
            </a:endParaRPr>
          </a:p>
        </p:txBody>
      </p:sp>
      <p:sp>
        <p:nvSpPr>
          <p:cNvPr id="1143" name="v10 node:d2Aconversation">
            <a:extLst>
              <a:ext uri="{FF2B5EF4-FFF2-40B4-BE49-F238E27FC236}">
                <ns2:creationId id="{030DDA4B-A7F7-4B44-959D-235DB0DD7222}"/>
              </a:ext>
            </a:extLst>
          </p:cNvPr>
          <p:cNvSpPr>
            <a:spLocks noGrp="1"/>
          </p:cNvSpPr>
          <p:nvPr/>
        </p:nvSpPr>
        <p:spPr>
          <a:xfrm>
            <a:off x="4867275" y="3000375"/>
            <a:ext cx="2286000" cy="542925"/>
          </a:xfrm>
          <a:prstGeom prst="roundRect">
            <a:avLst>
              <a:gd name="adj" fmla="val 14035"/>
            </a:avLst>
          </a:prstGeom>
          <a:solidFill>
            <a:srgbClr val="FFFFFF"/>
          </a:solidFill>
          <a:ln w="16193">
            <a:solidFill>
              <a:srgbClr val="4676CB"/>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대화 해석 실행기</a:t>
            </a:r>
            <a:endParaRPr lang="ko-KR">
              <a:latin typeface="Calibri"/>
              <a:ea typeface="Calibri"/>
              <a:cs typeface="Calibri"/>
            </a:endParaRPr>
          </a:p>
        </p:txBody>
      </p:sp>
      <p:sp>
        <p:nvSpPr>
          <p:cNvPr id="1144" name="v10 node:d2Acontext">
            <a:extLst>
              <a:ext uri="{FF2B5EF4-FFF2-40B4-BE49-F238E27FC236}">
                <ns2:creationId id="{9CA25135-4CF7-432C-80ED-911072D54D19}"/>
              </a:ext>
            </a:extLst>
          </p:cNvPr>
          <p:cNvSpPr>
            <a:spLocks noGrp="1"/>
          </p:cNvSpPr>
          <p:nvPr/>
        </p:nvSpPr>
        <p:spPr>
          <a:xfrm>
            <a:off x="7486650" y="3000375"/>
            <a:ext cx="2143125" cy="962025"/>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대화 문맥 / 근거</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R2 잠정 판단</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 / 대화 수명</a:t>
            </a:r>
            <a:endParaRPr lang="ko-KR">
              <a:latin typeface="Calibri"/>
              <a:ea typeface="Calibri"/>
              <a:cs typeface="Calibri"/>
            </a:endParaRPr>
          </a:p>
        </p:txBody>
      </p:sp>
      <p:sp>
        <p:nvSpPr>
          <p:cNvPr id="1145" name="v10 edge:d2Astart">
            <a:extLst>
              <a:ext uri="{FF2B5EF4-FFF2-40B4-BE49-F238E27FC236}">
                <ns2:creationId id="{330170A5-095B-4929-9433-437348E870B1}"/>
              </a:ext>
            </a:extLst>
          </p:cNvPr>
          <p:cNvSpPr>
            <a:spLocks noGrp="1"/>
          </p:cNvSpPr>
          <p:nvPr/>
        </p:nvSpPr>
        <p:spPr>
          <a:xfrm>
            <a:off x="4133850" y="3143250"/>
            <a:ext cx="733425" cy="953"/>
          </a:xfrm>
          <a:custGeom>
            <a:pathLst>
              <a:path w="733425" h="953">
                <a:moveTo>
                  <a:pt x="0" y="0"/>
                </a:moveTo>
                <a:lnTo>
                  <a:pt x="733425" y="0"/>
                </a:lnTo>
              </a:path>
            </a:pathLst>
          </a:custGeom>
          <a:noFill/>
          <a:ln w="17145">
            <a:solidFill>
              <a:srgbClr val="4676CB"/>
            </a:solidFill>
            <a:prstDash val="solid"/>
          </a:ln>
        </p:spPr>
      </p:sp>
      <p:sp>
        <p:nvSpPr>
          <p:cNvPr id="1146" name="v10 arrow:d2Astart">
            <a:extLst>
              <a:ext uri="{FF2B5EF4-FFF2-40B4-BE49-F238E27FC236}">
                <ns2:creationId id="{0FDCE67C-53D7-4D78-8593-49A60D32E8C7}"/>
              </a:ext>
            </a:extLst>
          </p:cNvPr>
          <p:cNvSpPr>
            <a:spLocks noGrp="1"/>
          </p:cNvSpPr>
          <p:nvPr/>
        </p:nvSpPr>
        <p:spPr>
          <a:xfrm>
            <a:off x="4781550" y="31051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47" name="v10 label step&#10;경계 후">
            <a:extLst>
              <a:ext uri="{FF2B5EF4-FFF2-40B4-BE49-F238E27FC236}">
                <ns2:creationId id="{F040D1DA-1E61-4110-BDA2-04B1B181D46C}"/>
              </a:ext>
            </a:extLst>
          </p:cNvPr>
          <p:cNvSpPr>
            <a:spLocks noGrp="1"/>
          </p:cNvSpPr>
          <p:nvPr/>
        </p:nvSpPr>
        <p:spPr>
          <a:xfrm>
            <a:off x="4267200" y="2686050"/>
            <a:ext cx="438150" cy="40005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step</a:t>
            </a:r>
            <a:endParaRPr lang="ko-KR">
              <a:latin typeface="Calibri"/>
              <a:ea typeface="Calibri"/>
              <a:cs typeface="Calibri"/>
            </a:endParaRPr>
          </a:p>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경계 후</a:t>
            </a:r>
            <a:endParaRPr lang="ko-KR">
              <a:latin typeface="Calibri"/>
              <a:ea typeface="Calibri"/>
              <a:cs typeface="Calibri"/>
            </a:endParaRPr>
          </a:p>
        </p:txBody>
      </p:sp>
      <p:sp>
        <p:nvSpPr>
          <p:cNvPr id="1148" name="v10 edge:d2Aproposal">
            <a:extLst>
              <a:ext uri="{FF2B5EF4-FFF2-40B4-BE49-F238E27FC236}">
                <ns2:creationId id="{C619963C-132C-4086-AE6C-AD68BD65764D}"/>
              </a:ext>
            </a:extLst>
          </p:cNvPr>
          <p:cNvSpPr>
            <a:spLocks noGrp="1"/>
          </p:cNvSpPr>
          <p:nvPr/>
        </p:nvSpPr>
        <p:spPr>
          <a:xfrm>
            <a:off x="4133850" y="3390900"/>
            <a:ext cx="733425" cy="1266825"/>
          </a:xfrm>
          <a:custGeom>
            <a:pathLst>
              <a:path w="733425" h="1266825">
                <a:moveTo>
                  <a:pt x="733425" y="0"/>
                </a:moveTo>
                <a:lnTo>
                  <a:pt x="314325" y="0"/>
                </a:lnTo>
                <a:lnTo>
                  <a:pt x="314325" y="1266825"/>
                </a:lnTo>
                <a:lnTo>
                  <a:pt x="0" y="1266825"/>
                </a:lnTo>
              </a:path>
            </a:pathLst>
          </a:custGeom>
          <a:noFill/>
          <a:ln w="17145">
            <a:solidFill>
              <a:srgbClr val="111111"/>
            </a:solidFill>
            <a:prstDash val="dash"/>
          </a:ln>
        </p:spPr>
      </p:sp>
      <p:sp>
        <p:nvSpPr>
          <p:cNvPr id="1149" name="v10 arrow:d2Aproposal">
            <a:extLst>
              <a:ext uri="{FF2B5EF4-FFF2-40B4-BE49-F238E27FC236}">
                <ns2:creationId id="{1AA382A7-DC71-415F-80CC-AF06BD86B3A8}"/>
              </a:ext>
            </a:extLst>
          </p:cNvPr>
          <p:cNvSpPr>
            <a:spLocks noGrp="1"/>
          </p:cNvSpPr>
          <p:nvPr/>
        </p:nvSpPr>
        <p:spPr>
          <a:xfrm>
            <a:off x="4133850" y="46196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50" name="v10 label 의미 제안">
            <a:extLst>
              <a:ext uri="{FF2B5EF4-FFF2-40B4-BE49-F238E27FC236}">
                <ns2:creationId id="{2CD726D6-7B66-46BC-9839-9C3F105F28A5}"/>
              </a:ext>
            </a:extLst>
          </p:cNvPr>
          <p:cNvSpPr>
            <a:spLocks noGrp="1"/>
          </p:cNvSpPr>
          <p:nvPr/>
        </p:nvSpPr>
        <p:spPr>
          <a:xfrm>
            <a:off x="4257675" y="3762375"/>
            <a:ext cx="876300" cy="20955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의미 제안</a:t>
            </a:r>
            <a:endParaRPr lang="ko-KR">
              <a:latin typeface="Calibri"/>
              <a:ea typeface="Calibri"/>
              <a:cs typeface="Calibri"/>
            </a:endParaRPr>
          </a:p>
        </p:txBody>
      </p:sp>
      <p:sp>
        <p:nvSpPr>
          <p:cNvPr id="1151" name="v10 edge:d2Aresume">
            <a:extLst>
              <a:ext uri="{FF2B5EF4-FFF2-40B4-BE49-F238E27FC236}">
                <ns2:creationId id="{91FAC4B3-384C-4317-AAFE-84E77675FE3E}"/>
              </a:ext>
            </a:extLst>
          </p:cNvPr>
          <p:cNvSpPr>
            <a:spLocks noGrp="1"/>
          </p:cNvSpPr>
          <p:nvPr/>
        </p:nvSpPr>
        <p:spPr>
          <a:xfrm>
            <a:off x="4133850" y="3505200"/>
            <a:ext cx="733425" cy="1323975"/>
          </a:xfrm>
          <a:custGeom>
            <a:pathLst>
              <a:path w="733425" h="1323975">
                <a:moveTo>
                  <a:pt x="0" y="1323975"/>
                </a:moveTo>
                <a:lnTo>
                  <a:pt x="447675" y="1323975"/>
                </a:lnTo>
                <a:lnTo>
                  <a:pt x="447675" y="0"/>
                </a:lnTo>
                <a:lnTo>
                  <a:pt x="733425" y="0"/>
                </a:lnTo>
              </a:path>
            </a:pathLst>
          </a:custGeom>
          <a:noFill/>
          <a:ln w="17145">
            <a:solidFill>
              <a:srgbClr val="111111"/>
            </a:solidFill>
            <a:prstDash val="solid"/>
          </a:ln>
        </p:spPr>
      </p:sp>
      <p:sp>
        <p:nvSpPr>
          <p:cNvPr id="1152" name="v10 arrow:d2Aresume">
            <a:extLst>
              <a:ext uri="{FF2B5EF4-FFF2-40B4-BE49-F238E27FC236}">
                <ns2:creationId id="{FB3FDE09-A514-4D60-AD6D-C925D07A0DBA}"/>
              </a:ext>
            </a:extLst>
          </p:cNvPr>
          <p:cNvSpPr>
            <a:spLocks noGrp="1"/>
          </p:cNvSpPr>
          <p:nvPr/>
        </p:nvSpPr>
        <p:spPr>
          <a:xfrm>
            <a:off x="4781550" y="34671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53" name="v10 label 재판단 요청">
            <a:extLst>
              <a:ext uri="{FF2B5EF4-FFF2-40B4-BE49-F238E27FC236}">
                <ns2:creationId id="{FA7850A4-310B-4095-B01A-A701F5DDE4E1}"/>
              </a:ext>
            </a:extLst>
          </p:cNvPr>
          <p:cNvSpPr>
            <a:spLocks noGrp="1"/>
          </p:cNvSpPr>
          <p:nvPr/>
        </p:nvSpPr>
        <p:spPr>
          <a:xfrm>
            <a:off x="2628900" y="5000625"/>
            <a:ext cx="1428750" cy="2000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재판단 요청</a:t>
            </a:r>
            <a:endParaRPr lang="ko-KR">
              <a:latin typeface="Calibri"/>
              <a:ea typeface="Calibri"/>
              <a:cs typeface="Calibri"/>
            </a:endParaRPr>
          </a:p>
        </p:txBody>
      </p:sp>
      <p:sp>
        <p:nvSpPr>
          <p:cNvPr id="1154" name="v10 edge:d2Acontext-read">
            <a:extLst>
              <a:ext uri="{FF2B5EF4-FFF2-40B4-BE49-F238E27FC236}">
                <ns2:creationId id="{B9688B65-5D62-46A6-AB3F-20DAD048940B}"/>
              </a:ext>
            </a:extLst>
          </p:cNvPr>
          <p:cNvSpPr>
            <a:spLocks noGrp="1"/>
          </p:cNvSpPr>
          <p:nvPr/>
        </p:nvSpPr>
        <p:spPr>
          <a:xfrm>
            <a:off x="7153275" y="3219450"/>
            <a:ext cx="333375" cy="953"/>
          </a:xfrm>
          <a:custGeom>
            <a:pathLst>
              <a:path w="333375" h="953">
                <a:moveTo>
                  <a:pt x="333375" y="0"/>
                </a:moveTo>
                <a:lnTo>
                  <a:pt x="0" y="0"/>
                </a:lnTo>
              </a:path>
            </a:pathLst>
          </a:custGeom>
          <a:noFill/>
          <a:ln w="17145">
            <a:solidFill>
              <a:srgbClr val="4676CB"/>
            </a:solidFill>
            <a:prstDash val="dash"/>
          </a:ln>
        </p:spPr>
      </p:sp>
      <p:sp>
        <p:nvSpPr>
          <p:cNvPr id="1155" name="v10 arrow:d2Acontext-read">
            <a:extLst>
              <a:ext uri="{FF2B5EF4-FFF2-40B4-BE49-F238E27FC236}">
                <ns2:creationId id="{0C648273-106F-45E5-9275-978222FB9EDE}"/>
              </a:ext>
            </a:extLst>
          </p:cNvPr>
          <p:cNvSpPr>
            <a:spLocks noGrp="1"/>
          </p:cNvSpPr>
          <p:nvPr/>
        </p:nvSpPr>
        <p:spPr>
          <a:xfrm>
            <a:off x="7153275" y="318135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1156" name="v10 edge:d2Acontext-save">
            <a:extLst>
              <a:ext uri="{FF2B5EF4-FFF2-40B4-BE49-F238E27FC236}">
                <ns2:creationId id="{B28482D2-42C8-4E19-985D-2A2994372FB3}"/>
              </a:ext>
            </a:extLst>
          </p:cNvPr>
          <p:cNvSpPr>
            <a:spLocks noGrp="1"/>
          </p:cNvSpPr>
          <p:nvPr/>
        </p:nvSpPr>
        <p:spPr>
          <a:xfrm>
            <a:off x="7153275" y="3419475"/>
            <a:ext cx="333375" cy="953"/>
          </a:xfrm>
          <a:custGeom>
            <a:pathLst>
              <a:path w="333375" h="953">
                <a:moveTo>
                  <a:pt x="0" y="0"/>
                </a:moveTo>
                <a:lnTo>
                  <a:pt x="333375" y="0"/>
                </a:lnTo>
              </a:path>
            </a:pathLst>
          </a:custGeom>
          <a:noFill/>
          <a:ln w="17145">
            <a:solidFill>
              <a:srgbClr val="4676CB"/>
            </a:solidFill>
            <a:prstDash val="solid"/>
          </a:ln>
        </p:spPr>
      </p:sp>
      <p:sp>
        <p:nvSpPr>
          <p:cNvPr id="1157" name="v10 arrow:d2Acontext-save">
            <a:extLst>
              <a:ext uri="{FF2B5EF4-FFF2-40B4-BE49-F238E27FC236}">
                <ns2:creationId id="{63486BF0-4152-4110-B196-24577BC08A3C}"/>
              </a:ext>
            </a:extLst>
          </p:cNvPr>
          <p:cNvSpPr>
            <a:spLocks noGrp="1"/>
          </p:cNvSpPr>
          <p:nvPr/>
        </p:nvSpPr>
        <p:spPr>
          <a:xfrm>
            <a:off x="7400925" y="338137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58" name="v10 edge:d2Ainfer">
            <a:extLst>
              <a:ext uri="{FF2B5EF4-FFF2-40B4-BE49-F238E27FC236}">
                <ns2:creationId id="{A76DB1C3-1CE0-40AC-8D16-3E764E201D96}"/>
              </a:ext>
            </a:extLst>
          </p:cNvPr>
          <p:cNvSpPr>
            <a:spLocks noGrp="1"/>
          </p:cNvSpPr>
          <p:nvPr/>
        </p:nvSpPr>
        <p:spPr>
          <a:xfrm>
            <a:off x="4819650" y="3543300"/>
            <a:ext cx="1190625" cy="2324100"/>
          </a:xfrm>
          <a:custGeom>
            <a:pathLst>
              <a:path w="1190625" h="2324100">
                <a:moveTo>
                  <a:pt x="1190625" y="0"/>
                </a:moveTo>
                <a:lnTo>
                  <a:pt x="1190625" y="847725"/>
                </a:lnTo>
                <a:lnTo>
                  <a:pt x="0" y="847725"/>
                </a:lnTo>
                <a:lnTo>
                  <a:pt x="0" y="2324100"/>
                </a:lnTo>
                <a:lnTo>
                  <a:pt x="47625" y="2324100"/>
                </a:lnTo>
              </a:path>
            </a:pathLst>
          </a:custGeom>
          <a:noFill/>
          <a:ln w="17145">
            <a:solidFill>
              <a:srgbClr val="4676CB"/>
            </a:solidFill>
            <a:prstDash val="solid"/>
          </a:ln>
        </p:spPr>
      </p:sp>
      <p:sp>
        <p:nvSpPr>
          <p:cNvPr id="1159" name="v10 arrow:d2Ainfer">
            <a:extLst>
              <a:ext uri="{FF2B5EF4-FFF2-40B4-BE49-F238E27FC236}">
                <ns2:creationId id="{1B12F141-838E-4D34-8FF5-3C682CFE3A41}"/>
              </a:ext>
            </a:extLst>
          </p:cNvPr>
          <p:cNvSpPr>
            <a:spLocks noGrp="1"/>
          </p:cNvSpPr>
          <p:nvPr/>
        </p:nvSpPr>
        <p:spPr>
          <a:xfrm>
            <a:off x="4781550" y="58293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60" name="v10 label 모델 판단">
            <a:extLst>
              <a:ext uri="{FF2B5EF4-FFF2-40B4-BE49-F238E27FC236}">
                <ns2:creationId id="{EBFCF0F4-8BD9-4E2E-8BA2-94DF936ED65E}"/>
              </a:ext>
            </a:extLst>
          </p:cNvPr>
          <p:cNvSpPr>
            <a:spLocks noGrp="1"/>
          </p:cNvSpPr>
          <p:nvPr/>
        </p:nvSpPr>
        <p:spPr>
          <a:xfrm>
            <a:off x="4981575" y="4143375"/>
            <a:ext cx="1057275" cy="21907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모델 판단</a:t>
            </a:r>
            <a:endParaRPr lang="ko-KR">
              <a:latin typeface="Calibri"/>
              <a:ea typeface="Calibri"/>
              <a:cs typeface="Calibri"/>
            </a:endParaRPr>
          </a:p>
        </p:txBody>
      </p:sp>
      <p:sp>
        <p:nvSpPr>
          <p:cNvPr id="1161" name="v10 edge:d2Ainfer-result">
            <a:extLst>
              <a:ext uri="{FF2B5EF4-FFF2-40B4-BE49-F238E27FC236}">
                <ns2:creationId id="{72AB7830-9D4B-48AD-B780-6B4022386096}"/>
              </a:ext>
            </a:extLst>
          </p:cNvPr>
          <p:cNvSpPr>
            <a:spLocks noGrp="1"/>
          </p:cNvSpPr>
          <p:nvPr/>
        </p:nvSpPr>
        <p:spPr>
          <a:xfrm>
            <a:off x="7029450" y="3543300"/>
            <a:ext cx="2838450" cy="2400300"/>
          </a:xfrm>
          <a:custGeom>
            <a:pathLst>
              <a:path w="2838450" h="2400300">
                <a:moveTo>
                  <a:pt x="600075" y="2400300"/>
                </a:moveTo>
                <a:lnTo>
                  <a:pt x="933450" y="2400300"/>
                </a:lnTo>
                <a:lnTo>
                  <a:pt x="933450" y="1733550"/>
                </a:lnTo>
                <a:lnTo>
                  <a:pt x="2838450" y="1733550"/>
                </a:lnTo>
                <a:lnTo>
                  <a:pt x="2838450" y="647700"/>
                </a:lnTo>
                <a:lnTo>
                  <a:pt x="295275" y="647700"/>
                </a:lnTo>
                <a:lnTo>
                  <a:pt x="295275" y="95250"/>
                </a:lnTo>
                <a:lnTo>
                  <a:pt x="0" y="95250"/>
                </a:lnTo>
                <a:lnTo>
                  <a:pt x="0" y="0"/>
                </a:lnTo>
              </a:path>
            </a:pathLst>
          </a:custGeom>
          <a:noFill/>
          <a:ln w="17145">
            <a:solidFill>
              <a:srgbClr val="4676CB"/>
            </a:solidFill>
            <a:prstDash val="dash"/>
          </a:ln>
        </p:spPr>
      </p:sp>
      <p:sp>
        <p:nvSpPr>
          <p:cNvPr id="1162" name="v10 arrow:d2Ainfer-result">
            <a:extLst>
              <a:ext uri="{FF2B5EF4-FFF2-40B4-BE49-F238E27FC236}">
                <ns2:creationId id="{29EA5A74-9760-4D36-8A1D-776A3543E8D5}"/>
              </a:ext>
            </a:extLst>
          </p:cNvPr>
          <p:cNvSpPr>
            <a:spLocks noGrp="1"/>
          </p:cNvSpPr>
          <p:nvPr/>
        </p:nvSpPr>
        <p:spPr>
          <a:xfrm>
            <a:off x="6991350" y="3543300"/>
            <a:ext cx="76200" cy="85725"/>
          </a:xfrm>
          <a:custGeom>
            <a:pathLst>
              <a:path w="76200" h="85725">
                <a:moveTo>
                  <a:pt x="38100" y="0"/>
                </a:moveTo>
                <a:lnTo>
                  <a:pt x="0" y="85725"/>
                </a:lnTo>
                <a:lnTo>
                  <a:pt x="76200" y="85725"/>
                </a:lnTo>
                <a:close/>
              </a:path>
            </a:pathLst>
          </a:custGeom>
          <a:solidFill>
            <a:srgbClr val="4676CB"/>
          </a:solidFill>
          <a:ln w="3810">
            <a:solidFill>
              <a:srgbClr val="4676CB"/>
            </a:solidFill>
          </a:ln>
        </p:spPr>
      </p:sp>
      <p:sp>
        <p:nvSpPr>
          <p:cNvPr id="1163" name="v10 label 판단 결과">
            <a:extLst>
              <a:ext uri="{FF2B5EF4-FFF2-40B4-BE49-F238E27FC236}">
                <ns2:creationId id="{3C612AE8-B050-4181-8B24-429B4F29F319}"/>
              </a:ext>
            </a:extLst>
          </p:cNvPr>
          <p:cNvSpPr>
            <a:spLocks noGrp="1"/>
          </p:cNvSpPr>
          <p:nvPr/>
        </p:nvSpPr>
        <p:spPr>
          <a:xfrm>
            <a:off x="8172450" y="5048250"/>
            <a:ext cx="13811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판단 결과</a:t>
            </a:r>
            <a:endParaRPr lang="ko-KR">
              <a:latin typeface="Calibri"/>
              <a:ea typeface="Calibri"/>
              <a:cs typeface="Calibri"/>
            </a:endParaRPr>
          </a:p>
        </p:txBody>
      </p:sp>
      <p:sp>
        <p:nvSpPr>
          <p:cNvPr id="1164" name="v10 label 남은 목표와 새 입력을 같은 실행에서 계속&#10;앞선 요청 전체 완료까지 기다리는 구조는 아님">
            <a:extLst>
              <a:ext uri="{FF2B5EF4-FFF2-40B4-BE49-F238E27FC236}">
                <ns2:creationId id="{ED467411-832D-4FA0-8ADA-9E562609AF2F}"/>
              </a:ext>
            </a:extLst>
          </p:cNvPr>
          <p:cNvSpPr>
            <a:spLocks noGrp="1"/>
          </p:cNvSpPr>
          <p:nvPr/>
        </p:nvSpPr>
        <p:spPr>
          <a:xfrm>
            <a:off x="5057775" y="4562475"/>
            <a:ext cx="4524375" cy="457200"/>
          </a:xfrm>
          <a:prstGeom prst="rect">
            <a:avLst/>
          </a:prstGeom>
          <a:no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앞선 요청 전체 완료까지 기다리는 구조는 아님</a:t>
            </a:r>
            <a:endParaRPr lang="ko-KR">
              <a:latin typeface="Calibri"/>
              <a:ea typeface="Calibri"/>
              <a:cs typeface="Calibri"/>
            </a:endParaRPr>
          </a:p>
        </p:txBody>
      </p:sp>
      <p:sp>
        <p:nvSpPr>
          <p:cNvPr id="1165" name="v10 label 공통 대화 해석 + 요청별 논리 실행 / 개별 반환">
            <a:extLst>
              <a:ext uri="{FF2B5EF4-FFF2-40B4-BE49-F238E27FC236}">
                <ns2:creationId id="{EF793543-7275-4563-9D7D-85EB911B539B}"/>
              </a:ext>
            </a:extLst>
          </p:cNvPr>
          <p:cNvSpPr>
            <a:spLocks noGrp="1"/>
          </p:cNvSpPr>
          <p:nvPr/>
        </p:nvSpPr>
        <p:spPr>
          <a:xfrm>
            <a:off x="10058400" y="2190750"/>
            <a:ext cx="7905750" cy="257175"/>
          </a:xfrm>
          <a:prstGeom prst="rect">
            <a:avLst/>
          </a:prstGeom>
          <a:noFill/>
          <a:ln w="0">
            <a:noFill/>
          </a:ln>
        </p:spPr>
        <p:txBody>
          <a:bodyPr wrap="none" lIns="47625" tIns="19050" rIns="47625" bIns="190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공통 대화 해석 + 요청별 논리 실행 / 개별 반환</a:t>
            </a:r>
            <a:endParaRPr lang="ko-KR">
              <a:latin typeface="Calibri"/>
              <a:ea typeface="Calibri"/>
              <a:cs typeface="Calibri"/>
            </a:endParaRPr>
          </a:p>
        </p:txBody>
      </p:sp>
      <p:sp>
        <p:nvSpPr>
          <p:cNvPr id="1166" name="v10 node:d2Brc">
            <a:extLst>
              <a:ext uri="{FF2B5EF4-FFF2-40B4-BE49-F238E27FC236}">
                <ns2:creationId id="{4B758C74-3412-4F1B-996B-A53D9F97970A}"/>
              </a:ext>
            </a:extLst>
          </p:cNvPr>
          <p:cNvSpPr>
            <a:spLocks noGrp="1"/>
          </p:cNvSpPr>
          <p:nvPr/>
        </p:nvSpPr>
        <p:spPr>
          <a:xfrm>
            <a:off x="10058400" y="2571750"/>
            <a:ext cx="2286000" cy="2657475"/>
          </a:xfrm>
          <a:prstGeom prst="rect">
            <a:avLst/>
          </a:prstGeom>
          <a:solidFill>
            <a:srgbClr val="FFF6DD"/>
          </a:solidFill>
          <a:ln w="16193">
            <a:solidFill>
              <a:srgbClr val="111111"/>
            </a:solidFill>
          </a:ln>
        </p:spPr>
        <p:txBody>
          <a:bodyPr wrap="none" lIns="47625" tIns="19050" rIns="47625" bIns="231457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167" name="v10 divider d2Brc">
            <a:extLst>
              <a:ext uri="{FF2B5EF4-FFF2-40B4-BE49-F238E27FC236}">
                <ns2:creationId id="{42959250-AC0A-42A8-A23D-7074273F5DAE}"/>
              </a:ext>
            </a:extLst>
          </p:cNvPr>
          <p:cNvSpPr>
            <a:spLocks noGrp="1"/>
          </p:cNvSpPr>
          <p:nvPr/>
        </p:nvSpPr>
        <p:spPr>
          <a:xfrm>
            <a:off x="10058400" y="2933700"/>
            <a:ext cx="2286000" cy="953"/>
          </a:xfrm>
          <a:custGeom>
            <a:pathLst>
              <a:path w="2286000" h="953">
                <a:moveTo>
                  <a:pt x="0" y="0"/>
                </a:moveTo>
                <a:lnTo>
                  <a:pt x="2286000" y="0"/>
                </a:lnTo>
              </a:path>
            </a:pathLst>
          </a:custGeom>
          <a:noFill/>
          <a:ln w="9525">
            <a:solidFill>
              <a:srgbClr val="111111"/>
            </a:solidFill>
            <a:prstDash val="solid"/>
          </a:ln>
        </p:spPr>
      </p:sp>
      <p:sp>
        <p:nvSpPr>
          <p:cNvPr id="1168" name="v10 node:d2Binput">
            <a:extLst>
              <a:ext uri="{FF2B5EF4-FFF2-40B4-BE49-F238E27FC236}">
                <ns2:creationId id="{7D06FD38-126B-46A9-AC7C-765FB8D21B5F}"/>
              </a:ext>
            </a:extLst>
          </p:cNvPr>
          <p:cNvSpPr>
            <a:spLocks noGrp="1"/>
          </p:cNvSpPr>
          <p:nvPr/>
        </p:nvSpPr>
        <p:spPr>
          <a:xfrm>
            <a:off x="10172700" y="3000375"/>
            <a:ext cx="2057400" cy="323850"/>
          </a:xfrm>
          <a:prstGeom prst="roundRect">
            <a:avLst>
              <a:gd name="adj" fmla="val 23529"/>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입력 및 실행 요청기</a:t>
            </a:r>
            <a:endParaRPr lang="ko-KR">
              <a:latin typeface="Calibri"/>
              <a:ea typeface="Calibri"/>
              <a:cs typeface="Calibri"/>
            </a:endParaRPr>
          </a:p>
        </p:txBody>
      </p:sp>
      <p:sp>
        <p:nvSpPr>
          <p:cNvPr id="1169" name="v10 node:d2Bcontrol-state">
            <a:extLst>
              <a:ext uri="{FF2B5EF4-FFF2-40B4-BE49-F238E27FC236}">
                <ns2:creationId id="{FFCA5BF2-6960-4B94-BDB9-80FAA515923B}"/>
              </a:ext>
            </a:extLst>
          </p:cNvPr>
          <p:cNvSpPr>
            <a:spLocks noGrp="1"/>
          </p:cNvSpPr>
          <p:nvPr/>
        </p:nvSpPr>
        <p:spPr>
          <a:xfrm>
            <a:off x="10172700" y="3552825"/>
            <a:ext cx="2057400" cy="7143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입력과 실행 ID 대응</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목표 / 판본 / 변경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a:t>
            </a:r>
            <a:endParaRPr lang="ko-KR">
              <a:latin typeface="Calibri"/>
              <a:ea typeface="Calibri"/>
              <a:cs typeface="Calibri"/>
            </a:endParaRPr>
          </a:p>
        </p:txBody>
      </p:sp>
      <p:sp>
        <p:nvSpPr>
          <p:cNvPr id="1170" name="v10 node:d2Badopt">
            <a:extLst>
              <a:ext uri="{FF2B5EF4-FFF2-40B4-BE49-F238E27FC236}">
                <ns2:creationId id="{8C21007E-4A40-49BB-B850-6DCAC6ABBCD8}"/>
              </a:ext>
            </a:extLst>
          </p:cNvPr>
          <p:cNvSpPr>
            <a:spLocks noGrp="1"/>
          </p:cNvSpPr>
          <p:nvPr/>
        </p:nvSpPr>
        <p:spPr>
          <a:xfrm>
            <a:off x="10172700" y="4514850"/>
            <a:ext cx="2057400" cy="438150"/>
          </a:xfrm>
          <a:prstGeom prst="roundRect">
            <a:avLst>
              <a:gd name="adj" fmla="val 17391"/>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반환 검증 및 채택기</a:t>
            </a:r>
            <a:endParaRPr lang="ko-KR">
              <a:latin typeface="Calibri"/>
              <a:ea typeface="Calibri"/>
              <a:cs typeface="Calibri"/>
            </a:endParaRPr>
          </a:p>
        </p:txBody>
      </p:sp>
      <p:sp>
        <p:nvSpPr>
          <p:cNvPr id="1171" name="v10 edge:d2Binput-save">
            <a:extLst>
              <a:ext uri="{FF2B5EF4-FFF2-40B4-BE49-F238E27FC236}">
                <ns2:creationId id="{B69FC0DC-8F9E-4B2A-9B99-9E06974EEEBD}"/>
              </a:ext>
            </a:extLst>
          </p:cNvPr>
          <p:cNvSpPr>
            <a:spLocks noGrp="1"/>
          </p:cNvSpPr>
          <p:nvPr/>
        </p:nvSpPr>
        <p:spPr>
          <a:xfrm>
            <a:off x="11153775" y="3324225"/>
            <a:ext cx="953" cy="228600"/>
          </a:xfrm>
          <a:custGeom>
            <a:pathLst>
              <a:path w="953" h="228600">
                <a:moveTo>
                  <a:pt x="0" y="0"/>
                </a:moveTo>
                <a:lnTo>
                  <a:pt x="0" y="228600"/>
                </a:lnTo>
              </a:path>
            </a:pathLst>
          </a:custGeom>
          <a:noFill/>
          <a:ln w="17145">
            <a:solidFill>
              <a:srgbClr val="111111"/>
            </a:solidFill>
            <a:prstDash val="solid"/>
          </a:ln>
        </p:spPr>
      </p:sp>
      <p:sp>
        <p:nvSpPr>
          <p:cNvPr id="1172" name="v10 arrow:d2Binput-save">
            <a:extLst>
              <a:ext uri="{FF2B5EF4-FFF2-40B4-BE49-F238E27FC236}">
                <ns2:creationId id="{F1DF4712-7449-48E5-956B-4A71163290C2}"/>
              </a:ext>
            </a:extLst>
          </p:cNvPr>
          <p:cNvSpPr>
            <a:spLocks noGrp="1"/>
          </p:cNvSpPr>
          <p:nvPr/>
        </p:nvSpPr>
        <p:spPr>
          <a:xfrm>
            <a:off x="11115675" y="346710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73" name="v10 edge:d2Bstate-check">
            <a:extLst>
              <a:ext uri="{FF2B5EF4-FFF2-40B4-BE49-F238E27FC236}">
                <ns2:creationId id="{3F8FC8EC-5F7E-4529-97C6-BAB3C26648E7}"/>
              </a:ext>
            </a:extLst>
          </p:cNvPr>
          <p:cNvSpPr>
            <a:spLocks noGrp="1"/>
          </p:cNvSpPr>
          <p:nvPr/>
        </p:nvSpPr>
        <p:spPr>
          <a:xfrm>
            <a:off x="11153775" y="4267200"/>
            <a:ext cx="953" cy="247650"/>
          </a:xfrm>
          <a:custGeom>
            <a:pathLst>
              <a:path w="953" h="247650">
                <a:moveTo>
                  <a:pt x="0" y="0"/>
                </a:moveTo>
                <a:lnTo>
                  <a:pt x="0" y="247650"/>
                </a:lnTo>
              </a:path>
            </a:pathLst>
          </a:custGeom>
          <a:noFill/>
          <a:ln w="17145">
            <a:solidFill>
              <a:srgbClr val="111111"/>
            </a:solidFill>
            <a:prstDash val="dash"/>
          </a:ln>
        </p:spPr>
      </p:sp>
      <p:sp>
        <p:nvSpPr>
          <p:cNvPr id="1174" name="v10 arrow:d2Bstate-check">
            <a:extLst>
              <a:ext uri="{FF2B5EF4-FFF2-40B4-BE49-F238E27FC236}">
                <ns2:creationId id="{591ADD73-8332-4F82-A955-D82A9598E097}"/>
              </a:ext>
            </a:extLst>
          </p:cNvPr>
          <p:cNvSpPr>
            <a:spLocks noGrp="1"/>
          </p:cNvSpPr>
          <p:nvPr/>
        </p:nvSpPr>
        <p:spPr>
          <a:xfrm>
            <a:off x="11115675" y="44291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75" name="v10 label 판본 확인">
            <a:extLst>
              <a:ext uri="{FF2B5EF4-FFF2-40B4-BE49-F238E27FC236}">
                <ns2:creationId id="{CE354503-6834-453D-8A81-21D56B6AD899}"/>
              </a:ext>
            </a:extLst>
          </p:cNvPr>
          <p:cNvSpPr>
            <a:spLocks noGrp="1"/>
          </p:cNvSpPr>
          <p:nvPr/>
        </p:nvSpPr>
        <p:spPr>
          <a:xfrm>
            <a:off x="11277600" y="4276725"/>
            <a:ext cx="876300"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판본 확인</a:t>
            </a:r>
            <a:endParaRPr lang="ko-KR">
              <a:latin typeface="Calibri"/>
              <a:ea typeface="Calibri"/>
              <a:cs typeface="Calibri"/>
            </a:endParaRPr>
          </a:p>
        </p:txBody>
      </p:sp>
      <p:sp>
        <p:nvSpPr>
          <p:cNvPr id="1176" name="v10 node:d2Bri">
            <a:extLst>
              <a:ext uri="{FF2B5EF4-FFF2-40B4-BE49-F238E27FC236}">
                <ns2:creationId id="{82817E57-3F4C-42CB-97CC-1ADF93E75B47}"/>
              </a:ext>
            </a:extLst>
          </p:cNvPr>
          <p:cNvSpPr>
            <a:spLocks noGrp="1"/>
          </p:cNvSpPr>
          <p:nvPr/>
        </p:nvSpPr>
        <p:spPr>
          <a:xfrm>
            <a:off x="12820650" y="2571750"/>
            <a:ext cx="5048250" cy="2657475"/>
          </a:xfrm>
          <a:prstGeom prst="rect">
            <a:avLst/>
          </a:prstGeom>
          <a:solidFill>
            <a:srgbClr val="FFF6DD"/>
          </a:solidFill>
          <a:ln w="16193">
            <a:solidFill>
              <a:srgbClr val="111111"/>
            </a:solidFill>
          </a:ln>
        </p:spPr>
        <p:txBody>
          <a:bodyPr wrap="none" lIns="47625" tIns="19050" rIns="47625" bIns="231457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77" name="v10 divider d2Bri">
            <a:extLst>
              <a:ext uri="{FF2B5EF4-FFF2-40B4-BE49-F238E27FC236}">
                <ns2:creationId id="{DE3920D8-3A71-42CD-8130-DF99C914ECC5}"/>
              </a:ext>
            </a:extLst>
          </p:cNvPr>
          <p:cNvSpPr>
            <a:spLocks noGrp="1"/>
          </p:cNvSpPr>
          <p:nvPr/>
        </p:nvSpPr>
        <p:spPr>
          <a:xfrm>
            <a:off x="12820650" y="2933700"/>
            <a:ext cx="5048250" cy="953"/>
          </a:xfrm>
          <a:custGeom>
            <a:pathLst>
              <a:path w="5048250" h="953">
                <a:moveTo>
                  <a:pt x="0" y="0"/>
                </a:moveTo>
                <a:lnTo>
                  <a:pt x="5048250" y="0"/>
                </a:lnTo>
              </a:path>
            </a:pathLst>
          </a:custGeom>
          <a:noFill/>
          <a:ln w="9525">
            <a:solidFill>
              <a:srgbClr val="111111"/>
            </a:solidFill>
            <a:prstDash val="solid"/>
          </a:ln>
        </p:spPr>
      </p:sp>
      <p:sp>
        <p:nvSpPr>
          <p:cNvPr id="1178" name="v10 node:d2Bma">
            <a:extLst>
              <a:ext uri="{FF2B5EF4-FFF2-40B4-BE49-F238E27FC236}">
                <ns2:creationId id="{76C8324B-95D2-4129-AD37-CC5B7B95744C}"/>
              </a:ext>
            </a:extLst>
          </p:cNvPr>
          <p:cNvSpPr>
            <a:spLocks noGrp="1"/>
          </p:cNvSpPr>
          <p:nvPr/>
        </p:nvSpPr>
        <p:spPr>
          <a:xfrm>
            <a:off x="12820650" y="5314950"/>
            <a:ext cx="3048000" cy="771525"/>
          </a:xfrm>
          <a:prstGeom prst="rect">
            <a:avLst/>
          </a:prstGeom>
          <a:solidFill>
            <a:srgbClr val="FFF6DD"/>
          </a:solidFill>
          <a:ln w="16193">
            <a:solidFill>
              <a:srgbClr val="111111"/>
            </a:solidFill>
          </a:ln>
        </p:spPr>
        <p:txBody>
          <a:bodyPr wrap="none" lIns="47625" tIns="19050" rIns="47625" bIns="42862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a:t>
            </a:r>
            <a:endParaRPr lang="ko-KR">
              <a:latin typeface="Calibri"/>
              <a:ea typeface="Calibri"/>
              <a:cs typeface="Calibri"/>
            </a:endParaRPr>
          </a:p>
        </p:txBody>
      </p:sp>
      <p:sp>
        <p:nvSpPr>
          <p:cNvPr id="1179" name="v10 divider d2Bma">
            <a:extLst>
              <a:ext uri="{FF2B5EF4-FFF2-40B4-BE49-F238E27FC236}">
                <ns2:creationId id="{72388C1B-15B8-409F-8DB5-1F2135E42F23}"/>
              </a:ext>
            </a:extLst>
          </p:cNvPr>
          <p:cNvSpPr>
            <a:spLocks noGrp="1"/>
          </p:cNvSpPr>
          <p:nvPr/>
        </p:nvSpPr>
        <p:spPr>
          <a:xfrm>
            <a:off x="12820650" y="5676900"/>
            <a:ext cx="3048000" cy="953"/>
          </a:xfrm>
          <a:custGeom>
            <a:pathLst>
              <a:path w="3048000" h="953">
                <a:moveTo>
                  <a:pt x="0" y="0"/>
                </a:moveTo>
                <a:lnTo>
                  <a:pt x="3048000" y="0"/>
                </a:lnTo>
              </a:path>
            </a:pathLst>
          </a:custGeom>
          <a:noFill/>
          <a:ln w="9525">
            <a:solidFill>
              <a:srgbClr val="111111"/>
            </a:solidFill>
            <a:prstDash val="solid"/>
          </a:ln>
        </p:spPr>
      </p:sp>
      <p:sp>
        <p:nvSpPr>
          <p:cNvPr id="1180" name="v10 node:d2Bcall">
            <a:extLst>
              <a:ext uri="{FF2B5EF4-FFF2-40B4-BE49-F238E27FC236}">
                <ns2:creationId id="{D93F903D-68A6-47FB-86B0-5C772A11136B}"/>
              </a:ext>
            </a:extLst>
          </p:cNvPr>
          <p:cNvSpPr>
            <a:spLocks noGrp="1"/>
          </p:cNvSpPr>
          <p:nvPr/>
        </p:nvSpPr>
        <p:spPr>
          <a:xfrm>
            <a:off x="12963525" y="5734050"/>
            <a:ext cx="2762250"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모델 호출 및 한도 관리기</a:t>
            </a:r>
            <a:endParaRPr lang="ko-KR">
              <a:latin typeface="Calibri"/>
              <a:ea typeface="Calibri"/>
              <a:cs typeface="Calibri"/>
            </a:endParaRPr>
          </a:p>
        </p:txBody>
      </p:sp>
      <p:sp>
        <p:nvSpPr>
          <p:cNvPr id="1181" name="v10 node:d2Bcloud">
            <a:extLst>
              <a:ext uri="{FF2B5EF4-FFF2-40B4-BE49-F238E27FC236}">
                <ns2:creationId id="{F512C245-033F-447C-82D4-ACFC65020C0F}"/>
              </a:ext>
            </a:extLst>
          </p:cNvPr>
          <p:cNvSpPr>
            <a:spLocks noGrp="1"/>
          </p:cNvSpPr>
          <p:nvPr/>
        </p:nvSpPr>
        <p:spPr>
          <a:xfrm>
            <a:off x="16725900" y="5600700"/>
            <a:ext cx="1143000" cy="428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200" b="1" lang="ko-KR">
                <a:solidFill>
                  <a:srgbClr val="111111"/>
                </a:solidFill>
                <a:latin typeface="Calibri"/>
                <a:ea typeface="Calibri"/>
                <a:cs typeface="Calibri"/>
              </a:defRPr>
            </a:defPPr>
            <a:lvl1pPr algn="ctr">
              <a:defRPr sz="1200" b="1" lang="ko-KR">
                <a:solidFill>
                  <a:srgbClr val="111111"/>
                </a:solidFill>
                <a:latin typeface="Calibri"/>
                <a:ea typeface="Calibri"/>
                <a:cs typeface="Calibri"/>
              </a:defRPr>
            </a:lvl1pPr>
            <a:lvl2pPr algn="ctr">
              <a:defRPr sz="1200" b="1" lang="ko-KR">
                <a:solidFill>
                  <a:srgbClr val="111111"/>
                </a:solidFill>
                <a:latin typeface="Calibri"/>
                <a:ea typeface="Calibri"/>
                <a:cs typeface="Calibri"/>
              </a:defRPr>
            </a:lvl2pPr>
            <a:lvl3pPr algn="ctr">
              <a:defRPr sz="1200" b="1" lang="ko-KR">
                <a:solidFill>
                  <a:srgbClr val="111111"/>
                </a:solidFill>
                <a:latin typeface="Calibri"/>
                <a:ea typeface="Calibri"/>
                <a:cs typeface="Calibri"/>
              </a:defRPr>
            </a:lvl3pPr>
            <a:lvl4pPr algn="ctr">
              <a:defRPr sz="1200" b="1" lang="ko-KR">
                <a:solidFill>
                  <a:srgbClr val="111111"/>
                </a:solidFill>
                <a:latin typeface="Calibri"/>
                <a:ea typeface="Calibri"/>
                <a:cs typeface="Calibri"/>
              </a:defRPr>
            </a:lvl4pPr>
            <a:lvl5pPr algn="ctr">
              <a:defRPr sz="1200" b="1" lang="ko-KR">
                <a:solidFill>
                  <a:srgbClr val="111111"/>
                </a:solidFill>
                <a:latin typeface="Calibri"/>
                <a:ea typeface="Calibri"/>
                <a:cs typeface="Calibri"/>
              </a:defRPr>
            </a:lvl5pPr>
            <a:lvl6pPr algn="ctr">
              <a:defRPr sz="1200" b="1" lang="ko-KR">
                <a:solidFill>
                  <a:srgbClr val="111111"/>
                </a:solidFill>
                <a:latin typeface="Calibri"/>
                <a:ea typeface="Calibri"/>
                <a:cs typeface="Calibri"/>
              </a:defRPr>
            </a:lvl6pPr>
            <a:lvl7pPr algn="ctr">
              <a:defRPr sz="1200" b="1" lang="ko-KR">
                <a:solidFill>
                  <a:srgbClr val="111111"/>
                </a:solidFill>
                <a:latin typeface="Calibri"/>
                <a:ea typeface="Calibri"/>
                <a:cs typeface="Calibri"/>
              </a:defRPr>
            </a:lvl7pPr>
            <a:lvl8pPr algn="ctr">
              <a:defRPr sz="1200" b="1" lang="ko-KR">
                <a:solidFill>
                  <a:srgbClr val="111111"/>
                </a:solidFill>
                <a:latin typeface="Calibri"/>
                <a:ea typeface="Calibri"/>
                <a:cs typeface="Calibri"/>
              </a:defRPr>
            </a:lvl8pPr>
            <a:lvl9pPr algn="ctr">
              <a:defRPr sz="1200" b="1" lang="ko-KR">
                <a:solidFill>
                  <a:srgbClr val="111111"/>
                </a:solidFill>
                <a:latin typeface="Calibri"/>
                <a:ea typeface="Calibri"/>
                <a:cs typeface="Calibri"/>
              </a:defRPr>
            </a:lvl9pPr>
          </a:lstStyle>
          <a:p>
            <a:pPr algn="ctr">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공통 cloud</a:t>
            </a:r>
            <a:endParaRPr lang="ko-KR">
              <a:latin typeface="Calibri"/>
              <a:ea typeface="Calibri"/>
              <a:cs typeface="Calibri"/>
            </a:endParaRPr>
          </a:p>
          <a:p>
            <a:pPr algn="ctr">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모델</a:t>
            </a:r>
            <a:endParaRPr lang="ko-KR">
              <a:latin typeface="Calibri"/>
              <a:ea typeface="Calibri"/>
              <a:cs typeface="Calibri"/>
            </a:endParaRPr>
          </a:p>
        </p:txBody>
      </p:sp>
      <p:sp>
        <p:nvSpPr>
          <p:cNvPr id="1182" name="v10 edge:d2Bcloud-call">
            <a:extLst>
              <a:ext uri="{FF2B5EF4-FFF2-40B4-BE49-F238E27FC236}">
                <ns2:creationId id="{61323AB6-51E8-4796-AE48-16952950AFCD}"/>
              </a:ext>
            </a:extLst>
          </p:cNvPr>
          <p:cNvSpPr>
            <a:spLocks noGrp="1"/>
          </p:cNvSpPr>
          <p:nvPr/>
        </p:nvSpPr>
        <p:spPr>
          <a:xfrm>
            <a:off x="15725775" y="5800725"/>
            <a:ext cx="1000125" cy="953"/>
          </a:xfrm>
          <a:custGeom>
            <a:pathLst>
              <a:path w="1000125" h="953">
                <a:moveTo>
                  <a:pt x="0" y="0"/>
                </a:moveTo>
                <a:lnTo>
                  <a:pt x="1000125" y="0"/>
                </a:lnTo>
              </a:path>
            </a:pathLst>
          </a:custGeom>
          <a:noFill/>
          <a:ln w="17145">
            <a:solidFill>
              <a:srgbClr val="111111"/>
            </a:solidFill>
            <a:prstDash val="solid"/>
          </a:ln>
        </p:spPr>
      </p:sp>
      <p:sp>
        <p:nvSpPr>
          <p:cNvPr id="1183" name="v10 arrow:d2Bcloud-call">
            <a:extLst>
              <a:ext uri="{FF2B5EF4-FFF2-40B4-BE49-F238E27FC236}">
                <ns2:creationId id="{F7337789-D841-4224-A45D-70218A3C9E5E}"/>
              </a:ext>
            </a:extLst>
          </p:cNvPr>
          <p:cNvSpPr>
            <a:spLocks noGrp="1"/>
          </p:cNvSpPr>
          <p:nvPr/>
        </p:nvSpPr>
        <p:spPr>
          <a:xfrm>
            <a:off x="16640175" y="57626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84" name="v10 label 호출">
            <a:extLst>
              <a:ext uri="{FF2B5EF4-FFF2-40B4-BE49-F238E27FC236}">
                <ns2:creationId id="{0CF5D0AB-C585-4A97-BBBF-A567EB719EB1}"/>
              </a:ext>
            </a:extLst>
          </p:cNvPr>
          <p:cNvSpPr>
            <a:spLocks noGrp="1"/>
          </p:cNvSpPr>
          <p:nvPr/>
        </p:nvSpPr>
        <p:spPr>
          <a:xfrm>
            <a:off x="16278225" y="5543550"/>
            <a:ext cx="428625"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호출</a:t>
            </a:r>
            <a:endParaRPr lang="ko-KR">
              <a:latin typeface="Calibri"/>
              <a:ea typeface="Calibri"/>
              <a:cs typeface="Calibri"/>
            </a:endParaRPr>
          </a:p>
        </p:txBody>
      </p:sp>
      <p:sp>
        <p:nvSpPr>
          <p:cNvPr id="1185" name="v10 edge:d2Bcloud-result">
            <a:extLst>
              <a:ext uri="{FF2B5EF4-FFF2-40B4-BE49-F238E27FC236}">
                <ns2:creationId id="{E939F768-41AB-4D89-82E1-FFEC13F789A8}"/>
              </a:ext>
            </a:extLst>
          </p:cNvPr>
          <p:cNvSpPr>
            <a:spLocks noGrp="1"/>
          </p:cNvSpPr>
          <p:nvPr/>
        </p:nvSpPr>
        <p:spPr>
          <a:xfrm>
            <a:off x="15725775" y="5943600"/>
            <a:ext cx="1000125" cy="953"/>
          </a:xfrm>
          <a:custGeom>
            <a:pathLst>
              <a:path w="1000125" h="953">
                <a:moveTo>
                  <a:pt x="1000125" y="0"/>
                </a:moveTo>
                <a:lnTo>
                  <a:pt x="0" y="0"/>
                </a:lnTo>
              </a:path>
            </a:pathLst>
          </a:custGeom>
          <a:noFill/>
          <a:ln w="17145">
            <a:solidFill>
              <a:srgbClr val="111111"/>
            </a:solidFill>
            <a:prstDash val="dash"/>
          </a:ln>
        </p:spPr>
      </p:sp>
      <p:sp>
        <p:nvSpPr>
          <p:cNvPr id="1186" name="v10 arrow:d2Bcloud-result">
            <a:extLst>
              <a:ext uri="{FF2B5EF4-FFF2-40B4-BE49-F238E27FC236}">
                <ns2:creationId id="{BB4FAB82-9E74-418E-BE47-B12F12A0067C}"/>
              </a:ext>
            </a:extLst>
          </p:cNvPr>
          <p:cNvSpPr>
            <a:spLocks noGrp="1"/>
          </p:cNvSpPr>
          <p:nvPr/>
        </p:nvSpPr>
        <p:spPr>
          <a:xfrm>
            <a:off x="15725775" y="59055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87" name="v10 label 반환">
            <a:extLst>
              <a:ext uri="{FF2B5EF4-FFF2-40B4-BE49-F238E27FC236}">
                <ns2:creationId id="{6E4D5BF4-1897-41E5-B1C4-75D97651AF81}"/>
              </a:ext>
            </a:extLst>
          </p:cNvPr>
          <p:cNvSpPr>
            <a:spLocks noGrp="1"/>
          </p:cNvSpPr>
          <p:nvPr/>
        </p:nvSpPr>
        <p:spPr>
          <a:xfrm>
            <a:off x="16278225" y="5943600"/>
            <a:ext cx="428625"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반환</a:t>
            </a:r>
            <a:endParaRPr lang="ko-KR">
              <a:latin typeface="Calibri"/>
              <a:ea typeface="Calibri"/>
              <a:cs typeface="Calibri"/>
            </a:endParaRPr>
          </a:p>
        </p:txBody>
      </p:sp>
      <p:sp>
        <p:nvSpPr>
          <p:cNvPr id="1188" name="v10 node:d2Bconversation">
            <a:extLst>
              <a:ext uri="{FF2B5EF4-FFF2-40B4-BE49-F238E27FC236}">
                <ns2:creationId id="{F009E0D1-183F-423B-82B5-9BD6F33A2B58}"/>
              </a:ext>
            </a:extLst>
          </p:cNvPr>
          <p:cNvSpPr>
            <a:spLocks noGrp="1"/>
          </p:cNvSpPr>
          <p:nvPr/>
        </p:nvSpPr>
        <p:spPr>
          <a:xfrm>
            <a:off x="12963525" y="3000375"/>
            <a:ext cx="228600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공통 대화 해석기</a:t>
            </a:r>
            <a:endParaRPr lang="ko-KR">
              <a:latin typeface="Calibri"/>
              <a:ea typeface="Calibri"/>
              <a:cs typeface="Calibri"/>
            </a:endParaRPr>
          </a:p>
        </p:txBody>
      </p:sp>
      <p:sp>
        <p:nvSpPr>
          <p:cNvPr id="1189" name="v10 node:d2Brecent">
            <a:extLst>
              <a:ext uri="{FF2B5EF4-FFF2-40B4-BE49-F238E27FC236}">
                <ns2:creationId id="{A5739BEC-05E9-4CBA-8A05-8CD754DCA384}"/>
              </a:ext>
            </a:extLst>
          </p:cNvPr>
          <p:cNvSpPr>
            <a:spLocks noGrp="1"/>
          </p:cNvSpPr>
          <p:nvPr/>
        </p:nvSpPr>
        <p:spPr>
          <a:xfrm>
            <a:off x="15582900" y="3000375"/>
            <a:ext cx="2143125" cy="5524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최근 문맥 / 요청 참조</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a:t>
            </a:r>
            <a:endParaRPr lang="ko-KR">
              <a:latin typeface="Calibri"/>
              <a:ea typeface="Calibri"/>
              <a:cs typeface="Calibri"/>
            </a:endParaRPr>
          </a:p>
        </p:txBody>
      </p:sp>
      <p:sp>
        <p:nvSpPr>
          <p:cNvPr id="1190" name="v10 node:d2Br1">
            <a:extLst>
              <a:ext uri="{FF2B5EF4-FFF2-40B4-BE49-F238E27FC236}">
                <ns2:creationId id="{6752044E-2104-4749-99F6-0AA2E6E9679D}"/>
              </a:ext>
            </a:extLst>
          </p:cNvPr>
          <p:cNvSpPr>
            <a:spLocks noGrp="1"/>
          </p:cNvSpPr>
          <p:nvPr/>
        </p:nvSpPr>
        <p:spPr>
          <a:xfrm>
            <a:off x="12963525" y="3905250"/>
            <a:ext cx="2286000" cy="342900"/>
          </a:xfrm>
          <a:prstGeom prst="roundRect">
            <a:avLst>
              <a:gd name="adj" fmla="val 22222"/>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해석 실행기 (R1)</a:t>
            </a:r>
            <a:endParaRPr lang="ko-KR">
              <a:latin typeface="Calibri"/>
              <a:ea typeface="Calibri"/>
              <a:cs typeface="Calibri"/>
            </a:endParaRPr>
          </a:p>
        </p:txBody>
      </p:sp>
      <p:sp>
        <p:nvSpPr>
          <p:cNvPr id="1191" name="v10 node:d2Br2">
            <a:extLst>
              <a:ext uri="{FF2B5EF4-FFF2-40B4-BE49-F238E27FC236}">
                <ns2:creationId id="{21CE5F81-4BC0-42F6-8B26-B11A63EC986E}"/>
              </a:ext>
            </a:extLst>
          </p:cNvPr>
          <p:cNvSpPr>
            <a:spLocks noGrp="1"/>
          </p:cNvSpPr>
          <p:nvPr/>
        </p:nvSpPr>
        <p:spPr>
          <a:xfrm>
            <a:off x="15582900" y="3905250"/>
            <a:ext cx="2143125" cy="342900"/>
          </a:xfrm>
          <a:prstGeom prst="roundRect">
            <a:avLst>
              <a:gd name="adj" fmla="val 22222"/>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해석 실행기 (R2)</a:t>
            </a:r>
            <a:endParaRPr lang="ko-KR">
              <a:latin typeface="Calibri"/>
              <a:ea typeface="Calibri"/>
              <a:cs typeface="Calibri"/>
            </a:endParaRPr>
          </a:p>
        </p:txBody>
      </p:sp>
      <p:sp>
        <p:nvSpPr>
          <p:cNvPr id="1192" name="v10 node:d2Br1-state">
            <a:extLst>
              <a:ext uri="{FF2B5EF4-FFF2-40B4-BE49-F238E27FC236}">
                <ns2:creationId id="{A8B572EE-67EB-488B-84CD-F20DB3AA2245}"/>
              </a:ext>
            </a:extLst>
          </p:cNvPr>
          <p:cNvSpPr>
            <a:spLocks noGrp="1"/>
          </p:cNvSpPr>
          <p:nvPr/>
        </p:nvSpPr>
        <p:spPr>
          <a:xfrm>
            <a:off x="12963525" y="4343400"/>
            <a:ext cx="2286000" cy="28575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R1 가변 상태 (RAM)</a:t>
            </a:r>
            <a:endParaRPr lang="ko-KR">
              <a:latin typeface="Calibri"/>
              <a:ea typeface="Calibri"/>
              <a:cs typeface="Calibri"/>
            </a:endParaRPr>
          </a:p>
        </p:txBody>
      </p:sp>
      <p:sp>
        <p:nvSpPr>
          <p:cNvPr id="1193" name="v10 node:d2Br2-state">
            <a:extLst>
              <a:ext uri="{FF2B5EF4-FFF2-40B4-BE49-F238E27FC236}">
                <ns2:creationId id="{2613754A-E811-4A84-95BF-0F4D257703F8}"/>
              </a:ext>
            </a:extLst>
          </p:cNvPr>
          <p:cNvSpPr>
            <a:spLocks noGrp="1"/>
          </p:cNvSpPr>
          <p:nvPr/>
        </p:nvSpPr>
        <p:spPr>
          <a:xfrm>
            <a:off x="15582900" y="4343400"/>
            <a:ext cx="2143125" cy="28575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R2 가변 상태 (RAM)</a:t>
            </a:r>
            <a:endParaRPr lang="ko-KR">
              <a:latin typeface="Calibri"/>
              <a:ea typeface="Calibri"/>
              <a:cs typeface="Calibri"/>
            </a:endParaRPr>
          </a:p>
        </p:txBody>
      </p:sp>
      <p:sp>
        <p:nvSpPr>
          <p:cNvPr id="1194" name="v10 node:d2Bshared">
            <a:extLst>
              <a:ext uri="{FF2B5EF4-FFF2-40B4-BE49-F238E27FC236}">
                <ns2:creationId id="{6026B2D6-836C-4FCC-8DD3-ACBAC9B36530}"/>
              </a:ext>
            </a:extLst>
          </p:cNvPr>
          <p:cNvSpPr>
            <a:spLocks noGrp="1"/>
          </p:cNvSpPr>
          <p:nvPr/>
        </p:nvSpPr>
        <p:spPr>
          <a:xfrm>
            <a:off x="12963525" y="4657725"/>
            <a:ext cx="2286000" cy="466725"/>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B1 공유 불변 입력</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원본 (RAM)</a:t>
            </a:r>
            <a:endParaRPr lang="ko-KR">
              <a:latin typeface="Calibri"/>
              <a:ea typeface="Calibri"/>
              <a:cs typeface="Calibri"/>
            </a:endParaRPr>
          </a:p>
        </p:txBody>
      </p:sp>
      <p:sp>
        <p:nvSpPr>
          <p:cNvPr id="1195" name="v10 edge:d2Bshared-r1">
            <a:extLst>
              <a:ext uri="{FF2B5EF4-FFF2-40B4-BE49-F238E27FC236}">
                <ns2:creationId id="{7A72A785-4B77-4CA8-987D-FE9C7CFFD12A}"/>
              </a:ext>
            </a:extLst>
          </p:cNvPr>
          <p:cNvSpPr>
            <a:spLocks noGrp="1"/>
          </p:cNvSpPr>
          <p:nvPr/>
        </p:nvSpPr>
        <p:spPr>
          <a:xfrm>
            <a:off x="12858750" y="4191000"/>
            <a:ext cx="104775" cy="723900"/>
          </a:xfrm>
          <a:custGeom>
            <a:pathLst>
              <a:path w="104775" h="723900">
                <a:moveTo>
                  <a:pt x="104775" y="723900"/>
                </a:moveTo>
                <a:lnTo>
                  <a:pt x="0" y="723900"/>
                </a:lnTo>
                <a:lnTo>
                  <a:pt x="0" y="0"/>
                </a:lnTo>
                <a:lnTo>
                  <a:pt x="104775" y="0"/>
                </a:lnTo>
              </a:path>
            </a:pathLst>
          </a:custGeom>
          <a:noFill/>
          <a:ln w="17145">
            <a:solidFill>
              <a:srgbClr val="4676CB"/>
            </a:solidFill>
            <a:prstDash val="dash"/>
          </a:ln>
        </p:spPr>
      </p:sp>
      <p:sp>
        <p:nvSpPr>
          <p:cNvPr id="1196" name="v10 arrow:d2Bshared-r1">
            <a:extLst>
              <a:ext uri="{FF2B5EF4-FFF2-40B4-BE49-F238E27FC236}">
                <ns2:creationId id="{9DF6FAC7-C70D-4406-B8D4-8CBB9226E6E5}"/>
              </a:ext>
            </a:extLst>
          </p:cNvPr>
          <p:cNvSpPr>
            <a:spLocks noGrp="1"/>
          </p:cNvSpPr>
          <p:nvPr/>
        </p:nvSpPr>
        <p:spPr>
          <a:xfrm>
            <a:off x="12877800" y="41529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97" name="v10 edge:d2Bshared-r2">
            <a:extLst>
              <a:ext uri="{FF2B5EF4-FFF2-40B4-BE49-F238E27FC236}">
                <ns2:creationId id="{657412D7-2C87-4D52-8A34-F1AA65199146}"/>
              </a:ext>
            </a:extLst>
          </p:cNvPr>
          <p:cNvSpPr>
            <a:spLocks noGrp="1"/>
          </p:cNvSpPr>
          <p:nvPr/>
        </p:nvSpPr>
        <p:spPr>
          <a:xfrm>
            <a:off x="15249525" y="4191000"/>
            <a:ext cx="333375" cy="723900"/>
          </a:xfrm>
          <a:custGeom>
            <a:pathLst>
              <a:path w="333375" h="723900">
                <a:moveTo>
                  <a:pt x="0" y="723900"/>
                </a:moveTo>
                <a:lnTo>
                  <a:pt x="219075" y="723900"/>
                </a:lnTo>
                <a:lnTo>
                  <a:pt x="219075" y="0"/>
                </a:lnTo>
                <a:lnTo>
                  <a:pt x="333375" y="0"/>
                </a:lnTo>
              </a:path>
            </a:pathLst>
          </a:custGeom>
          <a:noFill/>
          <a:ln w="17145">
            <a:solidFill>
              <a:srgbClr val="4676CB"/>
            </a:solidFill>
            <a:prstDash val="dash"/>
          </a:ln>
        </p:spPr>
      </p:sp>
      <p:sp>
        <p:nvSpPr>
          <p:cNvPr id="1198" name="v10 arrow:d2Bshared-r2">
            <a:extLst>
              <a:ext uri="{FF2B5EF4-FFF2-40B4-BE49-F238E27FC236}">
                <ns2:creationId id="{0F620802-40D4-4650-B226-A1CB00532D00}"/>
              </a:ext>
            </a:extLst>
          </p:cNvPr>
          <p:cNvSpPr>
            <a:spLocks noGrp="1"/>
          </p:cNvSpPr>
          <p:nvPr/>
        </p:nvSpPr>
        <p:spPr>
          <a:xfrm>
            <a:off x="15497175" y="41529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99" name="v10 edge:d2Bstart">
            <a:extLst>
              <a:ext uri="{FF2B5EF4-FFF2-40B4-BE49-F238E27FC236}">
                <ns2:creationId id="{07C307EF-0E47-4204-B8C4-0C3CD9434B6F}"/>
              </a:ext>
            </a:extLst>
          </p:cNvPr>
          <p:cNvSpPr>
            <a:spLocks noGrp="1"/>
          </p:cNvSpPr>
          <p:nvPr/>
        </p:nvSpPr>
        <p:spPr>
          <a:xfrm>
            <a:off x="12230100" y="3143250"/>
            <a:ext cx="733425" cy="953"/>
          </a:xfrm>
          <a:custGeom>
            <a:pathLst>
              <a:path w="733425" h="953">
                <a:moveTo>
                  <a:pt x="0" y="0"/>
                </a:moveTo>
                <a:lnTo>
                  <a:pt x="733425" y="0"/>
                </a:lnTo>
              </a:path>
            </a:pathLst>
          </a:custGeom>
          <a:noFill/>
          <a:ln w="17145">
            <a:solidFill>
              <a:srgbClr val="111111"/>
            </a:solidFill>
            <a:prstDash val="solid"/>
          </a:ln>
        </p:spPr>
      </p:sp>
      <p:sp>
        <p:nvSpPr>
          <p:cNvPr id="1200" name="v10 arrow:d2Bstart">
            <a:extLst>
              <a:ext uri="{FF2B5EF4-FFF2-40B4-BE49-F238E27FC236}">
                <ns2:creationId id="{0465B520-54FD-4246-B88D-2E6B25B4731E}"/>
              </a:ext>
            </a:extLst>
          </p:cNvPr>
          <p:cNvSpPr>
            <a:spLocks noGrp="1"/>
          </p:cNvSpPr>
          <p:nvPr/>
        </p:nvSpPr>
        <p:spPr>
          <a:xfrm>
            <a:off x="12877800" y="31051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01" name="v10 label 새&#10;입력">
            <a:extLst>
              <a:ext uri="{FF2B5EF4-FFF2-40B4-BE49-F238E27FC236}">
                <ns2:creationId id="{4A891E4E-8390-412A-97EA-95C951F8F192}"/>
              </a:ext>
            </a:extLst>
          </p:cNvPr>
          <p:cNvSpPr>
            <a:spLocks noGrp="1"/>
          </p:cNvSpPr>
          <p:nvPr/>
        </p:nvSpPr>
        <p:spPr>
          <a:xfrm>
            <a:off x="12363450" y="2686050"/>
            <a:ext cx="438150" cy="4000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새</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입력</a:t>
            </a:r>
            <a:endParaRPr lang="ko-KR">
              <a:latin typeface="Calibri"/>
              <a:ea typeface="Calibri"/>
              <a:cs typeface="Calibri"/>
            </a:endParaRPr>
          </a:p>
        </p:txBody>
      </p:sp>
      <p:sp>
        <p:nvSpPr>
          <p:cNvPr id="1202" name="v10 edge:d2Bshort">
            <a:extLst>
              <a:ext uri="{FF2B5EF4-FFF2-40B4-BE49-F238E27FC236}">
                <ns2:creationId id="{929222EF-30B8-4131-A7A4-C57774ACE849}"/>
              </a:ext>
            </a:extLst>
          </p:cNvPr>
          <p:cNvSpPr>
            <a:spLocks noGrp="1"/>
          </p:cNvSpPr>
          <p:nvPr/>
        </p:nvSpPr>
        <p:spPr>
          <a:xfrm>
            <a:off x="12230100" y="3352800"/>
            <a:ext cx="733425" cy="1228725"/>
          </a:xfrm>
          <a:custGeom>
            <a:pathLst>
              <a:path w="733425" h="1228725">
                <a:moveTo>
                  <a:pt x="733425" y="0"/>
                </a:moveTo>
                <a:lnTo>
                  <a:pt x="257175" y="0"/>
                </a:lnTo>
                <a:lnTo>
                  <a:pt x="257175" y="1228725"/>
                </a:lnTo>
                <a:lnTo>
                  <a:pt x="0" y="1228725"/>
                </a:lnTo>
              </a:path>
            </a:pathLst>
          </a:custGeom>
          <a:noFill/>
          <a:ln w="17145">
            <a:solidFill>
              <a:srgbClr val="111111"/>
            </a:solidFill>
            <a:prstDash val="dash"/>
          </a:ln>
        </p:spPr>
      </p:sp>
      <p:sp>
        <p:nvSpPr>
          <p:cNvPr id="1203" name="v10 arrow:d2Bshort">
            <a:extLst>
              <a:ext uri="{FF2B5EF4-FFF2-40B4-BE49-F238E27FC236}">
                <ns2:creationId id="{FBF73BD9-DB6E-4B8A-BEE1-8F1E00E010E1}"/>
              </a:ext>
            </a:extLst>
          </p:cNvPr>
          <p:cNvSpPr>
            <a:spLocks noGrp="1"/>
          </p:cNvSpPr>
          <p:nvPr/>
        </p:nvSpPr>
        <p:spPr>
          <a:xfrm>
            <a:off x="12230100" y="45434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04" name="v10 label 짧은 답">
            <a:extLst>
              <a:ext uri="{FF2B5EF4-FFF2-40B4-BE49-F238E27FC236}">
                <ns2:creationId id="{3FC5501E-9522-46D7-AB88-C2F605643F02}"/>
              </a:ext>
            </a:extLst>
          </p:cNvPr>
          <p:cNvSpPr>
            <a:spLocks noGrp="1"/>
          </p:cNvSpPr>
          <p:nvPr/>
        </p:nvSpPr>
        <p:spPr>
          <a:xfrm>
            <a:off x="12296775" y="3524250"/>
            <a:ext cx="981075" cy="2000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짧은 답</a:t>
            </a:r>
            <a:endParaRPr lang="ko-KR">
              <a:latin typeface="Calibri"/>
              <a:ea typeface="Calibri"/>
              <a:cs typeface="Calibri"/>
            </a:endParaRPr>
          </a:p>
        </p:txBody>
      </p:sp>
      <p:sp>
        <p:nvSpPr>
          <p:cNvPr id="1205" name="v10 edge:d2Bresume">
            <a:extLst>
              <a:ext uri="{FF2B5EF4-FFF2-40B4-BE49-F238E27FC236}">
                <ns2:creationId id="{E4B29DD3-B137-48B2-A368-A515B1D37781}"/>
              </a:ext>
            </a:extLst>
          </p:cNvPr>
          <p:cNvSpPr>
            <a:spLocks noGrp="1"/>
          </p:cNvSpPr>
          <p:nvPr/>
        </p:nvSpPr>
        <p:spPr>
          <a:xfrm>
            <a:off x="12230100" y="3429000"/>
            <a:ext cx="733425" cy="1457325"/>
          </a:xfrm>
          <a:custGeom>
            <a:pathLst>
              <a:path w="733425" h="1457325">
                <a:moveTo>
                  <a:pt x="0" y="1457325"/>
                </a:moveTo>
                <a:lnTo>
                  <a:pt x="381000" y="1457325"/>
                </a:lnTo>
                <a:lnTo>
                  <a:pt x="381000" y="0"/>
                </a:lnTo>
                <a:lnTo>
                  <a:pt x="733425" y="0"/>
                </a:lnTo>
              </a:path>
            </a:pathLst>
          </a:custGeom>
          <a:noFill/>
          <a:ln w="17145">
            <a:solidFill>
              <a:srgbClr val="111111"/>
            </a:solidFill>
            <a:prstDash val="solid"/>
          </a:ln>
        </p:spPr>
      </p:sp>
      <p:sp>
        <p:nvSpPr>
          <p:cNvPr id="1206" name="v10 arrow:d2Bresume">
            <a:extLst>
              <a:ext uri="{FF2B5EF4-FFF2-40B4-BE49-F238E27FC236}">
                <ns2:creationId id="{C3D47E17-4DF3-4600-BC08-8E1DEBFB5D04}"/>
              </a:ext>
            </a:extLst>
          </p:cNvPr>
          <p:cNvSpPr>
            <a:spLocks noGrp="1"/>
          </p:cNvSpPr>
          <p:nvPr/>
        </p:nvSpPr>
        <p:spPr>
          <a:xfrm>
            <a:off x="12877800" y="33909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07" name="v10 label 재결합 요청">
            <a:extLst>
              <a:ext uri="{FF2B5EF4-FFF2-40B4-BE49-F238E27FC236}">
                <ns2:creationId id="{EB328DA6-AF42-44E8-9943-F541C090BC9F}"/>
              </a:ext>
            </a:extLst>
          </p:cNvPr>
          <p:cNvSpPr>
            <a:spLocks noGrp="1"/>
          </p:cNvSpPr>
          <p:nvPr/>
        </p:nvSpPr>
        <p:spPr>
          <a:xfrm>
            <a:off x="11058525" y="5029200"/>
            <a:ext cx="1190625" cy="2000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재결합 요청</a:t>
            </a:r>
            <a:endParaRPr lang="ko-KR">
              <a:latin typeface="Calibri"/>
              <a:ea typeface="Calibri"/>
              <a:cs typeface="Calibri"/>
            </a:endParaRPr>
          </a:p>
        </p:txBody>
      </p:sp>
      <p:sp>
        <p:nvSpPr>
          <p:cNvPr id="1208" name="v10 edge:d2Brecent-read">
            <a:extLst>
              <a:ext uri="{FF2B5EF4-FFF2-40B4-BE49-F238E27FC236}">
                <ns2:creationId id="{1615B8E9-2F13-4796-83EE-C1D5FC6B523A}"/>
              </a:ext>
            </a:extLst>
          </p:cNvPr>
          <p:cNvSpPr>
            <a:spLocks noGrp="1"/>
          </p:cNvSpPr>
          <p:nvPr/>
        </p:nvSpPr>
        <p:spPr>
          <a:xfrm>
            <a:off x="15249525" y="3209925"/>
            <a:ext cx="333375" cy="953"/>
          </a:xfrm>
          <a:custGeom>
            <a:pathLst>
              <a:path w="333375" h="953">
                <a:moveTo>
                  <a:pt x="333375" y="0"/>
                </a:moveTo>
                <a:lnTo>
                  <a:pt x="0" y="0"/>
                </a:lnTo>
              </a:path>
            </a:pathLst>
          </a:custGeom>
          <a:noFill/>
          <a:ln w="17145">
            <a:solidFill>
              <a:srgbClr val="111111"/>
            </a:solidFill>
            <a:prstDash val="dash"/>
          </a:ln>
        </p:spPr>
      </p:sp>
      <p:sp>
        <p:nvSpPr>
          <p:cNvPr id="1209" name="v10 arrow:d2Brecent-read">
            <a:extLst>
              <a:ext uri="{FF2B5EF4-FFF2-40B4-BE49-F238E27FC236}">
                <ns2:creationId id="{80596094-3BFD-4857-8620-A749FED7C108}"/>
              </a:ext>
            </a:extLst>
          </p:cNvPr>
          <p:cNvSpPr>
            <a:spLocks noGrp="1"/>
          </p:cNvSpPr>
          <p:nvPr/>
        </p:nvSpPr>
        <p:spPr>
          <a:xfrm>
            <a:off x="15249525" y="31718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10" name="v10 edge:d2Br1-start">
            <a:extLst>
              <a:ext uri="{FF2B5EF4-FFF2-40B4-BE49-F238E27FC236}">
                <ns2:creationId id="{5CBB02CD-6E21-4280-9E6E-67A3012A689A}"/>
              </a:ext>
            </a:extLst>
          </p:cNvPr>
          <p:cNvSpPr>
            <a:spLocks noGrp="1"/>
          </p:cNvSpPr>
          <p:nvPr/>
        </p:nvSpPr>
        <p:spPr>
          <a:xfrm>
            <a:off x="14106525" y="3429000"/>
            <a:ext cx="953" cy="476250"/>
          </a:xfrm>
          <a:custGeom>
            <a:pathLst>
              <a:path w="953" h="476250">
                <a:moveTo>
                  <a:pt x="0" y="0"/>
                </a:moveTo>
                <a:lnTo>
                  <a:pt x="0" y="476250"/>
                </a:lnTo>
              </a:path>
            </a:pathLst>
          </a:custGeom>
          <a:noFill/>
          <a:ln w="17145">
            <a:solidFill>
              <a:srgbClr val="32824A"/>
            </a:solidFill>
            <a:prstDash val="solid"/>
          </a:ln>
        </p:spPr>
      </p:sp>
      <p:sp>
        <p:nvSpPr>
          <p:cNvPr id="1211" name="v10 arrow:d2Br1-start">
            <a:extLst>
              <a:ext uri="{FF2B5EF4-FFF2-40B4-BE49-F238E27FC236}">
                <ns2:creationId id="{E807B749-74B8-42C1-A1C9-041C2C5D19FB}"/>
              </a:ext>
            </a:extLst>
          </p:cNvPr>
          <p:cNvSpPr>
            <a:spLocks noGrp="1"/>
          </p:cNvSpPr>
          <p:nvPr/>
        </p:nvSpPr>
        <p:spPr>
          <a:xfrm>
            <a:off x="14068425" y="38195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12" name="v10 label 긴 판단">
            <a:extLst>
              <a:ext uri="{FF2B5EF4-FFF2-40B4-BE49-F238E27FC236}">
                <ns2:creationId id="{6B3E0EA6-8A6C-4EB9-A041-08770C90D467}"/>
              </a:ext>
            </a:extLst>
          </p:cNvPr>
          <p:cNvSpPr>
            <a:spLocks noGrp="1"/>
          </p:cNvSpPr>
          <p:nvPr/>
        </p:nvSpPr>
        <p:spPr>
          <a:xfrm>
            <a:off x="12982575" y="3629025"/>
            <a:ext cx="1095375" cy="20955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긴 판단</a:t>
            </a:r>
            <a:endParaRPr lang="ko-KR">
              <a:latin typeface="Calibri"/>
              <a:ea typeface="Calibri"/>
              <a:cs typeface="Calibri"/>
            </a:endParaRPr>
          </a:p>
        </p:txBody>
      </p:sp>
      <p:sp>
        <p:nvSpPr>
          <p:cNvPr id="1213" name="v10 edge:d2Br2-start">
            <a:extLst>
              <a:ext uri="{FF2B5EF4-FFF2-40B4-BE49-F238E27FC236}">
                <ns2:creationId id="{243D2C88-798C-4A86-9CDA-260E2A29C6CD}"/>
              </a:ext>
            </a:extLst>
          </p:cNvPr>
          <p:cNvSpPr>
            <a:spLocks noGrp="1"/>
          </p:cNvSpPr>
          <p:nvPr/>
        </p:nvSpPr>
        <p:spPr>
          <a:xfrm>
            <a:off x="14773275" y="3429000"/>
            <a:ext cx="1866900" cy="476250"/>
          </a:xfrm>
          <a:custGeom>
            <a:pathLst>
              <a:path w="1866900" h="476250">
                <a:moveTo>
                  <a:pt x="0" y="0"/>
                </a:moveTo>
                <a:lnTo>
                  <a:pt x="0" y="276225"/>
                </a:lnTo>
                <a:lnTo>
                  <a:pt x="1866900" y="276225"/>
                </a:lnTo>
                <a:lnTo>
                  <a:pt x="1866900" y="476250"/>
                </a:lnTo>
              </a:path>
            </a:pathLst>
          </a:custGeom>
          <a:noFill/>
          <a:ln w="17145">
            <a:solidFill>
              <a:srgbClr val="32824A"/>
            </a:solidFill>
            <a:prstDash val="solid"/>
          </a:ln>
        </p:spPr>
      </p:sp>
      <p:sp>
        <p:nvSpPr>
          <p:cNvPr id="1214" name="v10 arrow:d2Br2-start">
            <a:extLst>
              <a:ext uri="{FF2B5EF4-FFF2-40B4-BE49-F238E27FC236}">
                <ns2:creationId id="{3A6A86BB-815D-44FB-9CAE-D2790AD45CE1}"/>
              </a:ext>
            </a:extLst>
          </p:cNvPr>
          <p:cNvSpPr>
            <a:spLocks noGrp="1"/>
          </p:cNvSpPr>
          <p:nvPr/>
        </p:nvSpPr>
        <p:spPr>
          <a:xfrm>
            <a:off x="16602075" y="38195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15" name="v10 label 독립 실행">
            <a:extLst>
              <a:ext uri="{FF2B5EF4-FFF2-40B4-BE49-F238E27FC236}">
                <ns2:creationId id="{DE8F2778-7C21-40A6-B131-A97626239F78}"/>
              </a:ext>
            </a:extLst>
          </p:cNvPr>
          <p:cNvSpPr>
            <a:spLocks noGrp="1"/>
          </p:cNvSpPr>
          <p:nvPr/>
        </p:nvSpPr>
        <p:spPr>
          <a:xfrm>
            <a:off x="15649575" y="3486150"/>
            <a:ext cx="1238250" cy="20955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독립 실행</a:t>
            </a:r>
            <a:endParaRPr lang="ko-KR">
              <a:latin typeface="Calibri"/>
              <a:ea typeface="Calibri"/>
              <a:cs typeface="Calibri"/>
            </a:endParaRPr>
          </a:p>
        </p:txBody>
      </p:sp>
      <p:sp>
        <p:nvSpPr>
          <p:cNvPr id="1216" name="v10 edge:d2Br1-state-write">
            <a:extLst>
              <a:ext uri="{FF2B5EF4-FFF2-40B4-BE49-F238E27FC236}">
                <ns2:creationId id="{0C4CB82A-588E-4F22-992D-1D4B1936CDFB}"/>
              </a:ext>
            </a:extLst>
          </p:cNvPr>
          <p:cNvSpPr>
            <a:spLocks noGrp="1"/>
          </p:cNvSpPr>
          <p:nvPr/>
        </p:nvSpPr>
        <p:spPr>
          <a:xfrm>
            <a:off x="14106525" y="4248150"/>
            <a:ext cx="953" cy="95250"/>
          </a:xfrm>
          <a:custGeom>
            <a:pathLst>
              <a:path w="953" h="95250">
                <a:moveTo>
                  <a:pt x="0" y="0"/>
                </a:moveTo>
                <a:lnTo>
                  <a:pt x="0" y="95250"/>
                </a:lnTo>
              </a:path>
            </a:pathLst>
          </a:custGeom>
          <a:noFill/>
          <a:ln w="17145">
            <a:solidFill>
              <a:srgbClr val="32824A"/>
            </a:solidFill>
            <a:prstDash val="solid"/>
          </a:ln>
        </p:spPr>
      </p:sp>
      <p:sp>
        <p:nvSpPr>
          <p:cNvPr id="1217" name="v10 arrow:d2Br1-state-write">
            <a:extLst>
              <a:ext uri="{FF2B5EF4-FFF2-40B4-BE49-F238E27FC236}">
                <ns2:creationId id="{9BCBD651-AA1C-4F46-AAE5-6EAFBA4B4410}"/>
              </a:ext>
            </a:extLst>
          </p:cNvPr>
          <p:cNvSpPr>
            <a:spLocks noGrp="1"/>
          </p:cNvSpPr>
          <p:nvPr/>
        </p:nvSpPr>
        <p:spPr>
          <a:xfrm>
            <a:off x="14068425" y="425767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18" name="v10 edge:d2Br2-state-write">
            <a:extLst>
              <a:ext uri="{FF2B5EF4-FFF2-40B4-BE49-F238E27FC236}">
                <ns2:creationId id="{FD460EE6-CCDB-48A7-8CED-C75806F6D0B9}"/>
              </a:ext>
            </a:extLst>
          </p:cNvPr>
          <p:cNvSpPr>
            <a:spLocks noGrp="1"/>
          </p:cNvSpPr>
          <p:nvPr/>
        </p:nvSpPr>
        <p:spPr>
          <a:xfrm>
            <a:off x="16649700" y="4248150"/>
            <a:ext cx="953" cy="95250"/>
          </a:xfrm>
          <a:custGeom>
            <a:pathLst>
              <a:path w="953" h="95250">
                <a:moveTo>
                  <a:pt x="0" y="0"/>
                </a:moveTo>
                <a:lnTo>
                  <a:pt x="0" y="95250"/>
                </a:lnTo>
              </a:path>
            </a:pathLst>
          </a:custGeom>
          <a:noFill/>
          <a:ln w="17145">
            <a:solidFill>
              <a:srgbClr val="32824A"/>
            </a:solidFill>
            <a:prstDash val="solid"/>
          </a:ln>
        </p:spPr>
      </p:sp>
      <p:sp>
        <p:nvSpPr>
          <p:cNvPr id="1219" name="v10 arrow:d2Br2-state-write">
            <a:extLst>
              <a:ext uri="{FF2B5EF4-FFF2-40B4-BE49-F238E27FC236}">
                <ns2:creationId id="{1625ACF8-3945-450E-886D-56C78F618378}"/>
              </a:ext>
            </a:extLst>
          </p:cNvPr>
          <p:cNvSpPr>
            <a:spLocks noGrp="1"/>
          </p:cNvSpPr>
          <p:nvPr/>
        </p:nvSpPr>
        <p:spPr>
          <a:xfrm>
            <a:off x="16611600" y="425767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20" name="v10 edge:d2Br1-return">
            <a:extLst>
              <a:ext uri="{FF2B5EF4-FFF2-40B4-BE49-F238E27FC236}">
                <ns2:creationId id="{A85C750F-378D-4273-AF88-C8E01905ACF0}"/>
              </a:ext>
            </a:extLst>
          </p:cNvPr>
          <p:cNvSpPr>
            <a:spLocks noGrp="1"/>
          </p:cNvSpPr>
          <p:nvPr/>
        </p:nvSpPr>
        <p:spPr>
          <a:xfrm>
            <a:off x="12230100" y="4057650"/>
            <a:ext cx="733425" cy="657225"/>
          </a:xfrm>
          <a:custGeom>
            <a:pathLst>
              <a:path w="733425" h="657225">
                <a:moveTo>
                  <a:pt x="733425" y="0"/>
                </a:moveTo>
                <a:lnTo>
                  <a:pt x="152400" y="0"/>
                </a:lnTo>
                <a:lnTo>
                  <a:pt x="152400" y="657225"/>
                </a:lnTo>
                <a:lnTo>
                  <a:pt x="0" y="657225"/>
                </a:lnTo>
              </a:path>
            </a:pathLst>
          </a:custGeom>
          <a:noFill/>
          <a:ln w="17145">
            <a:solidFill>
              <a:srgbClr val="32824A"/>
            </a:solidFill>
            <a:prstDash val="dash"/>
          </a:ln>
        </p:spPr>
      </p:sp>
      <p:sp>
        <p:nvSpPr>
          <p:cNvPr id="1221" name="v10 arrow:d2Br1-return">
            <a:extLst>
              <a:ext uri="{FF2B5EF4-FFF2-40B4-BE49-F238E27FC236}">
                <ns2:creationId id="{B3FF8DEA-10F5-48C6-9ED7-2C752BD76E1B}"/>
              </a:ext>
            </a:extLst>
          </p:cNvPr>
          <p:cNvSpPr>
            <a:spLocks noGrp="1"/>
          </p:cNvSpPr>
          <p:nvPr/>
        </p:nvSpPr>
        <p:spPr>
          <a:xfrm>
            <a:off x="12230100" y="46767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22" name="v10 label 반환">
            <a:extLst>
              <a:ext uri="{FF2B5EF4-FFF2-40B4-BE49-F238E27FC236}">
                <ns2:creationId id="{47962CEF-6881-4159-9122-FFCB3E6E9C67}"/>
              </a:ext>
            </a:extLst>
          </p:cNvPr>
          <p:cNvSpPr>
            <a:spLocks noGrp="1"/>
          </p:cNvSpPr>
          <p:nvPr/>
        </p:nvSpPr>
        <p:spPr>
          <a:xfrm>
            <a:off x="12477750" y="4429125"/>
            <a:ext cx="428625" cy="19050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반환</a:t>
            </a:r>
            <a:endParaRPr lang="ko-KR">
              <a:latin typeface="Calibri"/>
              <a:ea typeface="Calibri"/>
              <a:cs typeface="Calibri"/>
            </a:endParaRPr>
          </a:p>
        </p:txBody>
      </p:sp>
      <p:sp>
        <p:nvSpPr>
          <p:cNvPr id="1223" name="v10 edge:d2Br2-return">
            <a:extLst>
              <a:ext uri="{FF2B5EF4-FFF2-40B4-BE49-F238E27FC236}">
                <ns2:creationId id="{F90CC862-3A65-44F2-9F00-D93746D0D624}"/>
              </a:ext>
            </a:extLst>
          </p:cNvPr>
          <p:cNvSpPr>
            <a:spLocks noGrp="1"/>
          </p:cNvSpPr>
          <p:nvPr/>
        </p:nvSpPr>
        <p:spPr>
          <a:xfrm>
            <a:off x="12230100" y="4057650"/>
            <a:ext cx="5734050" cy="1200150"/>
          </a:xfrm>
          <a:custGeom>
            <a:pathLst>
              <a:path w="5734050" h="1200150">
                <a:moveTo>
                  <a:pt x="5495925" y="0"/>
                </a:moveTo>
                <a:lnTo>
                  <a:pt x="5734050" y="0"/>
                </a:lnTo>
                <a:lnTo>
                  <a:pt x="5734050" y="1200150"/>
                </a:lnTo>
                <a:lnTo>
                  <a:pt x="171450" y="1200150"/>
                </a:lnTo>
                <a:lnTo>
                  <a:pt x="171450" y="771525"/>
                </a:lnTo>
                <a:lnTo>
                  <a:pt x="0" y="771525"/>
                </a:lnTo>
              </a:path>
            </a:pathLst>
          </a:custGeom>
          <a:noFill/>
          <a:ln w="17145">
            <a:solidFill>
              <a:srgbClr val="32824A"/>
            </a:solidFill>
            <a:prstDash val="dash"/>
          </a:ln>
        </p:spPr>
      </p:sp>
      <p:sp>
        <p:nvSpPr>
          <p:cNvPr id="1224" name="v10 arrow:d2Br2-return">
            <a:extLst>
              <a:ext uri="{FF2B5EF4-FFF2-40B4-BE49-F238E27FC236}">
                <ns2:creationId id="{180EB338-E947-4DC1-82D5-889669BEA32A}"/>
              </a:ext>
            </a:extLst>
          </p:cNvPr>
          <p:cNvSpPr>
            <a:spLocks noGrp="1"/>
          </p:cNvSpPr>
          <p:nvPr/>
        </p:nvSpPr>
        <p:spPr>
          <a:xfrm>
            <a:off x="12230100" y="47910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25" name="v10 label 개별 반환">
            <a:extLst>
              <a:ext uri="{FF2B5EF4-FFF2-40B4-BE49-F238E27FC236}">
                <ns2:creationId id="{DAF6C048-CBA9-48D5-A147-F8F858E9DB6A}"/>
              </a:ext>
            </a:extLst>
          </p:cNvPr>
          <p:cNvSpPr>
            <a:spLocks noGrp="1"/>
          </p:cNvSpPr>
          <p:nvPr/>
        </p:nvSpPr>
        <p:spPr>
          <a:xfrm>
            <a:off x="16344900" y="5076825"/>
            <a:ext cx="125730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개별 반환</a:t>
            </a:r>
            <a:endParaRPr lang="ko-KR">
              <a:latin typeface="Calibri"/>
              <a:ea typeface="Calibri"/>
              <a:cs typeface="Calibri"/>
            </a:endParaRPr>
          </a:p>
        </p:txBody>
      </p:sp>
      <p:sp>
        <p:nvSpPr>
          <p:cNvPr id="1226" name="v10 edge:d2Bcommon-infer">
            <a:extLst>
              <a:ext uri="{FF2B5EF4-FFF2-40B4-BE49-F238E27FC236}">
                <ns2:creationId id="{F3337F35-9BAA-4654-8029-162CEB06A2CB}"/>
              </a:ext>
            </a:extLst>
          </p:cNvPr>
          <p:cNvSpPr>
            <a:spLocks noGrp="1"/>
          </p:cNvSpPr>
          <p:nvPr/>
        </p:nvSpPr>
        <p:spPr>
          <a:xfrm>
            <a:off x="15249525" y="3295650"/>
            <a:ext cx="809625" cy="2505075"/>
          </a:xfrm>
          <a:custGeom>
            <a:pathLst>
              <a:path w="809625" h="2505075">
                <a:moveTo>
                  <a:pt x="0" y="0"/>
                </a:moveTo>
                <a:lnTo>
                  <a:pt x="161925" y="0"/>
                </a:lnTo>
                <a:lnTo>
                  <a:pt x="161925" y="1857375"/>
                </a:lnTo>
                <a:lnTo>
                  <a:pt x="809625" y="1857375"/>
                </a:lnTo>
                <a:lnTo>
                  <a:pt x="809625" y="2505075"/>
                </a:lnTo>
                <a:lnTo>
                  <a:pt x="476250" y="2505075"/>
                </a:lnTo>
              </a:path>
            </a:pathLst>
          </a:custGeom>
          <a:noFill/>
          <a:ln w="17145">
            <a:solidFill>
              <a:srgbClr val="111111"/>
            </a:solidFill>
            <a:prstDash val="solid"/>
          </a:ln>
        </p:spPr>
      </p:sp>
      <p:sp>
        <p:nvSpPr>
          <p:cNvPr id="1227" name="v10 arrow:d2Bcommon-infer">
            <a:extLst>
              <a:ext uri="{FF2B5EF4-FFF2-40B4-BE49-F238E27FC236}">
                <ns2:creationId id="{F50DCC97-8CC1-46F8-A3F1-857AC5763211}"/>
              </a:ext>
            </a:extLst>
          </p:cNvPr>
          <p:cNvSpPr>
            <a:spLocks noGrp="1"/>
          </p:cNvSpPr>
          <p:nvPr/>
        </p:nvSpPr>
        <p:spPr>
          <a:xfrm>
            <a:off x="15725775" y="57626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28" name="v10 edge:d2Br1-infer">
            <a:extLst>
              <a:ext uri="{FF2B5EF4-FFF2-40B4-BE49-F238E27FC236}">
                <ns2:creationId id="{9CEA7A69-859C-48C9-8F7F-F1989E6C2FC5}"/>
              </a:ext>
            </a:extLst>
          </p:cNvPr>
          <p:cNvSpPr>
            <a:spLocks noGrp="1"/>
          </p:cNvSpPr>
          <p:nvPr/>
        </p:nvSpPr>
        <p:spPr>
          <a:xfrm>
            <a:off x="12744450" y="3971925"/>
            <a:ext cx="219075" cy="1876425"/>
          </a:xfrm>
          <a:custGeom>
            <a:pathLst>
              <a:path w="219075" h="1876425">
                <a:moveTo>
                  <a:pt x="219075" y="0"/>
                </a:moveTo>
                <a:lnTo>
                  <a:pt x="0" y="0"/>
                </a:lnTo>
                <a:lnTo>
                  <a:pt x="0" y="1876425"/>
                </a:lnTo>
                <a:lnTo>
                  <a:pt x="219075" y="1876425"/>
                </a:lnTo>
              </a:path>
            </a:pathLst>
          </a:custGeom>
          <a:noFill/>
          <a:ln w="17145">
            <a:solidFill>
              <a:srgbClr val="32824A"/>
            </a:solidFill>
            <a:prstDash val="solid"/>
          </a:ln>
        </p:spPr>
      </p:sp>
      <p:sp>
        <p:nvSpPr>
          <p:cNvPr id="1229" name="v10 arrow:d2Br1-infer">
            <a:extLst>
              <a:ext uri="{FF2B5EF4-FFF2-40B4-BE49-F238E27FC236}">
                <ns2:creationId id="{FFAA0399-DD84-4FD6-B50A-3771EDB22CB6}"/>
              </a:ext>
            </a:extLst>
          </p:cNvPr>
          <p:cNvSpPr>
            <a:spLocks noGrp="1"/>
          </p:cNvSpPr>
          <p:nvPr/>
        </p:nvSpPr>
        <p:spPr>
          <a:xfrm>
            <a:off x="12877800" y="581025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230" name="v10 edge:d2Br2-infer">
            <a:extLst>
              <a:ext uri="{FF2B5EF4-FFF2-40B4-BE49-F238E27FC236}">
                <ns2:creationId id="{4602880F-03EE-441F-9BD0-6B0C929BAC33}"/>
              </a:ext>
            </a:extLst>
          </p:cNvPr>
          <p:cNvSpPr>
            <a:spLocks noGrp="1"/>
          </p:cNvSpPr>
          <p:nvPr/>
        </p:nvSpPr>
        <p:spPr>
          <a:xfrm>
            <a:off x="15344775" y="4114800"/>
            <a:ext cx="609600" cy="1752600"/>
          </a:xfrm>
          <a:custGeom>
            <a:pathLst>
              <a:path w="609600" h="1752600">
                <a:moveTo>
                  <a:pt x="238125" y="0"/>
                </a:moveTo>
                <a:lnTo>
                  <a:pt x="0" y="0"/>
                </a:lnTo>
                <a:lnTo>
                  <a:pt x="0" y="1085850"/>
                </a:lnTo>
                <a:lnTo>
                  <a:pt x="609600" y="1085850"/>
                </a:lnTo>
                <a:lnTo>
                  <a:pt x="609600" y="1752600"/>
                </a:lnTo>
                <a:lnTo>
                  <a:pt x="381000" y="1752600"/>
                </a:lnTo>
              </a:path>
            </a:pathLst>
          </a:custGeom>
          <a:noFill/>
          <a:ln w="17145">
            <a:solidFill>
              <a:srgbClr val="32824A"/>
            </a:solidFill>
            <a:prstDash val="solid"/>
          </a:ln>
        </p:spPr>
      </p:sp>
      <p:sp>
        <p:nvSpPr>
          <p:cNvPr id="1231" name="v10 arrow:d2Br2-infer">
            <a:extLst>
              <a:ext uri="{FF2B5EF4-FFF2-40B4-BE49-F238E27FC236}">
                <ns2:creationId id="{6D75E2DC-1992-4801-9717-4567A71737EF}"/>
              </a:ext>
            </a:extLst>
          </p:cNvPr>
          <p:cNvSpPr>
            <a:spLocks noGrp="1"/>
          </p:cNvSpPr>
          <p:nvPr/>
        </p:nvSpPr>
        <p:spPr>
          <a:xfrm>
            <a:off x="15725775" y="582930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32" name="v10 edge:d2Bcommon-result">
            <a:extLst>
              <a:ext uri="{FF2B5EF4-FFF2-40B4-BE49-F238E27FC236}">
                <ns2:creationId id="{7AED00DF-ACCC-46DE-B9EA-27CAAA1838D7}"/>
              </a:ext>
            </a:extLst>
          </p:cNvPr>
          <p:cNvSpPr>
            <a:spLocks noGrp="1"/>
          </p:cNvSpPr>
          <p:nvPr/>
        </p:nvSpPr>
        <p:spPr>
          <a:xfrm>
            <a:off x="15249525" y="3400425"/>
            <a:ext cx="895350" cy="2552700"/>
          </a:xfrm>
          <a:custGeom>
            <a:pathLst>
              <a:path w="895350" h="2552700">
                <a:moveTo>
                  <a:pt x="476250" y="2552700"/>
                </a:moveTo>
                <a:lnTo>
                  <a:pt x="895350" y="2552700"/>
                </a:lnTo>
                <a:lnTo>
                  <a:pt x="895350" y="1724025"/>
                </a:lnTo>
                <a:lnTo>
                  <a:pt x="238125" y="1724025"/>
                </a:lnTo>
                <a:lnTo>
                  <a:pt x="238125" y="0"/>
                </a:lnTo>
                <a:lnTo>
                  <a:pt x="0" y="0"/>
                </a:lnTo>
              </a:path>
            </a:pathLst>
          </a:custGeom>
          <a:noFill/>
          <a:ln w="17145">
            <a:solidFill>
              <a:srgbClr val="111111"/>
            </a:solidFill>
            <a:prstDash val="dash"/>
          </a:ln>
        </p:spPr>
      </p:sp>
      <p:sp>
        <p:nvSpPr>
          <p:cNvPr id="1233" name="v10 arrow:d2Bcommon-result">
            <a:extLst>
              <a:ext uri="{FF2B5EF4-FFF2-40B4-BE49-F238E27FC236}">
                <ns2:creationId id="{1541ECF7-BDC1-4FEB-8DA3-5CD90C8DB207}"/>
              </a:ext>
            </a:extLst>
          </p:cNvPr>
          <p:cNvSpPr>
            <a:spLocks noGrp="1"/>
          </p:cNvSpPr>
          <p:nvPr/>
        </p:nvSpPr>
        <p:spPr>
          <a:xfrm>
            <a:off x="15249525" y="33623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34" name="v10 edge:d2Br1-result">
            <a:extLst>
              <a:ext uri="{FF2B5EF4-FFF2-40B4-BE49-F238E27FC236}">
                <ns2:creationId id="{BCFA9045-9A08-465B-A745-8124C6937880}"/>
              </a:ext>
            </a:extLst>
          </p:cNvPr>
          <p:cNvSpPr>
            <a:spLocks noGrp="1"/>
          </p:cNvSpPr>
          <p:nvPr/>
        </p:nvSpPr>
        <p:spPr>
          <a:xfrm>
            <a:off x="12687300" y="4143375"/>
            <a:ext cx="276225" cy="1800225"/>
          </a:xfrm>
          <a:custGeom>
            <a:pathLst>
              <a:path w="276225" h="1800225">
                <a:moveTo>
                  <a:pt x="276225" y="1800225"/>
                </a:moveTo>
                <a:lnTo>
                  <a:pt x="0" y="1800225"/>
                </a:lnTo>
                <a:lnTo>
                  <a:pt x="0" y="0"/>
                </a:lnTo>
                <a:lnTo>
                  <a:pt x="276225" y="0"/>
                </a:lnTo>
              </a:path>
            </a:pathLst>
          </a:custGeom>
          <a:noFill/>
          <a:ln w="17145">
            <a:solidFill>
              <a:srgbClr val="32824A"/>
            </a:solidFill>
            <a:prstDash val="dash"/>
          </a:ln>
        </p:spPr>
      </p:sp>
      <p:sp>
        <p:nvSpPr>
          <p:cNvPr id="1235" name="v10 arrow:d2Br1-result">
            <a:extLst>
              <a:ext uri="{FF2B5EF4-FFF2-40B4-BE49-F238E27FC236}">
                <ns2:creationId id="{BFBC7E53-73AF-4E22-9B9C-DFC09A366FFA}"/>
              </a:ext>
            </a:extLst>
          </p:cNvPr>
          <p:cNvSpPr>
            <a:spLocks noGrp="1"/>
          </p:cNvSpPr>
          <p:nvPr/>
        </p:nvSpPr>
        <p:spPr>
          <a:xfrm>
            <a:off x="12877800" y="410527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236" name="v10 edge:d2Br2-result">
            <a:extLst>
              <a:ext uri="{FF2B5EF4-FFF2-40B4-BE49-F238E27FC236}">
                <ns2:creationId id="{7F50DA5B-49B0-46A0-99F3-9A901483CADE}"/>
              </a:ext>
            </a:extLst>
          </p:cNvPr>
          <p:cNvSpPr>
            <a:spLocks noGrp="1"/>
          </p:cNvSpPr>
          <p:nvPr/>
        </p:nvSpPr>
        <p:spPr>
          <a:xfrm>
            <a:off x="15525750" y="4219575"/>
            <a:ext cx="495300" cy="1781175"/>
          </a:xfrm>
          <a:custGeom>
            <a:pathLst>
              <a:path w="495300" h="1781175">
                <a:moveTo>
                  <a:pt x="200025" y="1781175"/>
                </a:moveTo>
                <a:lnTo>
                  <a:pt x="495300" y="1781175"/>
                </a:lnTo>
                <a:lnTo>
                  <a:pt x="495300" y="1019175"/>
                </a:lnTo>
                <a:lnTo>
                  <a:pt x="0" y="1019175"/>
                </a:lnTo>
                <a:lnTo>
                  <a:pt x="0" y="0"/>
                </a:lnTo>
                <a:lnTo>
                  <a:pt x="57150" y="0"/>
                </a:lnTo>
              </a:path>
            </a:pathLst>
          </a:custGeom>
          <a:noFill/>
          <a:ln w="17145">
            <a:solidFill>
              <a:srgbClr val="32824A"/>
            </a:solidFill>
            <a:prstDash val="dash"/>
          </a:ln>
        </p:spPr>
      </p:sp>
      <p:sp>
        <p:nvSpPr>
          <p:cNvPr id="1237" name="v10 arrow:d2Br2-result">
            <a:extLst>
              <a:ext uri="{FF2B5EF4-FFF2-40B4-BE49-F238E27FC236}">
                <ns2:creationId id="{AD34B65F-FF48-4415-A894-0C9CB891538C}"/>
              </a:ext>
            </a:extLst>
          </p:cNvPr>
          <p:cNvSpPr>
            <a:spLocks noGrp="1"/>
          </p:cNvSpPr>
          <p:nvPr/>
        </p:nvSpPr>
        <p:spPr>
          <a:xfrm>
            <a:off x="15497175" y="418147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Tree>
    <p:extLst>
      <p:ext uri="{BB962C8B-B14F-4D97-AF65-F5344CB8AC3E}">
        <p14:creationId val="1957043968"/>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7" name="Unified slide title">
            <a:extLst>
              <a:ext uri="{FF2B5EF4-FFF2-40B4-BE49-F238E27FC236}">
                <ns2:creationId id="{BC421DB8-85B0-45D9-B2F4-AD37E9342AC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(보완 효과 상세)</a:t>
            </a:r>
            <a:endParaRPr lang="ko-KR">
              <a:latin typeface="Calibri"/>
              <a:ea typeface="Calibri"/>
              <a:cs typeface="Calibri"/>
            </a:endParaRPr>
          </a:p>
        </p:txBody>
      </p:sp>
      <p:sp>
        <p:nvSpPr>
          <p:cNvPr id="2" name="Workflow 과제 소개">
            <a:extLst>
              <a:ext uri="{FF2B5EF4-FFF2-40B4-BE49-F238E27FC236}">
                <ns2:creationId id="{5431C6EF-42B3-4786-A1E3-208E5698E8D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89927604-05E8-43B7-8E41-75355FA214B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6446C5B0-7B11-4DC3-A9B3-A8E6EDD0F55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F66570C-EFD2-4A8B-99A2-D53FC1A386D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80F7158C-ACEA-4C91-A665-4000FB34655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A6879F6-AD46-4F42-8195-742460A66B0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6963F7AC-612C-4A8E-A4FA-A91A7B4323B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1E79D50A-3E76-45E3-B784-825DC118A6F6}"/>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FF875DB-52A7-4105-9604-68B72A32E1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7CD153E0-8F75-4626-A8E4-5216A0E5E5E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76DB340-2E77-49AD-90C8-5D6CA949900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C707EB06-418D-43EE-85DC-874515421E82}"/>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8 / 36</a:t>
            </a:r>
            <a:endParaRPr lang="ko-KR">
              <a:latin typeface="Calibri"/>
              <a:ea typeface="Calibri"/>
              <a:cs typeface="Calibri"/>
            </a:endParaRPr>
          </a:p>
        </p:txBody>
      </p:sp>
      <p:sp>
        <p:nvSpPr>
          <p:cNvPr id="14" name="DP2 object 199">
            <a:extLst>
              <a:ext uri="{FF2B5EF4-FFF2-40B4-BE49-F238E27FC236}">
                <ns2:creationId id="{3AC11ECF-D7B3-4569-A8EF-79360331F284}"/>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병행 이익은 호출 여유에서, B1의 효과는 입력 복제 감소에서 나온다</a:t>
            </a:r>
            <a:endParaRPr lang="ko-KR">
              <a:latin typeface="Calibri"/>
              <a:ea typeface="Calibri"/>
              <a:cs typeface="Calibri"/>
            </a:endParaRPr>
          </a:p>
        </p:txBody>
      </p:sp>
      <p:sp>
        <p:nvSpPr>
          <p:cNvPr id="15" name="DP2 object 200">
            <a:extLst>
              <a:ext uri="{FF2B5EF4-FFF2-40B4-BE49-F238E27FC236}">
                <ns2:creationId id="{06981194-2165-4DCF-BB15-21616FA07FB2}"/>
              </a:ext>
            </a:extLst>
          </p:cNvPr>
          <p:cNvSpPr>
            <a:spLocks noGrp="1"/>
          </p:cNvSpPr>
          <p:nvPr/>
        </p:nvSpPr>
        <p:spPr>
          <a:xfrm>
            <a:off x="266700" y="1666875"/>
            <a:ext cx="17335500" cy="3048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기본 구조 선택의 실제 모델 관측과 보완의 응답 재생을 구분한다.</a:t>
            </a:r>
            <a:endParaRPr lang="ko-KR">
              <a:latin typeface="Calibri"/>
              <a:ea typeface="Calibri"/>
              <a:cs typeface="Calibri"/>
            </a:endParaRPr>
          </a:p>
        </p:txBody>
      </p:sp>
      <p:sp>
        <p:nvSpPr>
          <p:cNvPr id="16" name="DP2 object 201">
            <a:extLst>
              <a:ext uri="{FF2B5EF4-FFF2-40B4-BE49-F238E27FC236}">
                <ns2:creationId id="{E087B610-523F-49D3-B8AB-D2B3DD197CB6}"/>
              </a:ext>
            </a:extLst>
          </p:cNvPr>
          <p:cNvSpPr>
            <a:spLocks noGrp="1"/>
          </p:cNvSpPr>
          <p:nvPr/>
        </p:nvSpPr>
        <p:spPr>
          <a:xfrm>
            <a:off x="228600" y="2076450"/>
            <a:ext cx="5829300" cy="7258050"/>
          </a:xfrm>
          <a:prstGeom prst="rect">
            <a:avLst/>
          </a:prstGeom>
          <a:noFill/>
          <a:ln w="28575">
            <a:solidFill>
              <a:srgbClr val="4676CB"/>
            </a:solidFill>
            <a:prstDash val="solid"/>
          </a:ln>
        </p:spPr>
      </p:sp>
      <p:sp>
        <p:nvSpPr>
          <p:cNvPr id="17" name="DP2 object 202">
            <a:extLst>
              <a:ext uri="{FF2B5EF4-FFF2-40B4-BE49-F238E27FC236}">
                <ns2:creationId id="{0CC0A196-34B9-4F17-81D5-F811D051E38A}"/>
              </a:ext>
            </a:extLst>
          </p:cNvPr>
          <p:cNvSpPr>
            <a:spLocks noGrp="1"/>
          </p:cNvSpPr>
          <p:nvPr/>
        </p:nvSpPr>
        <p:spPr>
          <a:xfrm>
            <a:off x="228600" y="2076450"/>
            <a:ext cx="5829300" cy="485775"/>
          </a:xfrm>
          <a:prstGeom prst="rect">
            <a:avLst/>
          </a:prstGeom>
          <a:solidFill>
            <a:srgbClr val="C9E1B3"/>
          </a:solidFill>
          <a:ln w="0">
            <a:noFill/>
            <a:prstDash val="solid"/>
          </a:ln>
        </p:spPr>
        <p:txBody>
          <a:bodyPr wrap="none" lIns="190500" tIns="38100" rIns="190500" bIns="47625"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B1. 불변 input/source 공유</a:t>
            </a:r>
            <a:endParaRPr lang="ko-KR">
              <a:latin typeface="Calibri"/>
              <a:ea typeface="Calibri"/>
              <a:cs typeface="Calibri"/>
            </a:endParaRPr>
          </a:p>
        </p:txBody>
      </p:sp>
      <p:sp>
        <p:nvSpPr>
          <p:cNvPr id="19" name="DP2 object 204">
            <a:extLst>
              <a:ext uri="{FF2B5EF4-FFF2-40B4-BE49-F238E27FC236}">
                <ns2:creationId id="{6A292322-CA8D-435F-AD94-18631BE89824}"/>
              </a:ext>
            </a:extLst>
          </p:cNvPr>
          <p:cNvSpPr>
            <a:spLocks noGrp="1"/>
          </p:cNvSpPr>
          <p:nvPr/>
        </p:nvSpPr>
        <p:spPr>
          <a:xfrm>
            <a:off x="419100" y="2714625"/>
            <a:ext cx="5448300" cy="3619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기본 B: 실행마다 불변 입력을 복사</a:t>
            </a:r>
            <a:endParaRPr lang="ko-KR">
              <a:latin typeface="Calibri"/>
              <a:ea typeface="Calibri"/>
              <a:cs typeface="Calibri"/>
            </a:endParaRPr>
          </a:p>
        </p:txBody>
      </p:sp>
      <p:sp>
        <p:nvSpPr>
          <p:cNvPr id="30" name="DP2 object 211">
            <a:extLst>
              <a:ext uri="{FF2B5EF4-FFF2-40B4-BE49-F238E27FC236}">
                <ns2:creationId id="{618B27DF-70E7-4CC3-BFB9-569BA2F02DD6}"/>
              </a:ext>
            </a:extLst>
          </p:cNvPr>
          <p:cNvSpPr>
            <a:spLocks noGrp="1"/>
          </p:cNvSpPr>
          <p:nvPr/>
        </p:nvSpPr>
        <p:spPr>
          <a:xfrm>
            <a:off x="542925" y="4886325"/>
            <a:ext cx="2371725"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불변 자료를 한 번 보존</a:t>
            </a:r>
            <a:endParaRPr lang="ko-KR">
              <a:latin typeface="Calibri"/>
              <a:ea typeface="Calibri"/>
              <a:cs typeface="Calibri"/>
            </a:endParaRPr>
          </a:p>
        </p:txBody>
      </p:sp>
      <p:sp>
        <p:nvSpPr>
          <p:cNvPr id="43" name="DP2 object 221">
            <a:extLst>
              <a:ext uri="{FF2B5EF4-FFF2-40B4-BE49-F238E27FC236}">
                <ns2:creationId id="{3C3E7800-704E-4021-B715-37716B06E8AA}"/>
              </a:ext>
            </a:extLst>
          </p:cNvPr>
          <p:cNvSpPr>
            <a:spLocks noGrp="1"/>
          </p:cNvSpPr>
          <p:nvPr/>
        </p:nvSpPr>
        <p:spPr>
          <a:xfrm>
            <a:off x="409575" y="8391525"/>
            <a:ext cx="5476875" cy="3524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변경 가능한 상태와 복구 규칙은 유지</a:t>
            </a:r>
            <a:endParaRPr lang="ko-KR">
              <a:latin typeface="Calibri"/>
              <a:ea typeface="Calibri"/>
              <a:cs typeface="Calibri"/>
            </a:endParaRPr>
          </a:p>
        </p:txBody>
      </p:sp>
      <p:sp>
        <p:nvSpPr>
          <p:cNvPr id="44" name="DP2 object 222">
            <a:extLst>
              <a:ext uri="{FF2B5EF4-FFF2-40B4-BE49-F238E27FC236}">
                <ns2:creationId id="{BA31EC3B-DF32-4501-8570-F68BB77C5B4D}"/>
              </a:ext>
            </a:extLst>
          </p:cNvPr>
          <p:cNvSpPr>
            <a:spLocks noGrp="1"/>
          </p:cNvSpPr>
          <p:nvPr/>
        </p:nvSpPr>
        <p:spPr>
          <a:xfrm>
            <a:off x="409575" y="8763000"/>
            <a:ext cx="5476875" cy="51435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300" b="0" lang="ko-KR">
                <a:solidFill>
                  <a:srgbClr val="4676CB"/>
                </a:solidFill>
                <a:latin typeface="Calibri"/>
                <a:ea typeface="Calibri"/>
                <a:cs typeface="Calibri"/>
              </a:rPr>
              <a:t>검정 기본 B / 파랑 B1</a:t>
            </a:r>
            <a:endParaRPr lang="ko-KR">
              <a:latin typeface="Calibri"/>
              <a:ea typeface="Calibri"/>
              <a:cs typeface="Calibri"/>
            </a:endParaRPr>
          </a:p>
          <a:p>
            <a:pPr algn="ctr">
              <a:defRPr sz="1700" b="0" lang="ko-KR">
                <a:solidFill>
                  <a:srgbClr val="4676CB"/>
                </a:solidFill>
                <a:latin typeface="Calibri"/>
                <a:ea typeface="Calibri"/>
                <a:cs typeface="Calibri"/>
              </a:defRPr>
            </a:pPr>
            <a:r>
              <a:rPr sz="1300" b="0" lang="ko-KR">
                <a:solidFill>
                  <a:srgbClr val="4676CB"/>
                </a:solidFill>
                <a:latin typeface="Calibri"/>
                <a:ea typeface="Calibri"/>
                <a:cs typeface="Calibri"/>
              </a:rPr>
              <a:t>실선 갱신 / 점선 조회. 위/아래는 대안 비교</a:t>
            </a:r>
            <a:endParaRPr lang="ko-KR">
              <a:latin typeface="Calibri"/>
              <a:ea typeface="Calibri"/>
              <a:cs typeface="Calibri"/>
            </a:endParaRPr>
          </a:p>
          <a:p>
            <a:pPr algn="ctr">
              <a:defRPr sz="1700" b="0" lang="ko-KR">
                <a:solidFill>
                  <a:srgbClr val="4676CB"/>
                </a:solidFill>
                <a:latin typeface="Calibri"/>
                <a:ea typeface="Calibri"/>
                <a:cs typeface="Calibri"/>
              </a:defRPr>
            </a:pPr>
            <a:r>
              <a:rPr sz="1300" b="0" lang="ko-KR">
                <a:solidFill>
                  <a:srgbClr val="4676CB"/>
                </a:solidFill>
                <a:latin typeface="Calibri"/>
                <a:ea typeface="Calibri"/>
                <a:cs typeface="Calibri"/>
              </a:rPr>
              <a:t>공유 입력을 빌려 payload 직렬화</a:t>
            </a:r>
            <a:endParaRPr lang="ko-KR">
              <a:latin typeface="Calibri"/>
              <a:ea typeface="Calibri"/>
              <a:cs typeface="Calibri"/>
            </a:endParaRPr>
          </a:p>
        </p:txBody>
      </p:sp>
      <p:sp>
        <p:nvSpPr>
          <p:cNvPr id="45" name="DP2 object 223">
            <a:extLst>
              <a:ext uri="{FF2B5EF4-FFF2-40B4-BE49-F238E27FC236}">
                <ns2:creationId id="{EE6C39BC-D0CF-4C64-8781-1932B808E998}"/>
              </a:ext>
            </a:extLst>
          </p:cNvPr>
          <p:cNvSpPr>
            <a:spLocks noGrp="1"/>
          </p:cNvSpPr>
          <p:nvPr/>
        </p:nvSpPr>
        <p:spPr>
          <a:xfrm>
            <a:off x="6391275" y="2076450"/>
            <a:ext cx="115824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선택이 성립하는 조건</a:t>
            </a:r>
            <a:endParaRPr lang="ko-KR">
              <a:latin typeface="Calibri"/>
              <a:ea typeface="Calibri"/>
              <a:cs typeface="Calibri"/>
            </a:endParaRPr>
          </a:p>
        </p:txBody>
      </p:sp>
      <p:graphicFrame>
        <p:nvGraphicFramePr>
          <p:cNvPr id="46" name="">
            <a:extLst>
              <a:ext uri="{FF2B5EF4-FFF2-40B4-BE49-F238E27FC236}">
                <ns2:creationId id="{04F5DDDE-DD75-4498-A915-1A94FC2494FE}"/>
              </a:ext>
            </a:extLst>
          </p:cNvPr>
          <p:cNvGraphicFramePr/>
          <p:nvPr/>
        </p:nvGraphicFramePr>
        <p:xfrm>
          <a:off x="6391275" y="2562225"/>
          <a:ext cx="11658600" cy="1438275"/>
        </p:xfrm>
        <a:graphic>
          <a:graphicData uri="http://schemas.openxmlformats.org/drawingml/2006/table">
            <a:tbl>
              <a:tblPr firstRow="0" bandRow="0" bandCol="0"/>
              <a:tblGrid>
                <a:gridCol w="3810000"/>
                <a:gridCol w="1809750"/>
                <a:gridCol w="1809750"/>
                <a:gridCol w="42291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조건과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확인한 실행 경로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K=2 독립 질문 /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13.388초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6.270초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API 구간 6.261초 중첩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K=1 독립 질문 / 후속 완료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13.429초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13.087초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호출 중첩 0 / 병행 이익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24">
            <a:extLst>
              <a:ext uri="{FF2B5EF4-FFF2-40B4-BE49-F238E27FC236}">
                <ns2:creationId id="{34A580C5-647B-455B-A5B9-C27FD105FE6E}"/>
              </a:ext>
            </a:extLst>
          </p:cNvPr>
          <p:cNvSpPr>
            <a:spLocks noGrp="1"/>
          </p:cNvSpPr>
          <p:nvPr/>
        </p:nvSpPr>
        <p:spPr>
          <a:xfrm>
            <a:off x="6391275" y="4191000"/>
            <a:ext cx="11582400" cy="4286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QA06 보완: 별도 순서 제어 재생의 최고 동시 RSS</a:t>
            </a:r>
            <a:endParaRPr lang="ko-KR">
              <a:latin typeface="Calibri"/>
              <a:ea typeface="Calibri"/>
              <a:cs typeface="Calibri"/>
            </a:endParaRPr>
          </a:p>
        </p:txBody>
      </p:sp>
      <p:graphicFrame>
        <p:nvGraphicFramePr>
          <p:cNvPr id="48" name="">
            <a:extLst>
              <a:ext uri="{FF2B5EF4-FFF2-40B4-BE49-F238E27FC236}">
                <ns2:creationId id="{346FCC4A-5EF2-4D5E-A727-7151C0A24BC1}"/>
              </a:ext>
            </a:extLst>
          </p:cNvPr>
          <p:cNvGraphicFramePr/>
          <p:nvPr/>
        </p:nvGraphicFramePr>
        <p:xfrm>
          <a:off x="6391275" y="4743450"/>
          <a:ext cx="11658600" cy="2047875"/>
        </p:xfrm>
        <a:graphic>
          <a:graphicData uri="http://schemas.openxmlformats.org/drawingml/2006/table">
            <a:tbl>
              <a:tblPr firstRow="0" bandRow="0" bandCol="0"/>
              <a:tblGrid>
                <a:gridCol w="2190750"/>
                <a:gridCol w="3048000"/>
                <a:gridCol w="3048000"/>
                <a:gridCol w="3371850"/>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 문맥 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B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 B1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변화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30.097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30.294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+0.197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30.802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30.507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−0.295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32.326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31.867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−0.459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25">
            <a:extLst>
              <a:ext uri="{FF2B5EF4-FFF2-40B4-BE49-F238E27FC236}">
                <ns2:creationId id="{A4096256-C838-4B36-9223-327BEBFD474A}"/>
              </a:ext>
            </a:extLst>
          </p:cNvPr>
          <p:cNvSpPr>
            <a:spLocks noGrp="1"/>
          </p:cNvSpPr>
          <p:nvPr/>
        </p:nvSpPr>
        <p:spPr>
          <a:xfrm>
            <a:off x="6419850" y="6953250"/>
            <a:ext cx="11525250"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N=4 요청 할당 peak 평균: 573,372 → 365,413 byte</a:t>
            </a:r>
            <a:endParaRPr lang="ko-KR">
              <a:latin typeface="Calibri"/>
              <a:ea typeface="Calibri"/>
              <a:cs typeface="Calibri"/>
            </a:endParaRPr>
          </a:p>
        </p:txBody>
      </p:sp>
      <p:sp>
        <p:nvSpPr>
          <p:cNvPr id="50" name="DP2 object 226">
            <a:extLst>
              <a:ext uri="{FF2B5EF4-FFF2-40B4-BE49-F238E27FC236}">
                <ns2:creationId id="{C0BED520-0258-4B3D-A49D-A5CE006120A9}"/>
              </a:ext>
            </a:extLst>
          </p:cNvPr>
          <p:cNvSpPr>
            <a:spLocks noGrp="1"/>
          </p:cNvSpPr>
          <p:nvPr/>
        </p:nvSpPr>
        <p:spPr>
          <a:xfrm>
            <a:off x="6419850" y="7467600"/>
            <a:ext cx="1152525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결과·callback 72/72 동일 / 모델 입력 snapshot 168/168 session 동일</a:t>
            </a:r>
            <a:endParaRPr lang="ko-KR">
              <a:latin typeface="Calibri"/>
              <a:ea typeface="Calibri"/>
              <a:cs typeface="Calibri"/>
            </a:endParaRPr>
          </a:p>
        </p:txBody>
      </p:sp>
      <p:sp>
        <p:nvSpPr>
          <p:cNvPr id="51" name="DP2 object 227">
            <a:extLst>
              <a:ext uri="{FF2B5EF4-FFF2-40B4-BE49-F238E27FC236}">
                <ns2:creationId id="{FB66E911-2C7E-44BB-82CC-7DACC3C75902}"/>
              </a:ext>
            </a:extLst>
          </p:cNvPr>
          <p:cNvSpPr>
            <a:spLocks noGrp="1"/>
          </p:cNvSpPr>
          <p:nvPr/>
        </p:nvSpPr>
        <p:spPr>
          <a:xfrm>
            <a:off x="6419850" y="79152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N별·안별 12회, 전체 72회. 새 API 0회, 기존 응답 686개 재생.</a:t>
            </a:r>
            <a:endParaRPr lang="ko-KR">
              <a:latin typeface="Calibri"/>
              <a:ea typeface="Calibri"/>
              <a:cs typeface="Calibri"/>
            </a:endParaRPr>
          </a:p>
        </p:txBody>
      </p:sp>
      <p:sp>
        <p:nvSpPr>
          <p:cNvPr id="52" name="DP2 object 228">
            <a:extLst>
              <a:ext uri="{FF2B5EF4-FFF2-40B4-BE49-F238E27FC236}">
                <ns2:creationId id="{40DC6AA6-A1EA-4CAA-BC09-D5631412C3DB}"/>
              </a:ext>
            </a:extLst>
          </p:cNvPr>
          <p:cNvSpPr>
            <a:spLocks noGrp="1"/>
          </p:cNvSpPr>
          <p:nvPr/>
        </p:nvSpPr>
        <p:spPr>
          <a:xfrm>
            <a:off x="6419850" y="8372475"/>
            <a:ext cx="11525250" cy="323850"/>
          </a:xfrm>
          <a:prstGeom prst="rect">
            <a:avLst/>
          </a:prstGeom>
          <a:noFill/>
          <a:ln w="0">
            <a:noFill/>
            <a:prstDash val="solid"/>
          </a:ln>
        </p:spPr>
        <p:txBody>
          <a:bodyPr wrap="none" lIns="0" tIns="0" rIns="0" bIns="0" anchor="ctr">
            <a:noAutofit/>
          </a:bodyPr>
          <a:lstStyle>
            <a:defPPr algn="l">
              <a:defRPr sz="1800" b="0" lang="ko-KR">
                <a:solidFill>
                  <a:srgbClr val="C00000"/>
                </a:solidFill>
                <a:latin typeface="Calibri"/>
                <a:ea typeface="Calibri"/>
                <a:cs typeface="Calibri"/>
              </a:defRPr>
            </a:defPPr>
            <a:lvl1pPr algn="l">
              <a:defRPr sz="1800" b="0" lang="ko-KR">
                <a:solidFill>
                  <a:srgbClr val="C00000"/>
                </a:solidFill>
                <a:latin typeface="Calibri"/>
                <a:ea typeface="Calibri"/>
                <a:cs typeface="Calibri"/>
              </a:defRPr>
            </a:lvl1pPr>
            <a:lvl2pPr algn="l">
              <a:defRPr sz="1800" b="0" lang="ko-KR">
                <a:solidFill>
                  <a:srgbClr val="C00000"/>
                </a:solidFill>
                <a:latin typeface="Calibri"/>
                <a:ea typeface="Calibri"/>
                <a:cs typeface="Calibri"/>
              </a:defRPr>
            </a:lvl2pPr>
            <a:lvl3pPr algn="l">
              <a:defRPr sz="1800" b="0" lang="ko-KR">
                <a:solidFill>
                  <a:srgbClr val="C00000"/>
                </a:solidFill>
                <a:latin typeface="Calibri"/>
                <a:ea typeface="Calibri"/>
                <a:cs typeface="Calibri"/>
              </a:defRPr>
            </a:lvl3pPr>
            <a:lvl4pPr algn="l">
              <a:defRPr sz="1800" b="0" lang="ko-KR">
                <a:solidFill>
                  <a:srgbClr val="C00000"/>
                </a:solidFill>
                <a:latin typeface="Calibri"/>
                <a:ea typeface="Calibri"/>
                <a:cs typeface="Calibri"/>
              </a:defRPr>
            </a:lvl4pPr>
            <a:lvl5pPr algn="l">
              <a:defRPr sz="1800" b="0" lang="ko-KR">
                <a:solidFill>
                  <a:srgbClr val="C00000"/>
                </a:solidFill>
                <a:latin typeface="Calibri"/>
                <a:ea typeface="Calibri"/>
                <a:cs typeface="Calibri"/>
              </a:defRPr>
            </a:lvl5pPr>
            <a:lvl6pPr algn="l">
              <a:defRPr sz="1800" b="0" lang="ko-KR">
                <a:solidFill>
                  <a:srgbClr val="C00000"/>
                </a:solidFill>
                <a:latin typeface="Calibri"/>
                <a:ea typeface="Calibri"/>
                <a:cs typeface="Calibri"/>
              </a:defRPr>
            </a:lvl6pPr>
            <a:lvl7pPr algn="l">
              <a:defRPr sz="1800" b="0" lang="ko-KR">
                <a:solidFill>
                  <a:srgbClr val="C00000"/>
                </a:solidFill>
                <a:latin typeface="Calibri"/>
                <a:ea typeface="Calibri"/>
                <a:cs typeface="Calibri"/>
              </a:defRPr>
            </a:lvl7pPr>
            <a:lvl8pPr algn="l">
              <a:defRPr sz="1800" b="0" lang="ko-KR">
                <a:solidFill>
                  <a:srgbClr val="C00000"/>
                </a:solidFill>
                <a:latin typeface="Calibri"/>
                <a:ea typeface="Calibri"/>
                <a:cs typeface="Calibri"/>
              </a:defRPr>
            </a:lvl8pPr>
            <a:lvl9pPr algn="l">
              <a:defRPr sz="1800" b="0" lang="ko-KR">
                <a:solidFill>
                  <a:srgbClr val="C00000"/>
                </a:solidFill>
                <a:latin typeface="Calibri"/>
                <a:ea typeface="Calibri"/>
                <a:cs typeface="Calibri"/>
              </a:defRPr>
            </a:lvl9pPr>
          </a:lstStyle>
          <a:p>
            <a:pPr algn="l">
              <a:defRPr sz="1800" b="0" lang="ko-KR">
                <a:solidFill>
                  <a:srgbClr val="C00000"/>
                </a:solidFill>
                <a:latin typeface="Calibri"/>
                <a:ea typeface="Calibri"/>
                <a:cs typeface="Calibri"/>
              </a:defRPr>
            </a:pPr>
            <a:r>
              <a:rPr sz="1800" b="0" lang="ko-KR">
                <a:solidFill>
                  <a:srgbClr val="C00000"/>
                </a:solidFill>
                <a:latin typeface="Calibri"/>
                <a:ea typeface="Calibri"/>
                <a:cs typeface="Calibri"/>
              </a:rPr>
              <a:t>N=1 최고 RSS는 증가. 새 QA01·QA03와 모델 비용 개선은 미측정.</a:t>
            </a:r>
            <a:endParaRPr lang="ko-KR">
              <a:latin typeface="Calibri"/>
              <a:ea typeface="Calibri"/>
              <a:cs typeface="Calibri"/>
            </a:endParaRPr>
          </a:p>
        </p:txBody>
      </p:sp>
      <p:sp>
        <p:nvSpPr>
          <p:cNvPr id="53" name="DP2 object 229">
            <a:extLst>
              <a:ext uri="{FF2B5EF4-FFF2-40B4-BE49-F238E27FC236}">
                <ns2:creationId id="{0BA2B24B-F8E1-47C4-A12C-54BDE7341380}"/>
              </a:ext>
            </a:extLst>
          </p:cNvPr>
          <p:cNvSpPr>
            <a:spLocks noGrp="1"/>
          </p:cNvSpPr>
          <p:nvPr/>
        </p:nvSpPr>
        <p:spPr>
          <a:xfrm>
            <a:off x="6419850" y="8829675"/>
            <a:ext cx="11525250" cy="3238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별도 요청 관계 진단 N-R: A 27/27, B 26/27. B1에서도 B의 오류는 그대로.</a:t>
            </a:r>
            <a:endParaRPr lang="ko-KR">
              <a:latin typeface="Calibri"/>
              <a:ea typeface="Calibri"/>
              <a:cs typeface="Calibri"/>
            </a:endParaRPr>
          </a:p>
        </p:txBody>
      </p:sp>
      <p:sp>
        <p:nvSpPr>
          <p:cNvPr id="54" name="Editable path 230">
            <a:extLst>
              <a:ext uri="{FF2B5EF4-FFF2-40B4-BE49-F238E27FC236}">
                <ns2:creationId id="{19A88ED8-6F64-4928-982A-4A5288B99F67}"/>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55" name="DP2 object 231">
            <a:extLst>
              <a:ext uri="{FF2B5EF4-FFF2-40B4-BE49-F238E27FC236}">
                <ns2:creationId id="{E3A8F378-8959-4409-A680-DC4E641B3870}"/>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기본 실측 46.170MB와 재생 31.867MB는 전후값이 아님. 제품 전체 RAM, 원격 모델 weights/KV와 새 지연을 측정한 결과가 아님.</a:t>
            </a:r>
            <a:endParaRPr lang="ko-KR">
              <a:latin typeface="Calibri"/>
              <a:ea typeface="Calibri"/>
              <a:cs typeface="Calibri"/>
            </a:endParaRPr>
          </a:p>
        </p:txBody>
      </p:sp>
      <p:sp>
        <p:nvSpPr>
          <p:cNvPr id="56" name="DP2 object 232">
            <a:extLst>
              <a:ext uri="{FF2B5EF4-FFF2-40B4-BE49-F238E27FC236}">
                <ns2:creationId id="{1ECE0FA6-D537-4E9C-9441-A398B97AE88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발표 캠페인과 strict-control-v2 재생 근거. 새로운 공통 대표 평가의 정식 결과와 구분한다.</a:t>
            </a:r>
            <a:endParaRPr lang="ko-KR">
              <a:latin typeface="Calibri"/>
              <a:ea typeface="Calibri"/>
              <a:cs typeface="Calibri"/>
            </a:endParaRPr>
          </a:p>
        </p:txBody>
      </p:sp>
      <p:sp>
        <p:nvSpPr>
          <p:cNvPr id="1058" name="v10 node:base-ri">
            <a:extLst>
              <a:ext uri="{FF2B5EF4-FFF2-40B4-BE49-F238E27FC236}">
                <ns2:creationId id="{7956BD90-E053-4F3A-BE28-F29996686847}"/>
              </a:ext>
            </a:extLst>
          </p:cNvPr>
          <p:cNvSpPr>
            <a:spLocks noGrp="1"/>
          </p:cNvSpPr>
          <p:nvPr/>
        </p:nvSpPr>
        <p:spPr>
          <a:xfrm>
            <a:off x="476250" y="3171825"/>
            <a:ext cx="5334000" cy="1543050"/>
          </a:xfrm>
          <a:prstGeom prst="rect">
            <a:avLst/>
          </a:prstGeom>
          <a:solidFill>
            <a:srgbClr val="FFF6DD"/>
          </a:solidFill>
          <a:ln w="16193">
            <a:solidFill>
              <a:srgbClr val="111111"/>
            </a:solidFill>
          </a:ln>
        </p:spPr>
        <p:txBody>
          <a:bodyPr wrap="none" lIns="47625" tIns="19050" rIns="47625" bIns="12001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059" name="v10 divider base-ri">
            <a:extLst>
              <a:ext uri="{FF2B5EF4-FFF2-40B4-BE49-F238E27FC236}">
                <ns2:creationId id="{AB8EBEA9-3C54-4757-9B62-347CF319B7B5}"/>
              </a:ext>
            </a:extLst>
          </p:cNvPr>
          <p:cNvSpPr>
            <a:spLocks noGrp="1"/>
          </p:cNvSpPr>
          <p:nvPr/>
        </p:nvSpPr>
        <p:spPr>
          <a:xfrm>
            <a:off x="476250" y="3533775"/>
            <a:ext cx="5334000" cy="953"/>
          </a:xfrm>
          <a:custGeom>
            <a:pathLst>
              <a:path w="5334000" h="953">
                <a:moveTo>
                  <a:pt x="0" y="0"/>
                </a:moveTo>
                <a:lnTo>
                  <a:pt x="5334000" y="0"/>
                </a:lnTo>
              </a:path>
            </a:pathLst>
          </a:custGeom>
          <a:noFill/>
          <a:ln w="9525">
            <a:solidFill>
              <a:srgbClr val="111111"/>
            </a:solidFill>
            <a:prstDash val="solid"/>
          </a:ln>
        </p:spPr>
      </p:sp>
      <p:sp>
        <p:nvSpPr>
          <p:cNvPr id="1060" name="v10 node:base-r1">
            <a:extLst>
              <a:ext uri="{FF2B5EF4-FFF2-40B4-BE49-F238E27FC236}">
                <ns2:creationId id="{8512B3A7-06EE-4CDE-A710-5941D9C5A929}"/>
              </a:ext>
            </a:extLst>
          </p:cNvPr>
          <p:cNvSpPr>
            <a:spLocks noGrp="1"/>
          </p:cNvSpPr>
          <p:nvPr/>
        </p:nvSpPr>
        <p:spPr>
          <a:xfrm>
            <a:off x="666750" y="3619500"/>
            <a:ext cx="2143125" cy="333375"/>
          </a:xfrm>
          <a:prstGeom prst="roundRect">
            <a:avLst>
              <a:gd name="adj" fmla="val 22857"/>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해석 실행기 (R1)</a:t>
            </a:r>
            <a:endParaRPr lang="ko-KR">
              <a:latin typeface="Calibri"/>
              <a:ea typeface="Calibri"/>
              <a:cs typeface="Calibri"/>
            </a:endParaRPr>
          </a:p>
        </p:txBody>
      </p:sp>
      <p:sp>
        <p:nvSpPr>
          <p:cNvPr id="1061" name="v10 node:base-r2">
            <a:extLst>
              <a:ext uri="{FF2B5EF4-FFF2-40B4-BE49-F238E27FC236}">
                <ns2:creationId id="{EB203AEC-00E6-4D45-8209-F6DF7A5C6487}"/>
              </a:ext>
            </a:extLst>
          </p:cNvPr>
          <p:cNvSpPr>
            <a:spLocks noGrp="1"/>
          </p:cNvSpPr>
          <p:nvPr/>
        </p:nvSpPr>
        <p:spPr>
          <a:xfrm>
            <a:off x="3476625" y="3619500"/>
            <a:ext cx="2143125" cy="333375"/>
          </a:xfrm>
          <a:prstGeom prst="roundRect">
            <a:avLst>
              <a:gd name="adj" fmla="val 22857"/>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해석 실행기 (R2)</a:t>
            </a:r>
            <a:endParaRPr lang="ko-KR">
              <a:latin typeface="Calibri"/>
              <a:ea typeface="Calibri"/>
              <a:cs typeface="Calibri"/>
            </a:endParaRPr>
          </a:p>
        </p:txBody>
      </p:sp>
      <p:sp>
        <p:nvSpPr>
          <p:cNvPr id="1062" name="v10 node:base-input1">
            <a:extLst>
              <a:ext uri="{FF2B5EF4-FFF2-40B4-BE49-F238E27FC236}">
                <ns2:creationId id="{5CF2A684-59F2-46C4-B751-241568C51F63}"/>
              </a:ext>
            </a:extLst>
          </p:cNvPr>
          <p:cNvSpPr>
            <a:spLocks noGrp="1"/>
          </p:cNvSpPr>
          <p:nvPr/>
        </p:nvSpPr>
        <p:spPr>
          <a:xfrm>
            <a:off x="666750" y="4133850"/>
            <a:ext cx="2143125" cy="4762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불변 입력 / 원본 사본 1</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(RAM)</a:t>
            </a:r>
            <a:endParaRPr lang="ko-KR">
              <a:latin typeface="Calibri"/>
              <a:ea typeface="Calibri"/>
              <a:cs typeface="Calibri"/>
            </a:endParaRPr>
          </a:p>
        </p:txBody>
      </p:sp>
      <p:sp>
        <p:nvSpPr>
          <p:cNvPr id="1063" name="v10 node:base-input2">
            <a:extLst>
              <a:ext uri="{FF2B5EF4-FFF2-40B4-BE49-F238E27FC236}">
                <ns2:creationId id="{F8C869BA-6478-485C-A482-FF6E9FA26722}"/>
              </a:ext>
            </a:extLst>
          </p:cNvPr>
          <p:cNvSpPr>
            <a:spLocks noGrp="1"/>
          </p:cNvSpPr>
          <p:nvPr/>
        </p:nvSpPr>
        <p:spPr>
          <a:xfrm>
            <a:off x="3476625" y="4133850"/>
            <a:ext cx="2143125" cy="4762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불변 입력 / 원본 사본 2</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(RAM)</a:t>
            </a:r>
            <a:endParaRPr lang="ko-KR">
              <a:latin typeface="Calibri"/>
              <a:ea typeface="Calibri"/>
              <a:cs typeface="Calibri"/>
            </a:endParaRPr>
          </a:p>
        </p:txBody>
      </p:sp>
      <p:sp>
        <p:nvSpPr>
          <p:cNvPr id="1064" name="v10 edge:base-use1">
            <a:extLst>
              <a:ext uri="{FF2B5EF4-FFF2-40B4-BE49-F238E27FC236}">
                <ns2:creationId id="{987FF752-79AE-42E6-8A1B-C063BCE3D2CD}"/>
              </a:ext>
            </a:extLst>
          </p:cNvPr>
          <p:cNvSpPr>
            <a:spLocks noGrp="1"/>
          </p:cNvSpPr>
          <p:nvPr/>
        </p:nvSpPr>
        <p:spPr>
          <a:xfrm>
            <a:off x="1714500" y="3952875"/>
            <a:ext cx="953" cy="180975"/>
          </a:xfrm>
          <a:custGeom>
            <a:pathLst>
              <a:path w="953" h="180975">
                <a:moveTo>
                  <a:pt x="0" y="180975"/>
                </a:moveTo>
                <a:lnTo>
                  <a:pt x="0" y="0"/>
                </a:lnTo>
              </a:path>
            </a:pathLst>
          </a:custGeom>
          <a:noFill/>
          <a:ln w="17145">
            <a:solidFill>
              <a:srgbClr val="111111"/>
            </a:solidFill>
            <a:prstDash val="dash"/>
          </a:ln>
        </p:spPr>
      </p:sp>
      <p:sp>
        <p:nvSpPr>
          <p:cNvPr id="1065" name="v10 arrow:base-use1">
            <a:extLst>
              <a:ext uri="{FF2B5EF4-FFF2-40B4-BE49-F238E27FC236}">
                <ns2:creationId id="{469A7486-D94A-4CCA-A0B4-95D75949C43C}"/>
              </a:ext>
            </a:extLst>
          </p:cNvPr>
          <p:cNvSpPr>
            <a:spLocks noGrp="1"/>
          </p:cNvSpPr>
          <p:nvPr/>
        </p:nvSpPr>
        <p:spPr>
          <a:xfrm>
            <a:off x="1676400" y="39528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066" name="v10 edge:base-use2">
            <a:extLst>
              <a:ext uri="{FF2B5EF4-FFF2-40B4-BE49-F238E27FC236}">
                <ns2:creationId id="{EEA8FE6C-EF46-4937-A6CD-D84D86E2A4A5}"/>
              </a:ext>
            </a:extLst>
          </p:cNvPr>
          <p:cNvSpPr>
            <a:spLocks noGrp="1"/>
          </p:cNvSpPr>
          <p:nvPr/>
        </p:nvSpPr>
        <p:spPr>
          <a:xfrm>
            <a:off x="4524375" y="3952875"/>
            <a:ext cx="953" cy="180975"/>
          </a:xfrm>
          <a:custGeom>
            <a:pathLst>
              <a:path w="953" h="180975">
                <a:moveTo>
                  <a:pt x="0" y="180975"/>
                </a:moveTo>
                <a:lnTo>
                  <a:pt x="0" y="0"/>
                </a:lnTo>
              </a:path>
            </a:pathLst>
          </a:custGeom>
          <a:noFill/>
          <a:ln w="17145">
            <a:solidFill>
              <a:srgbClr val="111111"/>
            </a:solidFill>
            <a:prstDash val="dash"/>
          </a:ln>
        </p:spPr>
      </p:sp>
      <p:sp>
        <p:nvSpPr>
          <p:cNvPr id="1067" name="v10 arrow:base-use2">
            <a:extLst>
              <a:ext uri="{FF2B5EF4-FFF2-40B4-BE49-F238E27FC236}">
                <ns2:creationId id="{2BBC1681-3EEC-4AA4-ABE4-1E901B064D56}"/>
              </a:ext>
            </a:extLst>
          </p:cNvPr>
          <p:cNvSpPr>
            <a:spLocks noGrp="1"/>
          </p:cNvSpPr>
          <p:nvPr/>
        </p:nvSpPr>
        <p:spPr>
          <a:xfrm>
            <a:off x="4486275" y="39528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068" name="v10 label B1 적용">
            <a:extLst>
              <a:ext uri="{FF2B5EF4-FFF2-40B4-BE49-F238E27FC236}">
                <ns2:creationId id="{A089E15A-D8ED-4F58-85BC-B42166218758}"/>
              </a:ext>
            </a:extLst>
          </p:cNvPr>
          <p:cNvSpPr>
            <a:spLocks noGrp="1"/>
          </p:cNvSpPr>
          <p:nvPr/>
        </p:nvSpPr>
        <p:spPr>
          <a:xfrm>
            <a:off x="3476625" y="4905375"/>
            <a:ext cx="2095500" cy="314325"/>
          </a:xfrm>
          <a:prstGeom prst="rect">
            <a:avLst/>
          </a:prstGeom>
          <a:noFill/>
          <a:ln w="0">
            <a:noFill/>
          </a:ln>
        </p:spPr>
        <p:txBody>
          <a:bodyPr wrap="none" lIns="47625" tIns="19050" rIns="47625" bIns="19050" anchor="ctr">
            <a:noAutofit/>
          </a:bodyPr>
          <a:lstStyle>
            <a:defPPr algn="ctr">
              <a:defRPr sz="1600" b="1" lang="ko-KR">
                <a:solidFill>
                  <a:srgbClr val="4676CB"/>
                </a:solidFill>
                <a:latin typeface="Calibri"/>
                <a:ea typeface="Calibri"/>
                <a:cs typeface="Calibri"/>
              </a:defRPr>
            </a:defPPr>
            <a:lvl1pPr algn="ctr">
              <a:defRPr sz="1600" b="1" lang="ko-KR">
                <a:solidFill>
                  <a:srgbClr val="4676CB"/>
                </a:solidFill>
                <a:latin typeface="Calibri"/>
                <a:ea typeface="Calibri"/>
                <a:cs typeface="Calibri"/>
              </a:defRPr>
            </a:lvl1pPr>
            <a:lvl2pPr algn="ctr">
              <a:defRPr sz="1600" b="1" lang="ko-KR">
                <a:solidFill>
                  <a:srgbClr val="4676CB"/>
                </a:solidFill>
                <a:latin typeface="Calibri"/>
                <a:ea typeface="Calibri"/>
                <a:cs typeface="Calibri"/>
              </a:defRPr>
            </a:lvl2pPr>
            <a:lvl3pPr algn="ctr">
              <a:defRPr sz="1600" b="1" lang="ko-KR">
                <a:solidFill>
                  <a:srgbClr val="4676CB"/>
                </a:solidFill>
                <a:latin typeface="Calibri"/>
                <a:ea typeface="Calibri"/>
                <a:cs typeface="Calibri"/>
              </a:defRPr>
            </a:lvl3pPr>
            <a:lvl4pPr algn="ctr">
              <a:defRPr sz="1600" b="1" lang="ko-KR">
                <a:solidFill>
                  <a:srgbClr val="4676CB"/>
                </a:solidFill>
                <a:latin typeface="Calibri"/>
                <a:ea typeface="Calibri"/>
                <a:cs typeface="Calibri"/>
              </a:defRPr>
            </a:lvl4pPr>
            <a:lvl5pPr algn="ctr">
              <a:defRPr sz="1600" b="1" lang="ko-KR">
                <a:solidFill>
                  <a:srgbClr val="4676CB"/>
                </a:solidFill>
                <a:latin typeface="Calibri"/>
                <a:ea typeface="Calibri"/>
                <a:cs typeface="Calibri"/>
              </a:defRPr>
            </a:lvl5pPr>
            <a:lvl6pPr algn="ctr">
              <a:defRPr sz="1600" b="1" lang="ko-KR">
                <a:solidFill>
                  <a:srgbClr val="4676CB"/>
                </a:solidFill>
                <a:latin typeface="Calibri"/>
                <a:ea typeface="Calibri"/>
                <a:cs typeface="Calibri"/>
              </a:defRPr>
            </a:lvl6pPr>
            <a:lvl7pPr algn="ctr">
              <a:defRPr sz="1600" b="1" lang="ko-KR">
                <a:solidFill>
                  <a:srgbClr val="4676CB"/>
                </a:solidFill>
                <a:latin typeface="Calibri"/>
                <a:ea typeface="Calibri"/>
                <a:cs typeface="Calibri"/>
              </a:defRPr>
            </a:lvl7pPr>
            <a:lvl8pPr algn="ctr">
              <a:defRPr sz="1600" b="1" lang="ko-KR">
                <a:solidFill>
                  <a:srgbClr val="4676CB"/>
                </a:solidFill>
                <a:latin typeface="Calibri"/>
                <a:ea typeface="Calibri"/>
                <a:cs typeface="Calibri"/>
              </a:defRPr>
            </a:lvl8pPr>
            <a:lvl9pPr algn="ctr">
              <a:defRPr sz="1600" b="1" lang="ko-KR">
                <a:solidFill>
                  <a:srgbClr val="4676CB"/>
                </a:solidFill>
                <a:latin typeface="Calibri"/>
                <a:ea typeface="Calibri"/>
                <a:cs typeface="Calibri"/>
              </a:defRPr>
            </a:lvl9pPr>
          </a:lstStyle>
          <a:p>
            <a:pPr algn="ctr">
              <a:defRPr sz="1600" b="1" lang="ko-KR">
                <a:solidFill>
                  <a:srgbClr val="4676CB"/>
                </a:solidFill>
                <a:latin typeface="Calibri"/>
                <a:ea typeface="Calibri"/>
                <a:cs typeface="Calibri"/>
              </a:defRPr>
            </a:pPr>
            <a:r>
              <a:rPr sz="1600" b="1" lang="ko-KR">
                <a:solidFill>
                  <a:srgbClr val="4676CB"/>
                </a:solidFill>
                <a:latin typeface="Calibri"/>
                <a:ea typeface="Calibri"/>
                <a:cs typeface="Calibri"/>
              </a:rPr>
              <a:t>B1 적용</a:t>
            </a:r>
            <a:endParaRPr lang="ko-KR">
              <a:latin typeface="Calibri"/>
              <a:ea typeface="Calibri"/>
              <a:cs typeface="Calibri"/>
            </a:endParaRPr>
          </a:p>
        </p:txBody>
      </p:sp>
      <p:sp>
        <p:nvSpPr>
          <p:cNvPr id="1069" name="v10 node:b1-ri">
            <a:extLst>
              <a:ext uri="{FF2B5EF4-FFF2-40B4-BE49-F238E27FC236}">
                <ns2:creationId id="{DD5819DA-624A-4F54-9E5E-0CF23C778EB7}"/>
              </a:ext>
            </a:extLst>
          </p:cNvPr>
          <p:cNvSpPr>
            <a:spLocks noGrp="1"/>
          </p:cNvSpPr>
          <p:nvPr/>
        </p:nvSpPr>
        <p:spPr>
          <a:xfrm>
            <a:off x="476250" y="5476875"/>
            <a:ext cx="5334000" cy="2733675"/>
          </a:xfrm>
          <a:prstGeom prst="rect">
            <a:avLst/>
          </a:prstGeom>
          <a:solidFill>
            <a:srgbClr val="FFF6DD"/>
          </a:solidFill>
          <a:ln w="16193">
            <a:solidFill>
              <a:srgbClr val="111111"/>
            </a:solidFill>
          </a:ln>
        </p:spPr>
        <p:txBody>
          <a:bodyPr wrap="none" lIns="47625" tIns="19050" rIns="47625" bIns="239077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070" name="v10 divider b1-ri">
            <a:extLst>
              <a:ext uri="{FF2B5EF4-FFF2-40B4-BE49-F238E27FC236}">
                <ns2:creationId id="{C94C6DD3-6402-40F3-BE8C-88DD3DAB6D9D}"/>
              </a:ext>
            </a:extLst>
          </p:cNvPr>
          <p:cNvSpPr>
            <a:spLocks noGrp="1"/>
          </p:cNvSpPr>
          <p:nvPr/>
        </p:nvSpPr>
        <p:spPr>
          <a:xfrm>
            <a:off x="476250" y="5838825"/>
            <a:ext cx="5334000" cy="953"/>
          </a:xfrm>
          <a:custGeom>
            <a:pathLst>
              <a:path w="5334000" h="953">
                <a:moveTo>
                  <a:pt x="0" y="0"/>
                </a:moveTo>
                <a:lnTo>
                  <a:pt x="5334000" y="0"/>
                </a:lnTo>
              </a:path>
            </a:pathLst>
          </a:custGeom>
          <a:noFill/>
          <a:ln w="9525">
            <a:solidFill>
              <a:srgbClr val="111111"/>
            </a:solidFill>
            <a:prstDash val="solid"/>
          </a:ln>
        </p:spPr>
      </p:sp>
      <p:sp>
        <p:nvSpPr>
          <p:cNvPr id="1071" name="v10 node:b1-shared">
            <a:extLst>
              <a:ext uri="{FF2B5EF4-FFF2-40B4-BE49-F238E27FC236}">
                <ns2:creationId id="{148CF919-48F0-49C9-AC93-379727B2C783}"/>
              </a:ext>
            </a:extLst>
          </p:cNvPr>
          <p:cNvSpPr>
            <a:spLocks noGrp="1"/>
          </p:cNvSpPr>
          <p:nvPr/>
        </p:nvSpPr>
        <p:spPr>
          <a:xfrm>
            <a:off x="1619250" y="5905500"/>
            <a:ext cx="3048000" cy="523875"/>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B1 공유 불변 입력 / 원본</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a:t>
            </a:r>
            <a:endParaRPr lang="ko-KR">
              <a:latin typeface="Calibri"/>
              <a:ea typeface="Calibri"/>
              <a:cs typeface="Calibri"/>
            </a:endParaRPr>
          </a:p>
        </p:txBody>
      </p:sp>
      <p:sp>
        <p:nvSpPr>
          <p:cNvPr id="1072" name="v10 node:b1-r1">
            <a:extLst>
              <a:ext uri="{FF2B5EF4-FFF2-40B4-BE49-F238E27FC236}">
                <ns2:creationId id="{3635D421-F827-49D7-8BAB-D98AA5C44854}"/>
              </a:ext>
            </a:extLst>
          </p:cNvPr>
          <p:cNvSpPr>
            <a:spLocks noGrp="1"/>
          </p:cNvSpPr>
          <p:nvPr/>
        </p:nvSpPr>
        <p:spPr>
          <a:xfrm>
            <a:off x="666750" y="7000875"/>
            <a:ext cx="2143125" cy="361950"/>
          </a:xfrm>
          <a:prstGeom prst="roundRect">
            <a:avLst>
              <a:gd name="adj" fmla="val 21053"/>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해석 실행기 (R1)</a:t>
            </a:r>
            <a:endParaRPr lang="ko-KR">
              <a:latin typeface="Calibri"/>
              <a:ea typeface="Calibri"/>
              <a:cs typeface="Calibri"/>
            </a:endParaRPr>
          </a:p>
        </p:txBody>
      </p:sp>
      <p:sp>
        <p:nvSpPr>
          <p:cNvPr id="1073" name="v10 node:b1-r2">
            <a:extLst>
              <a:ext uri="{FF2B5EF4-FFF2-40B4-BE49-F238E27FC236}">
                <ns2:creationId id="{92ECF367-28E4-4985-BA16-0AAFE114C4D2}"/>
              </a:ext>
            </a:extLst>
          </p:cNvPr>
          <p:cNvSpPr>
            <a:spLocks noGrp="1"/>
          </p:cNvSpPr>
          <p:nvPr/>
        </p:nvSpPr>
        <p:spPr>
          <a:xfrm>
            <a:off x="3476625" y="7000875"/>
            <a:ext cx="2143125" cy="361950"/>
          </a:xfrm>
          <a:prstGeom prst="roundRect">
            <a:avLst>
              <a:gd name="adj" fmla="val 21053"/>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해석 실행기 (R2)</a:t>
            </a:r>
            <a:endParaRPr lang="ko-KR">
              <a:latin typeface="Calibri"/>
              <a:ea typeface="Calibri"/>
              <a:cs typeface="Calibri"/>
            </a:endParaRPr>
          </a:p>
        </p:txBody>
      </p:sp>
      <p:sp>
        <p:nvSpPr>
          <p:cNvPr id="1074" name="v10 node:b1-state1">
            <a:extLst>
              <a:ext uri="{FF2B5EF4-FFF2-40B4-BE49-F238E27FC236}">
                <ns2:creationId id="{DDBA6DC1-9343-41A4-BFE9-0824CB002D4C}"/>
              </a:ext>
            </a:extLst>
          </p:cNvPr>
          <p:cNvSpPr>
            <a:spLocks noGrp="1"/>
          </p:cNvSpPr>
          <p:nvPr/>
        </p:nvSpPr>
        <p:spPr>
          <a:xfrm>
            <a:off x="666750" y="7572375"/>
            <a:ext cx="2143125" cy="5238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R1 가변 상태</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revision / snapshot (RAM)</a:t>
            </a:r>
            <a:endParaRPr lang="ko-KR">
              <a:latin typeface="Calibri"/>
              <a:ea typeface="Calibri"/>
              <a:cs typeface="Calibri"/>
            </a:endParaRPr>
          </a:p>
        </p:txBody>
      </p:sp>
      <p:sp>
        <p:nvSpPr>
          <p:cNvPr id="1075" name="v10 node:b1-state2">
            <a:extLst>
              <a:ext uri="{FF2B5EF4-FFF2-40B4-BE49-F238E27FC236}">
                <ns2:creationId id="{1B9801DE-4CDD-4BA8-B910-A0B1EA807B13}"/>
              </a:ext>
            </a:extLst>
          </p:cNvPr>
          <p:cNvSpPr>
            <a:spLocks noGrp="1"/>
          </p:cNvSpPr>
          <p:nvPr/>
        </p:nvSpPr>
        <p:spPr>
          <a:xfrm>
            <a:off x="3476625" y="7572375"/>
            <a:ext cx="2143125" cy="5238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R2 가변 상태</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revision / snapshot (RAM)</a:t>
            </a:r>
            <a:endParaRPr lang="ko-KR">
              <a:latin typeface="Calibri"/>
              <a:ea typeface="Calibri"/>
              <a:cs typeface="Calibri"/>
            </a:endParaRPr>
          </a:p>
        </p:txBody>
      </p:sp>
      <p:sp>
        <p:nvSpPr>
          <p:cNvPr id="1076" name="v10 edge:b1-input-r1">
            <a:extLst>
              <a:ext uri="{FF2B5EF4-FFF2-40B4-BE49-F238E27FC236}">
                <ns2:creationId id="{31D6E024-45EF-4506-8855-9879992E1C8B}"/>
              </a:ext>
            </a:extLst>
          </p:cNvPr>
          <p:cNvSpPr>
            <a:spLocks noGrp="1"/>
          </p:cNvSpPr>
          <p:nvPr/>
        </p:nvSpPr>
        <p:spPr>
          <a:xfrm>
            <a:off x="1381125" y="6191250"/>
            <a:ext cx="238125" cy="809625"/>
          </a:xfrm>
          <a:custGeom>
            <a:pathLst>
              <a:path w="238125" h="809625">
                <a:moveTo>
                  <a:pt x="238125" y="0"/>
                </a:moveTo>
                <a:lnTo>
                  <a:pt x="0" y="0"/>
                </a:lnTo>
                <a:lnTo>
                  <a:pt x="0" y="809625"/>
                </a:lnTo>
              </a:path>
            </a:pathLst>
          </a:custGeom>
          <a:noFill/>
          <a:ln w="17145">
            <a:solidFill>
              <a:srgbClr val="4676CB"/>
            </a:solidFill>
            <a:prstDash val="dash"/>
          </a:ln>
        </p:spPr>
      </p:sp>
      <p:sp>
        <p:nvSpPr>
          <p:cNvPr id="1077" name="v10 arrow:b1-input-r1">
            <a:extLst>
              <a:ext uri="{FF2B5EF4-FFF2-40B4-BE49-F238E27FC236}">
                <ns2:creationId id="{62074F07-50BE-442D-B08F-DB9F80A0027B}"/>
              </a:ext>
            </a:extLst>
          </p:cNvPr>
          <p:cNvSpPr>
            <a:spLocks noGrp="1"/>
          </p:cNvSpPr>
          <p:nvPr/>
        </p:nvSpPr>
        <p:spPr>
          <a:xfrm>
            <a:off x="1343025" y="6915150"/>
            <a:ext cx="76200" cy="85725"/>
          </a:xfrm>
          <a:custGeom>
            <a:pathLst>
              <a:path w="76200" h="85725">
                <a:moveTo>
                  <a:pt x="38100" y="85725"/>
                </a:moveTo>
                <a:lnTo>
                  <a:pt x="76200" y="0"/>
                </a:lnTo>
                <a:lnTo>
                  <a:pt x="0" y="0"/>
                </a:lnTo>
                <a:close/>
              </a:path>
            </a:pathLst>
          </a:custGeom>
          <a:solidFill>
            <a:srgbClr val="4676CB"/>
          </a:solidFill>
          <a:ln w="3810">
            <a:solidFill>
              <a:srgbClr val="4676CB"/>
            </a:solidFill>
          </a:ln>
        </p:spPr>
      </p:sp>
      <p:sp>
        <p:nvSpPr>
          <p:cNvPr id="1078" name="v10 label 참조">
            <a:extLst>
              <a:ext uri="{FF2B5EF4-FFF2-40B4-BE49-F238E27FC236}">
                <ns2:creationId id="{1B125800-956C-463F-AA83-4CC0CB6384CB}"/>
              </a:ext>
            </a:extLst>
          </p:cNvPr>
          <p:cNvSpPr>
            <a:spLocks noGrp="1"/>
          </p:cNvSpPr>
          <p:nvPr/>
        </p:nvSpPr>
        <p:spPr>
          <a:xfrm>
            <a:off x="762000" y="6572250"/>
            <a:ext cx="571500" cy="2095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참조</a:t>
            </a:r>
            <a:endParaRPr lang="ko-KR">
              <a:latin typeface="Calibri"/>
              <a:ea typeface="Calibri"/>
              <a:cs typeface="Calibri"/>
            </a:endParaRPr>
          </a:p>
        </p:txBody>
      </p:sp>
      <p:sp>
        <p:nvSpPr>
          <p:cNvPr id="1079" name="v10 edge:b1-input-r2">
            <a:extLst>
              <a:ext uri="{FF2B5EF4-FFF2-40B4-BE49-F238E27FC236}">
                <ns2:creationId id="{5745110C-4C18-4350-818D-43FAF9FF07E0}"/>
              </a:ext>
            </a:extLst>
          </p:cNvPr>
          <p:cNvSpPr>
            <a:spLocks noGrp="1"/>
          </p:cNvSpPr>
          <p:nvPr/>
        </p:nvSpPr>
        <p:spPr>
          <a:xfrm>
            <a:off x="4667250" y="6191250"/>
            <a:ext cx="190500" cy="809625"/>
          </a:xfrm>
          <a:custGeom>
            <a:pathLst>
              <a:path w="190500" h="809625">
                <a:moveTo>
                  <a:pt x="0" y="0"/>
                </a:moveTo>
                <a:lnTo>
                  <a:pt x="190500" y="0"/>
                </a:lnTo>
                <a:lnTo>
                  <a:pt x="190500" y="809625"/>
                </a:lnTo>
              </a:path>
            </a:pathLst>
          </a:custGeom>
          <a:noFill/>
          <a:ln w="17145">
            <a:solidFill>
              <a:srgbClr val="4676CB"/>
            </a:solidFill>
            <a:prstDash val="dash"/>
          </a:ln>
        </p:spPr>
      </p:sp>
      <p:sp>
        <p:nvSpPr>
          <p:cNvPr id="1080" name="v10 arrow:b1-input-r2">
            <a:extLst>
              <a:ext uri="{FF2B5EF4-FFF2-40B4-BE49-F238E27FC236}">
                <ns2:creationId id="{8BF4FBF1-1028-442F-9813-B1E91E92DB67}"/>
              </a:ext>
            </a:extLst>
          </p:cNvPr>
          <p:cNvSpPr>
            <a:spLocks noGrp="1"/>
          </p:cNvSpPr>
          <p:nvPr/>
        </p:nvSpPr>
        <p:spPr>
          <a:xfrm>
            <a:off x="4819650" y="6915150"/>
            <a:ext cx="76200" cy="85725"/>
          </a:xfrm>
          <a:custGeom>
            <a:pathLst>
              <a:path w="76200" h="85725">
                <a:moveTo>
                  <a:pt x="38100" y="85725"/>
                </a:moveTo>
                <a:lnTo>
                  <a:pt x="76200" y="0"/>
                </a:lnTo>
                <a:lnTo>
                  <a:pt x="0" y="0"/>
                </a:lnTo>
                <a:close/>
              </a:path>
            </a:pathLst>
          </a:custGeom>
          <a:solidFill>
            <a:srgbClr val="4676CB"/>
          </a:solidFill>
          <a:ln w="3810">
            <a:solidFill>
              <a:srgbClr val="4676CB"/>
            </a:solidFill>
          </a:ln>
        </p:spPr>
      </p:sp>
      <p:sp>
        <p:nvSpPr>
          <p:cNvPr id="1081" name="v10 label 참조">
            <a:extLst>
              <a:ext uri="{FF2B5EF4-FFF2-40B4-BE49-F238E27FC236}">
                <ns2:creationId id="{E9A8F386-6AC9-4BD0-A6A3-F49AC6A35434}"/>
              </a:ext>
            </a:extLst>
          </p:cNvPr>
          <p:cNvSpPr>
            <a:spLocks noGrp="1"/>
          </p:cNvSpPr>
          <p:nvPr/>
        </p:nvSpPr>
        <p:spPr>
          <a:xfrm>
            <a:off x="4953000" y="6572250"/>
            <a:ext cx="571500" cy="2095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참조</a:t>
            </a:r>
            <a:endParaRPr lang="ko-KR">
              <a:latin typeface="Calibri"/>
              <a:ea typeface="Calibri"/>
              <a:cs typeface="Calibri"/>
            </a:endParaRPr>
          </a:p>
        </p:txBody>
      </p:sp>
      <p:sp>
        <p:nvSpPr>
          <p:cNvPr id="1082" name="v10 edge:b1-save1">
            <a:extLst>
              <a:ext uri="{FF2B5EF4-FFF2-40B4-BE49-F238E27FC236}">
                <ns2:creationId id="{E6789036-216A-412F-A141-CE04AFADA154}"/>
              </a:ext>
            </a:extLst>
          </p:cNvPr>
          <p:cNvSpPr>
            <a:spLocks noGrp="1"/>
          </p:cNvSpPr>
          <p:nvPr/>
        </p:nvSpPr>
        <p:spPr>
          <a:xfrm>
            <a:off x="1428750" y="7362825"/>
            <a:ext cx="953" cy="209550"/>
          </a:xfrm>
          <a:custGeom>
            <a:pathLst>
              <a:path w="953" h="209550">
                <a:moveTo>
                  <a:pt x="0" y="0"/>
                </a:moveTo>
                <a:lnTo>
                  <a:pt x="0" y="209550"/>
                </a:lnTo>
              </a:path>
            </a:pathLst>
          </a:custGeom>
          <a:noFill/>
          <a:ln w="17145">
            <a:solidFill>
              <a:srgbClr val="111111"/>
            </a:solidFill>
            <a:prstDash val="solid"/>
          </a:ln>
        </p:spPr>
      </p:sp>
      <p:sp>
        <p:nvSpPr>
          <p:cNvPr id="1083" name="v10 arrow:b1-save1">
            <a:extLst>
              <a:ext uri="{FF2B5EF4-FFF2-40B4-BE49-F238E27FC236}">
                <ns2:creationId id="{F803F52B-1F15-4521-A14F-B627427FD16A}"/>
              </a:ext>
            </a:extLst>
          </p:cNvPr>
          <p:cNvSpPr>
            <a:spLocks noGrp="1"/>
          </p:cNvSpPr>
          <p:nvPr/>
        </p:nvSpPr>
        <p:spPr>
          <a:xfrm>
            <a:off x="1390650" y="74866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84" name="v10 edge:b1-read1">
            <a:extLst>
              <a:ext uri="{FF2B5EF4-FFF2-40B4-BE49-F238E27FC236}">
                <ns2:creationId id="{622BC897-A38A-4DD0-B198-7D437DF5B472}"/>
              </a:ext>
            </a:extLst>
          </p:cNvPr>
          <p:cNvSpPr>
            <a:spLocks noGrp="1"/>
          </p:cNvSpPr>
          <p:nvPr/>
        </p:nvSpPr>
        <p:spPr>
          <a:xfrm>
            <a:off x="2143125" y="7362825"/>
            <a:ext cx="953" cy="209550"/>
          </a:xfrm>
          <a:custGeom>
            <a:pathLst>
              <a:path w="953" h="209550">
                <a:moveTo>
                  <a:pt x="0" y="209550"/>
                </a:moveTo>
                <a:lnTo>
                  <a:pt x="0" y="0"/>
                </a:lnTo>
              </a:path>
            </a:pathLst>
          </a:custGeom>
          <a:noFill/>
          <a:ln w="17145">
            <a:solidFill>
              <a:srgbClr val="111111"/>
            </a:solidFill>
            <a:prstDash val="dash"/>
          </a:ln>
        </p:spPr>
      </p:sp>
      <p:sp>
        <p:nvSpPr>
          <p:cNvPr id="1085" name="v10 arrow:b1-read1">
            <a:extLst>
              <a:ext uri="{FF2B5EF4-FFF2-40B4-BE49-F238E27FC236}">
                <ns2:creationId id="{F45F67FB-8D9E-46DC-AC13-385530498034}"/>
              </a:ext>
            </a:extLst>
          </p:cNvPr>
          <p:cNvSpPr>
            <a:spLocks noGrp="1"/>
          </p:cNvSpPr>
          <p:nvPr/>
        </p:nvSpPr>
        <p:spPr>
          <a:xfrm>
            <a:off x="2105025" y="73628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086" name="v10 edge:b1-save2">
            <a:extLst>
              <a:ext uri="{FF2B5EF4-FFF2-40B4-BE49-F238E27FC236}">
                <ns2:creationId id="{F56E7E46-3D84-484C-AE78-BD027B2D7B57}"/>
              </a:ext>
            </a:extLst>
          </p:cNvPr>
          <p:cNvSpPr>
            <a:spLocks noGrp="1"/>
          </p:cNvSpPr>
          <p:nvPr/>
        </p:nvSpPr>
        <p:spPr>
          <a:xfrm>
            <a:off x="4238625" y="7362825"/>
            <a:ext cx="953" cy="209550"/>
          </a:xfrm>
          <a:custGeom>
            <a:pathLst>
              <a:path w="953" h="209550">
                <a:moveTo>
                  <a:pt x="0" y="0"/>
                </a:moveTo>
                <a:lnTo>
                  <a:pt x="0" y="209550"/>
                </a:lnTo>
              </a:path>
            </a:pathLst>
          </a:custGeom>
          <a:noFill/>
          <a:ln w="17145">
            <a:solidFill>
              <a:srgbClr val="111111"/>
            </a:solidFill>
            <a:prstDash val="solid"/>
          </a:ln>
        </p:spPr>
      </p:sp>
      <p:sp>
        <p:nvSpPr>
          <p:cNvPr id="1087" name="v10 arrow:b1-save2">
            <a:extLst>
              <a:ext uri="{FF2B5EF4-FFF2-40B4-BE49-F238E27FC236}">
                <ns2:creationId id="{1EC01559-297E-43CD-BDC0-4B45EEB70A32}"/>
              </a:ext>
            </a:extLst>
          </p:cNvPr>
          <p:cNvSpPr>
            <a:spLocks noGrp="1"/>
          </p:cNvSpPr>
          <p:nvPr/>
        </p:nvSpPr>
        <p:spPr>
          <a:xfrm>
            <a:off x="4200525" y="74866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88" name="v10 edge:b1-read2">
            <a:extLst>
              <a:ext uri="{FF2B5EF4-FFF2-40B4-BE49-F238E27FC236}">
                <ns2:creationId id="{0AC542AE-B46E-425D-8A81-B53F271CED12}"/>
              </a:ext>
            </a:extLst>
          </p:cNvPr>
          <p:cNvSpPr>
            <a:spLocks noGrp="1"/>
          </p:cNvSpPr>
          <p:nvPr/>
        </p:nvSpPr>
        <p:spPr>
          <a:xfrm>
            <a:off x="4953000" y="7362825"/>
            <a:ext cx="953" cy="209550"/>
          </a:xfrm>
          <a:custGeom>
            <a:pathLst>
              <a:path w="953" h="209550">
                <a:moveTo>
                  <a:pt x="0" y="209550"/>
                </a:moveTo>
                <a:lnTo>
                  <a:pt x="0" y="0"/>
                </a:lnTo>
              </a:path>
            </a:pathLst>
          </a:custGeom>
          <a:noFill/>
          <a:ln w="17145">
            <a:solidFill>
              <a:srgbClr val="111111"/>
            </a:solidFill>
            <a:prstDash val="dash"/>
          </a:ln>
        </p:spPr>
      </p:sp>
      <p:sp>
        <p:nvSpPr>
          <p:cNvPr id="1089" name="v10 arrow:b1-read2">
            <a:extLst>
              <a:ext uri="{FF2B5EF4-FFF2-40B4-BE49-F238E27FC236}">
                <ns2:creationId id="{57845F93-011C-4C1A-8EA1-F35166B8E559}"/>
              </a:ext>
            </a:extLst>
          </p:cNvPr>
          <p:cNvSpPr>
            <a:spLocks noGrp="1"/>
          </p:cNvSpPr>
          <p:nvPr/>
        </p:nvSpPr>
        <p:spPr>
          <a:xfrm>
            <a:off x="4914900" y="73628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Tree>
    <p:extLst>
      <p:ext uri="{BB962C8B-B14F-4D97-AF65-F5344CB8AC3E}">
        <p14:creationId val="1190274236"/>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7" name="Unified slide title">
            <a:extLst>
              <a:ext uri="{FF2B5EF4-FFF2-40B4-BE49-F238E27FC236}">
                <ns2:creationId id="{594FC48C-B167-4BA5-82FD-CC6B607BBE7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a:t>
            </a:r>
            <a:endParaRPr lang="ko-KR">
              <a:latin typeface="Calibri"/>
              <a:ea typeface="Calibri"/>
              <a:cs typeface="Calibri"/>
            </a:endParaRPr>
          </a:p>
        </p:txBody>
      </p:sp>
      <p:sp>
        <p:nvSpPr>
          <p:cNvPr id="2" name="Workflow 과제 소개">
            <a:extLst>
              <a:ext uri="{FF2B5EF4-FFF2-40B4-BE49-F238E27FC236}">
                <ns2:creationId id="{28D223F2-1900-48C0-B749-2CC556183CE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F93BAF-9331-430E-B861-BF35CD25F55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3D823FD0-6C9A-42BE-9024-00DFB66951A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99F92B4-55C3-4AEA-B491-3F604BCC022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33257ACE-BB96-484F-AED6-6738A7F0D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64C57F-8236-4D36-AF9E-96812D8632A3}"/>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65DD269-6208-433A-A3A2-FBC871AC56E5}"/>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918D675-D906-4277-8F2A-7248D1E5A44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FA5552C-ABBF-49EE-9EE1-DD61A70A608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9F788A5C-397E-4458-81BF-9B5F8F15C8E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A7AD48E-F59B-4778-98D9-293299327BD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108F73E-2784-4D3B-AE63-C36218753F1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9 / 16</a:t>
            </a:r>
            <a:endParaRPr lang="ko-KR">
              <a:latin typeface="Calibri"/>
              <a:ea typeface="Calibri"/>
              <a:cs typeface="Calibri"/>
            </a:endParaRPr>
          </a:p>
        </p:txBody>
      </p:sp>
      <p:sp>
        <p:nvSpPr>
          <p:cNvPr id="14" name="DP3 object 1">
            <a:extLst>
              <a:ext uri="{FF2B5EF4-FFF2-40B4-BE49-F238E27FC236}">
                <ns2:creationId id="{76C9C568-8EE5-455B-B9D2-AE01155FD2FC}"/>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2">
            <a:extLst>
              <a:ext uri="{FF2B5EF4-FFF2-40B4-BE49-F238E27FC236}">
                <ns2:creationId id="{9209D8D8-0B92-4044-B804-DC413E8199F9}"/>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발화, 당시 화면, 포인터와 선택 범위를 연결해 실제 대상을 정해야 한다.</a:t>
            </a:r>
            <a:endParaRPr lang="ko-KR">
              <a:latin typeface="Calibri"/>
              <a:ea typeface="Calibri"/>
              <a:cs typeface="Calibri"/>
            </a:endParaRPr>
          </a:p>
        </p:txBody>
      </p:sp>
      <p:sp>
        <p:nvSpPr>
          <p:cNvPr id="16" name="DP3 object 3">
            <a:extLst>
              <a:ext uri="{FF2B5EF4-FFF2-40B4-BE49-F238E27FC236}">
                <ns2:creationId id="{4F5E9185-35F1-4635-B22A-EE92E2F2C55F}"/>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4">
            <a:extLst>
              <a:ext uri="{FF2B5EF4-FFF2-40B4-BE49-F238E27FC236}">
                <ns2:creationId id="{346B2A0A-FB09-493F-A79E-BA1D5E9AACDB}"/>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5">
            <a:extLst>
              <a:ext uri="{FF2B5EF4-FFF2-40B4-BE49-F238E27FC236}">
                <ns2:creationId id="{B5F48380-E6F1-4AE6-974E-65BD3871435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6">
            <a:extLst>
              <a:ext uri="{FF2B5EF4-FFF2-40B4-BE49-F238E27FC236}">
                <ns2:creationId id="{DBD922ED-088D-4530-835A-83B8373CF9E2}"/>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7">
            <a:extLst>
              <a:ext uri="{FF2B5EF4-FFF2-40B4-BE49-F238E27FC236}">
                <ns2:creationId id="{498528CF-0E00-4389-8E8E-051993BD2A89}"/>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그래프 두 개 지정</a:t>
            </a:r>
            <a:endParaRPr lang="ko-KR">
              <a:latin typeface="Calibri"/>
              <a:ea typeface="Calibri"/>
              <a:cs typeface="Calibri"/>
            </a:endParaRPr>
          </a:p>
        </p:txBody>
      </p:sp>
      <p:sp>
        <p:nvSpPr>
          <p:cNvPr id="21" name="DP3 object 8">
            <a:extLst>
              <a:ext uri="{FF2B5EF4-FFF2-40B4-BE49-F238E27FC236}">
                <ns2:creationId id="{B8457B5D-0E0E-4B0C-9C1E-27404531AEF9}"/>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9">
            <a:extLst>
              <a:ext uri="{FF2B5EF4-FFF2-40B4-BE49-F238E27FC236}">
                <ns2:creationId id="{F18C063C-DFDD-496A-A72E-693080C61D21}"/>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10">
            <a:extLst>
              <a:ext uri="{FF2B5EF4-FFF2-40B4-BE49-F238E27FC236}">
                <ns2:creationId id="{4E612574-02B2-4D30-A3B1-3398F029ABC5}"/>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11">
            <a:extLst>
              <a:ext uri="{FF2B5EF4-FFF2-40B4-BE49-F238E27FC236}">
                <ns2:creationId id="{02364C96-3DEB-4038-914A-C0FE18904AB8}"/>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12">
            <a:extLst>
              <a:ext uri="{FF2B5EF4-FFF2-40B4-BE49-F238E27FC236}">
                <ns2:creationId id="{C5249185-5891-4811-AEA4-AFF78243B367}"/>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13">
            <a:extLst>
              <a:ext uri="{FF2B5EF4-FFF2-40B4-BE49-F238E27FC236}">
                <ns2:creationId id="{0C48165A-4602-450C-B352-37F9794A0376}"/>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14">
            <a:extLst>
              <a:ext uri="{FF2B5EF4-FFF2-40B4-BE49-F238E27FC236}">
                <ns2:creationId id="{64486586-93C7-4DDD-9E20-517A4764484B}"/>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62008390-30D1-4A1B-8756-6CD931EEB77D}"/>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15">
            <a:extLst>
              <a:ext uri="{FF2B5EF4-FFF2-40B4-BE49-F238E27FC236}">
                <ns2:creationId id="{5C3A92E0-06A3-4592-8084-825A407146E9}"/>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16">
            <a:extLst>
              <a:ext uri="{FF2B5EF4-FFF2-40B4-BE49-F238E27FC236}">
                <ns2:creationId id="{B3CAE1BE-67D2-4186-BB7B-1DDA7D2415A3}"/>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17">
            <a:extLst>
              <a:ext uri="{FF2B5EF4-FFF2-40B4-BE49-F238E27FC236}">
                <ns2:creationId id="{01DC7EEC-01D1-44BD-B7B7-CACFDD9FACF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18">
            <a:extLst>
              <a:ext uri="{FF2B5EF4-FFF2-40B4-BE49-F238E27FC236}">
                <ns2:creationId id="{D229508E-6808-4645-9845-E4F84C963C30}"/>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19">
            <a:extLst>
              <a:ext uri="{FF2B5EF4-FFF2-40B4-BE49-F238E27FC236}">
                <ns2:creationId id="{6D88D9E7-83A1-4EE2-AF5F-56F328DCB546}"/>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20">
            <a:extLst>
              <a:ext uri="{FF2B5EF4-FFF2-40B4-BE49-F238E27FC236}">
                <ns2:creationId id="{409DF47C-EA67-42DE-8E45-7E3559978266}"/>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21">
            <a:extLst>
              <a:ext uri="{FF2B5EF4-FFF2-40B4-BE49-F238E27FC236}">
                <ns2:creationId id="{43B535F1-36CA-4D88-8616-002908A230ED}"/>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22">
            <a:extLst>
              <a:ext uri="{FF2B5EF4-FFF2-40B4-BE49-F238E27FC236}">
                <ns2:creationId id="{AA649C9C-F9D0-4A3E-B2FE-92A7FA30A46E}"/>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23">
            <a:extLst>
              <a:ext uri="{FF2B5EF4-FFF2-40B4-BE49-F238E27FC236}">
                <ns2:creationId id="{635660C0-2FF8-4963-B374-B9EAFEEF649B}"/>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24">
            <a:extLst>
              <a:ext uri="{FF2B5EF4-FFF2-40B4-BE49-F238E27FC236}">
                <ns2:creationId id="{96680A5E-A011-4E10-A840-49AE89E1C56D}"/>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25">
            <a:extLst>
              <a:ext uri="{FF2B5EF4-FFF2-40B4-BE49-F238E27FC236}">
                <ns2:creationId id="{81357AF3-F156-492A-BA16-CEF8C7BF65B2}"/>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26">
            <a:extLst>
              <a:ext uri="{FF2B5EF4-FFF2-40B4-BE49-F238E27FC236}">
                <ns2:creationId id="{FDDBD8B6-A4CB-41FE-A45D-0A19CD161F54}"/>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27">
            <a:extLst>
              <a:ext uri="{FF2B5EF4-FFF2-40B4-BE49-F238E27FC236}">
                <ns2:creationId id="{487639A2-E6F2-4432-9E45-F987B490A9F0}"/>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28">
            <a:extLst>
              <a:ext uri="{FF2B5EF4-FFF2-40B4-BE49-F238E27FC236}">
                <ns2:creationId id="{3953F24C-67ED-4177-B621-4BE4423FD33C}"/>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29">
            <a:extLst>
              <a:ext uri="{FF2B5EF4-FFF2-40B4-BE49-F238E27FC236}">
                <ns2:creationId id="{520C33D9-1887-4098-A18E-2F5B76138031}"/>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30">
            <a:extLst>
              <a:ext uri="{FF2B5EF4-FFF2-40B4-BE49-F238E27FC236}">
                <ns2:creationId id="{282B27B2-F6D4-4785-97AE-ADEB24035632}"/>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31">
            <a:extLst>
              <a:ext uri="{FF2B5EF4-FFF2-40B4-BE49-F238E27FC236}">
                <ns2:creationId id="{66250EC1-9B4B-4CA1-AB48-57AFB7FD1283}"/>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32">
            <a:extLst>
              <a:ext uri="{FF2B5EF4-FFF2-40B4-BE49-F238E27FC236}">
                <ns2:creationId id="{ABCF564F-7E33-4F25-B10A-B6E0E4195B07}"/>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33">
            <a:extLst>
              <a:ext uri="{FF2B5EF4-FFF2-40B4-BE49-F238E27FC236}">
                <ns2:creationId id="{379841FB-39B6-487A-AC42-11AA97CD0D05}"/>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34">
            <a:extLst>
              <a:ext uri="{FF2B5EF4-FFF2-40B4-BE49-F238E27FC236}">
                <ns2:creationId id="{7E24D29A-AEC8-4F2F-97A5-C8FE754C24AA}"/>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35">
            <a:extLst>
              <a:ext uri="{FF2B5EF4-FFF2-40B4-BE49-F238E27FC236}">
                <ns2:creationId id="{1899045A-E6D0-4AA9-A92F-C8AC6DEAFA22}"/>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36">
            <a:extLst>
              <a:ext uri="{FF2B5EF4-FFF2-40B4-BE49-F238E27FC236}">
                <ns2:creationId id="{EFA0C112-9C29-4F32-8A96-54F3D1AA6EA9}"/>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37">
            <a:extLst>
              <a:ext uri="{FF2B5EF4-FFF2-40B4-BE49-F238E27FC236}">
                <ns2:creationId id="{27DF50AD-71BF-4B33-A33C-52004F1D0385}"/>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38">
            <a:extLst>
              <a:ext uri="{FF2B5EF4-FFF2-40B4-BE49-F238E27FC236}">
                <ns2:creationId id="{F9C334B3-4945-46D1-947E-9035E25825DB}"/>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39">
            <a:extLst>
              <a:ext uri="{FF2B5EF4-FFF2-40B4-BE49-F238E27FC236}">
                <ns2:creationId id="{92A7C666-B189-4C50-9C10-CE0146F6DE45}"/>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AB2EA6F4-7292-4529-BB4F-8064CF7791E1}"/>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40">
            <a:extLst>
              <a:ext uri="{FF2B5EF4-FFF2-40B4-BE49-F238E27FC236}">
                <ns2:creationId id="{18741C71-EA84-4DB1-BF97-68E54D2A8B96}"/>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03FDBAD-FBD4-415C-B53A-CA3EFB391B78}"/>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41">
            <a:extLst>
              <a:ext uri="{FF2B5EF4-FFF2-40B4-BE49-F238E27FC236}">
                <ns2:creationId id="{76AFB0D0-6E00-435B-830C-DEC4F2D58F3F}"/>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5AF695F8-1A7B-4E57-B073-A23E3DB3AAEC}"/>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42">
            <a:extLst>
              <a:ext uri="{FF2B5EF4-FFF2-40B4-BE49-F238E27FC236}">
                <ns2:creationId id="{FD53B5B5-2207-4DB6-8DB4-71F0EC8287F0}"/>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43">
            <a:extLst>
              <a:ext uri="{FF2B5EF4-FFF2-40B4-BE49-F238E27FC236}">
                <ns2:creationId id="{5C847B21-D1CA-4ED3-8FF3-03317478A339}"/>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44">
            <a:extLst>
              <a:ext uri="{FF2B5EF4-FFF2-40B4-BE49-F238E27FC236}">
                <ns2:creationId id="{392DF7E5-1DF3-473A-A77D-1146EF08F1AB}"/>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45">
            <a:extLst>
              <a:ext uri="{FF2B5EF4-FFF2-40B4-BE49-F238E27FC236}">
                <ns2:creationId id="{C0F083A7-113B-4A9E-94FF-9409671E8DFA}"/>
              </a:ext>
            </a:extLst>
          </p:cNvPr>
          <p:cNvSpPr>
            <a:spLocks noGrp="1"/>
          </p:cNvSpPr>
          <p:nvPr/>
        </p:nvSpPr>
        <p:spPr>
          <a:xfrm>
            <a:off x="2667000" y="7553325"/>
            <a:ext cx="13049250" cy="447675"/>
          </a:xfrm>
          <a:prstGeom prst="rect">
            <a:avLst/>
          </a:prstGeom>
          <a:noFill/>
          <a:ln w="0">
            <a:noFill/>
            <a:prstDash val="solid"/>
          </a:ln>
        </p:spPr>
        <p:txBody>
          <a:bodyPr wrap="none" lIns="0" tIns="0" rIns="0" bIns="0" anchor="ctr">
            <a:noAutofit/>
          </a:bodyPr>
          <a:lstStyle>
            <a:defPPr algn="ctr">
              <a:defRPr sz="2600" b="1" lang="ko-KR">
                <a:solidFill>
                  <a:srgbClr val="C00000"/>
                </a:solidFill>
                <a:latin typeface="Calibri"/>
                <a:ea typeface="Calibri"/>
                <a:cs typeface="Calibri"/>
              </a:defRPr>
            </a:defPPr>
            <a:lvl1pPr algn="ctr">
              <a:defRPr sz="2600" b="1" lang="ko-KR">
                <a:solidFill>
                  <a:srgbClr val="C00000"/>
                </a:solidFill>
                <a:latin typeface="Calibri"/>
                <a:ea typeface="Calibri"/>
                <a:cs typeface="Calibri"/>
              </a:defRPr>
            </a:lvl1pPr>
            <a:lvl2pPr algn="ctr">
              <a:defRPr sz="2600" b="1" lang="ko-KR">
                <a:solidFill>
                  <a:srgbClr val="C00000"/>
                </a:solidFill>
                <a:latin typeface="Calibri"/>
                <a:ea typeface="Calibri"/>
                <a:cs typeface="Calibri"/>
              </a:defRPr>
            </a:lvl2pPr>
            <a:lvl3pPr algn="ctr">
              <a:defRPr sz="2600" b="1" lang="ko-KR">
                <a:solidFill>
                  <a:srgbClr val="C00000"/>
                </a:solidFill>
                <a:latin typeface="Calibri"/>
                <a:ea typeface="Calibri"/>
                <a:cs typeface="Calibri"/>
              </a:defRPr>
            </a:lvl3pPr>
            <a:lvl4pPr algn="ctr">
              <a:defRPr sz="2600" b="1" lang="ko-KR">
                <a:solidFill>
                  <a:srgbClr val="C00000"/>
                </a:solidFill>
                <a:latin typeface="Calibri"/>
                <a:ea typeface="Calibri"/>
                <a:cs typeface="Calibri"/>
              </a:defRPr>
            </a:lvl4pPr>
            <a:lvl5pPr algn="ctr">
              <a:defRPr sz="2600" b="1" lang="ko-KR">
                <a:solidFill>
                  <a:srgbClr val="C00000"/>
                </a:solidFill>
                <a:latin typeface="Calibri"/>
                <a:ea typeface="Calibri"/>
                <a:cs typeface="Calibri"/>
              </a:defRPr>
            </a:lvl5pPr>
            <a:lvl6pPr algn="ctr">
              <a:defRPr sz="2600" b="1" lang="ko-KR">
                <a:solidFill>
                  <a:srgbClr val="C00000"/>
                </a:solidFill>
                <a:latin typeface="Calibri"/>
                <a:ea typeface="Calibri"/>
                <a:cs typeface="Calibri"/>
              </a:defRPr>
            </a:lvl6pPr>
            <a:lvl7pPr algn="ctr">
              <a:defRPr sz="2600" b="1" lang="ko-KR">
                <a:solidFill>
                  <a:srgbClr val="C00000"/>
                </a:solidFill>
                <a:latin typeface="Calibri"/>
                <a:ea typeface="Calibri"/>
                <a:cs typeface="Calibri"/>
              </a:defRPr>
            </a:lvl7pPr>
            <a:lvl8pPr algn="ctr">
              <a:defRPr sz="2600" b="1" lang="ko-KR">
                <a:solidFill>
                  <a:srgbClr val="C00000"/>
                </a:solidFill>
                <a:latin typeface="Calibri"/>
                <a:ea typeface="Calibri"/>
                <a:cs typeface="Calibri"/>
              </a:defRPr>
            </a:lvl8pPr>
            <a:lvl9pPr algn="ctr">
              <a:defRPr sz="2600" b="1" lang="ko-KR">
                <a:solidFill>
                  <a:srgbClr val="C00000"/>
                </a:solidFill>
                <a:latin typeface="Calibri"/>
                <a:ea typeface="Calibri"/>
                <a:cs typeface="Calibri"/>
              </a:defRPr>
            </a:lvl9pPr>
          </a:lstStyle>
          <a:p>
            <a:pPr algn="ctr">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정정은 현재 메일이 아니라 앞선 그래프를 가리킨다</a:t>
            </a:r>
            <a:endParaRPr lang="ko-KR">
              <a:latin typeface="Calibri"/>
              <a:ea typeface="Calibri"/>
              <a:cs typeface="Calibri"/>
            </a:endParaRPr>
          </a:p>
        </p:txBody>
      </p:sp>
      <p:sp>
        <p:nvSpPr>
          <p:cNvPr id="63" name="Editable path 46">
            <a:extLst>
              <a:ext uri="{FF2B5EF4-FFF2-40B4-BE49-F238E27FC236}">
                <ns2:creationId id="{6F6D2CE6-61AA-4558-9941-465B1AA7E4CA}"/>
              </a:ext>
            </a:extLst>
          </p:cNvPr>
          <p:cNvSpPr>
            <a:spLocks noGrp="1"/>
          </p:cNvSpPr>
          <p:nvPr/>
        </p:nvSpPr>
        <p:spPr>
          <a:xfrm>
            <a:off x="619125" y="8391525"/>
            <a:ext cx="16811625" cy="953"/>
          </a:xfrm>
          <a:custGeom>
            <a:pathLst>
              <a:path w="16811625" h="953">
                <a:moveTo>
                  <a:pt x="0" y="0"/>
                </a:moveTo>
                <a:lnTo>
                  <a:pt x="16811625" y="0"/>
                </a:lnTo>
              </a:path>
            </a:pathLst>
          </a:custGeom>
          <a:noFill/>
          <a:ln w="14288">
            <a:solidFill>
              <a:srgbClr val="4676CB"/>
            </a:solidFill>
            <a:prstDash val="solid"/>
          </a:ln>
        </p:spPr>
      </p:sp>
      <p:sp>
        <p:nvSpPr>
          <p:cNvPr id="64" name="DP3 object 47">
            <a:extLst>
              <a:ext uri="{FF2B5EF4-FFF2-40B4-BE49-F238E27FC236}">
                <ns2:creationId id="{B81CFA0E-73E3-4205-8F76-E0AD27D01F65}"/>
              </a:ext>
            </a:extLst>
          </p:cNvPr>
          <p:cNvSpPr>
            <a:spLocks noGrp="1"/>
          </p:cNvSpPr>
          <p:nvPr/>
        </p:nvSpPr>
        <p:spPr>
          <a:xfrm>
            <a:off x="628650" y="8743950"/>
            <a:ext cx="2667000" cy="5334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65" name="DP3 object 48">
            <a:extLst>
              <a:ext uri="{FF2B5EF4-FFF2-40B4-BE49-F238E27FC236}">
                <ns2:creationId id="{7E15B6F7-23FD-4AF0-85CE-F213CFC53C3A}"/>
              </a:ext>
            </a:extLst>
          </p:cNvPr>
          <p:cNvSpPr>
            <a:spLocks noGrp="1"/>
          </p:cNvSpPr>
          <p:nvPr/>
        </p:nvSpPr>
        <p:spPr>
          <a:xfrm>
            <a:off x="3476625" y="8696325"/>
            <a:ext cx="14049375" cy="59055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원본을 함께 해석할까, 화면·발화 후보를 먼저 만들어 결합할까?</a:t>
            </a:r>
            <a:endParaRPr lang="ko-KR">
              <a:latin typeface="Calibri"/>
              <a:ea typeface="Calibri"/>
              <a:cs typeface="Calibri"/>
            </a:endParaRPr>
          </a:p>
        </p:txBody>
      </p:sp>
      <p:sp>
        <p:nvSpPr>
          <p:cNvPr id="66" name="DP3 object 49">
            <a:extLst>
              <a:ext uri="{FF2B5EF4-FFF2-40B4-BE49-F238E27FC236}">
                <ns2:creationId id="{9A60AF93-1BD7-474E-B8E6-F157B3F1C5C7}"/>
              </a:ext>
            </a:extLst>
          </p:cNvPr>
          <p:cNvSpPr>
            <a:spLocks noGrp="1"/>
          </p:cNvSpPr>
          <p:nvPr/>
        </p:nvSpPr>
        <p:spPr>
          <a:xfrm>
            <a:off x="3476625" y="9391650"/>
            <a:ext cx="13906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대상의 범위와 관계를 생산하는 SW 책임과 중간 상태를 선택한다.</a:t>
            </a:r>
            <a:endParaRPr lang="ko-KR">
              <a:latin typeface="Calibri"/>
              <a:ea typeface="Calibri"/>
              <a:cs typeface="Calibri"/>
            </a:endParaRPr>
          </a:p>
        </p:txBody>
      </p:sp>
    </p:spTree>
    <p:extLst>
      <p:ext uri="{BB962C8B-B14F-4D97-AF65-F5344CB8AC3E}">
        <p14:creationId val="1832796605"/>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8BDE70CF-BB34-424F-BF6C-BFBA5346914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Workflow 과제 소개">
            <a:extLst>
              <a:ext uri="{FF2B5EF4-FFF2-40B4-BE49-F238E27FC236}">
                <ns2:creationId id="{B80C9505-7D19-4C8F-A613-B2CDEC40DC04}"/>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880B55C-B222-4240-A2F6-4D8BF019ECC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A7AA68E-5D46-4F95-92C7-EE6C7B1A193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166A1CF5-9C3D-49AD-9455-572142D2BC41}"/>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3E6C79D-323B-44D6-842C-244AE9F8B0C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6B044AA6-AC88-4DE0-9FE4-CCE54FD7E2F8}"/>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003C03A6-4AEE-4EB1-B8EC-60E0B0D6416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F1F79E7-FB8B-4BD6-985C-551C41D2F54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FCF36691-E00B-481F-9C96-44B832F2D79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8D837172-488C-4489-A6EC-73A3FB22C638}"/>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ACE6070-F070-4E61-8715-7C0B8222890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0826A3E-940E-4C4C-B7F1-5396D534A331}"/>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10 / 16</a:t>
            </a:r>
            <a:endParaRPr lang="ko-KR">
              <a:latin typeface="Calibri"/>
              <a:ea typeface="Calibri"/>
              <a:cs typeface="Calibri"/>
            </a:endParaRPr>
          </a:p>
        </p:txBody>
      </p:sp>
      <p:sp>
        <p:nvSpPr>
          <p:cNvPr id="14" name="DP3 object 50">
            <a:extLst>
              <a:ext uri="{FF2B5EF4-FFF2-40B4-BE49-F238E27FC236}">
                <ns2:creationId id="{8A2F04BF-E814-426A-B4B6-A0CFC189FD3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A는 원본에서 공동 생산 / B는 생산자별 후보를 게시한 뒤 결합</a:t>
            </a:r>
            <a:endParaRPr lang="ko-KR">
              <a:latin typeface="Calibri"/>
              <a:ea typeface="Calibri"/>
              <a:cs typeface="Calibri"/>
            </a:endParaRPr>
          </a:p>
        </p:txBody>
      </p:sp>
      <p:graphicFrame>
        <p:nvGraphicFramePr>
          <p:cNvPr id="15" name="">
            <a:extLst>
              <a:ext uri="{FF2B5EF4-FFF2-40B4-BE49-F238E27FC236}">
                <ns2:creationId id="{9B37B182-CC28-4AE6-879B-EF9158427C6D}"/>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24/24 (100%)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51">
            <a:extLst>
              <a:ext uri="{FF2B5EF4-FFF2-40B4-BE49-F238E27FC236}">
                <ns2:creationId id="{D27B2060-BC87-4140-80C1-9D00CC200AF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52">
            <a:extLst>
              <a:ext uri="{FF2B5EF4-FFF2-40B4-BE49-F238E27FC236}">
                <ns2:creationId id="{9B55A428-74E2-4B2E-8862-C26CE210FF30}"/>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53">
            <a:extLst>
              <a:ext uri="{FF2B5EF4-FFF2-40B4-BE49-F238E27FC236}">
                <ns2:creationId id="{8263D3F8-FCD5-4489-B28B-E31461D6EB3B}"/>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54">
            <a:extLst>
              <a:ext uri="{FF2B5EF4-FFF2-40B4-BE49-F238E27FC236}">
                <ns2:creationId id="{9A75D99D-53CC-4141-A478-1145C10A4E73}"/>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8B22DE5F-9222-4D1F-BAE2-6699EFBD33CB}"/>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55">
            <a:extLst>
              <a:ext uri="{FF2B5EF4-FFF2-40B4-BE49-F238E27FC236}">
                <ns2:creationId id="{871A0C7E-8FF6-4351-A13C-A76FCC8FDFB9}"/>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56">
            <a:extLst>
              <a:ext uri="{FF2B5EF4-FFF2-40B4-BE49-F238E27FC236}">
                <ns2:creationId id="{ADCCB8E7-166B-4EB7-A1FA-48BC2520DA2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57">
            <a:extLst>
              <a:ext uri="{FF2B5EF4-FFF2-40B4-BE49-F238E27FC236}">
                <ns2:creationId id="{5CCD8583-2094-4E7E-BD90-F452DD1FBA4B}"/>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58">
            <a:extLst>
              <a:ext uri="{FF2B5EF4-FFF2-40B4-BE49-F238E27FC236}">
                <ns2:creationId id="{61B57013-E20A-4E6D-BDAD-CE0CA6FE9373}"/>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AE5F05C2-B327-47AE-8E8F-6509876AC591}"/>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59">
            <a:extLst>
              <a:ext uri="{FF2B5EF4-FFF2-40B4-BE49-F238E27FC236}">
                <ns2:creationId id="{9652D512-60DE-4A8E-9994-F94491FDAA80}"/>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681ECD04-C65F-40B4-9D16-D13BECF254B7}"/>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60">
            <a:extLst>
              <a:ext uri="{FF2B5EF4-FFF2-40B4-BE49-F238E27FC236}">
                <ns2:creationId id="{6BAC0F6C-60B0-44F4-A39A-120D02513C91}"/>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FE5389A4-750A-4488-A238-180A5012A3EC}"/>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61">
            <a:extLst>
              <a:ext uri="{FF2B5EF4-FFF2-40B4-BE49-F238E27FC236}">
                <ns2:creationId id="{98E73BD7-457D-4112-979A-76FCA3143812}"/>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62">
            <a:extLst>
              <a:ext uri="{FF2B5EF4-FFF2-40B4-BE49-F238E27FC236}">
                <ns2:creationId id="{1AAD5EE9-6C78-41F8-8972-59663F71ADCE}"/>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4EF68EE6-2385-4813-B80D-15489BE58C3F}"/>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63">
            <a:extLst>
              <a:ext uri="{FF2B5EF4-FFF2-40B4-BE49-F238E27FC236}">
                <ns2:creationId id="{C5667D64-B9D7-42B3-BBE1-7F87A14DA376}"/>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74FC7D27-7E4A-42FB-AB11-6B8623618C54}"/>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64">
            <a:extLst>
              <a:ext uri="{FF2B5EF4-FFF2-40B4-BE49-F238E27FC236}">
                <ns2:creationId id="{A93A3B4F-2259-4687-A566-AC2A04C682BE}"/>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B9BA3C7C-7EBC-47FF-8FFE-19BC09B26B8C}"/>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65">
            <a:extLst>
              <a:ext uri="{FF2B5EF4-FFF2-40B4-BE49-F238E27FC236}">
                <ns2:creationId id="{80FA0206-334A-4574-9CC5-3C94E8D37FCF}"/>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66">
            <a:extLst>
              <a:ext uri="{FF2B5EF4-FFF2-40B4-BE49-F238E27FC236}">
                <ns2:creationId id="{A6E1800A-EB79-4531-A0F1-E968A1C43E3A}"/>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67">
            <a:extLst>
              <a:ext uri="{FF2B5EF4-FFF2-40B4-BE49-F238E27FC236}">
                <ns2:creationId id="{2C0E5ABF-6BEB-4D1C-A952-2704C0D28CF6}"/>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68">
            <a:extLst>
              <a:ext uri="{FF2B5EF4-FFF2-40B4-BE49-F238E27FC236}">
                <ns2:creationId id="{C878ED28-A3DA-4A08-A457-1F2FFC1CA272}"/>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69">
            <a:extLst>
              <a:ext uri="{FF2B5EF4-FFF2-40B4-BE49-F238E27FC236}">
                <ns2:creationId id="{D8291C33-A41C-40B8-B38F-E10F66033ECB}"/>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70">
            <a:extLst>
              <a:ext uri="{FF2B5EF4-FFF2-40B4-BE49-F238E27FC236}">
                <ns2:creationId id="{22B95CB4-54CB-4A88-BF60-A28A2AD9175E}"/>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71">
            <a:extLst>
              <a:ext uri="{FF2B5EF4-FFF2-40B4-BE49-F238E27FC236}">
                <ns2:creationId id="{7CA2B681-8254-4EE5-8125-C84371E448A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72">
            <a:extLst>
              <a:ext uri="{FF2B5EF4-FFF2-40B4-BE49-F238E27FC236}">
                <ns2:creationId id="{3386BD28-31C3-4A75-959E-C1B89DFDF977}"/>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73">
            <a:extLst>
              <a:ext uri="{FF2B5EF4-FFF2-40B4-BE49-F238E27FC236}">
                <ns2:creationId id="{1BA82CE2-7BE7-407E-A3BA-317BA38552D3}"/>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74">
            <a:extLst>
              <a:ext uri="{FF2B5EF4-FFF2-40B4-BE49-F238E27FC236}">
                <ns2:creationId id="{EBCAFD6E-CF8B-4328-9375-F1E4CB59AC96}"/>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75">
            <a:extLst>
              <a:ext uri="{FF2B5EF4-FFF2-40B4-BE49-F238E27FC236}">
                <ns2:creationId id="{780DFECD-59BA-4E91-98C8-87A35964454C}"/>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748E94C4-B0FE-400D-9714-2D0B8DC31572}"/>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76">
            <a:extLst>
              <a:ext uri="{FF2B5EF4-FFF2-40B4-BE49-F238E27FC236}">
                <ns2:creationId id="{27AEE108-B6EC-4A3E-9F0E-306E2C1EADDC}"/>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77">
            <a:extLst>
              <a:ext uri="{FF2B5EF4-FFF2-40B4-BE49-F238E27FC236}">
                <ns2:creationId id="{2B8FADFC-FB37-433E-8FCC-2BA66E43A0FD}"/>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78">
            <a:extLst>
              <a:ext uri="{FF2B5EF4-FFF2-40B4-BE49-F238E27FC236}">
                <ns2:creationId id="{73E7F8EA-21C9-4FF0-B41A-CBAB83EF4C23}"/>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79">
            <a:extLst>
              <a:ext uri="{FF2B5EF4-FFF2-40B4-BE49-F238E27FC236}">
                <ns2:creationId id="{2E583B1F-FC4E-4AA0-8909-0B5EEEACBC8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80">
            <a:extLst>
              <a:ext uri="{FF2B5EF4-FFF2-40B4-BE49-F238E27FC236}">
                <ns2:creationId id="{5E8CC93B-C88E-49B6-ADE9-0598EEF9245A}"/>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81">
            <a:extLst>
              <a:ext uri="{FF2B5EF4-FFF2-40B4-BE49-F238E27FC236}">
                <ns2:creationId id="{CCCBA8DB-1B11-48A7-A4DB-0F28C30435BB}"/>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82">
            <a:extLst>
              <a:ext uri="{FF2B5EF4-FFF2-40B4-BE49-F238E27FC236}">
                <ns2:creationId id="{8E105057-28C2-44C6-9AE2-565D649B9704}"/>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83">
            <a:extLst>
              <a:ext uri="{FF2B5EF4-FFF2-40B4-BE49-F238E27FC236}">
                <ns2:creationId id="{7452A663-6ADB-4B7F-A475-A188910E9A2F}"/>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84">
            <a:extLst>
              <a:ext uri="{FF2B5EF4-FFF2-40B4-BE49-F238E27FC236}">
                <ns2:creationId id="{8797EA33-EDD2-4FBD-8E55-5C3E6E21B4AB}"/>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85">
            <a:extLst>
              <a:ext uri="{FF2B5EF4-FFF2-40B4-BE49-F238E27FC236}">
                <ns2:creationId id="{FB80B94E-EDD5-4CC4-AFEB-CDF6DB2BCA7D}"/>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F485955A-AE28-4F20-A63B-CE1206D75755}"/>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86">
            <a:extLst>
              <a:ext uri="{FF2B5EF4-FFF2-40B4-BE49-F238E27FC236}">
                <ns2:creationId id="{6FFDA2E5-1388-4EF8-83F6-E199CDE7C910}"/>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87">
            <a:extLst>
              <a:ext uri="{FF2B5EF4-FFF2-40B4-BE49-F238E27FC236}">
                <ns2:creationId id="{1466AA2B-6D7C-4835-AF69-A5031610426F}"/>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88">
            <a:extLst>
              <a:ext uri="{FF2B5EF4-FFF2-40B4-BE49-F238E27FC236}">
                <ns2:creationId id="{1D5F23D0-0BF2-4E06-81BA-F7A4CC0C1286}"/>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89">
            <a:extLst>
              <a:ext uri="{FF2B5EF4-FFF2-40B4-BE49-F238E27FC236}">
                <ns2:creationId id="{48447187-B557-44A3-9DE2-E6687FD8CBCA}"/>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4" name="DP3 object 90">
            <a:extLst>
              <a:ext uri="{FF2B5EF4-FFF2-40B4-BE49-F238E27FC236}">
                <ns2:creationId id="{356115AA-700E-4A71-B755-86667E2F75B0}"/>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91">
            <a:extLst>
              <a:ext uri="{FF2B5EF4-FFF2-40B4-BE49-F238E27FC236}">
                <ns2:creationId id="{393DF393-8C74-4B70-8113-1E212C1CFE3A}"/>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FC4803E2-1685-4F7F-B588-E2A8C7611051}"/>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92">
            <a:extLst>
              <a:ext uri="{FF2B5EF4-FFF2-40B4-BE49-F238E27FC236}">
                <ns2:creationId id="{35DEEB14-AE25-4408-811C-811F7F2E7616}"/>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93">
            <a:extLst>
              <a:ext uri="{FF2B5EF4-FFF2-40B4-BE49-F238E27FC236}">
                <ns2:creationId id="{FEA58377-38B5-4A3B-BC20-3F994F97153B}"/>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8695FE24-4445-428A-8F20-30186D12BBB2}"/>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94">
            <a:extLst>
              <a:ext uri="{FF2B5EF4-FFF2-40B4-BE49-F238E27FC236}">
                <ns2:creationId id="{65F5036F-A4DD-400A-8009-AF2ABBF9C320}"/>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95">
            <a:extLst>
              <a:ext uri="{FF2B5EF4-FFF2-40B4-BE49-F238E27FC236}">
                <ns2:creationId id="{41D45AB0-1D20-4B02-8583-21B2B29B1F6E}"/>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2" name="Speech Reference&#10;Producer">
            <a:extLst>
              <a:ext uri="{FF2B5EF4-FFF2-40B4-BE49-F238E27FC236}">
                <ns2:creationId id="{D0ED4D33-DB0B-4819-815F-AF3D40828154}"/>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96">
            <a:extLst>
              <a:ext uri="{FF2B5EF4-FFF2-40B4-BE49-F238E27FC236}">
                <ns2:creationId id="{53354504-105C-44DC-AA02-1175B949AE6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7F298976-B894-4845-A752-81F66B184ADD}"/>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97">
            <a:extLst>
              <a:ext uri="{FF2B5EF4-FFF2-40B4-BE49-F238E27FC236}">
                <ns2:creationId id="{270DB564-FF4C-43D4-8CFB-A10D33C3ED3D}"/>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98">
            <a:extLst>
              <a:ext uri="{FF2B5EF4-FFF2-40B4-BE49-F238E27FC236}">
                <ns2:creationId id="{285DDE27-CF7D-4676-A469-B4C5904E49E9}"/>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99">
            <a:extLst>
              <a:ext uri="{FF2B5EF4-FFF2-40B4-BE49-F238E27FC236}">
                <ns2:creationId id="{E231826C-813E-4476-82D2-B7B9A5597FA7}"/>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00">
            <a:extLst>
              <a:ext uri="{FF2B5EF4-FFF2-40B4-BE49-F238E27FC236}">
                <ns2:creationId id="{759B05E3-45A7-4BBF-958F-C2406577CDA1}"/>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01">
            <a:extLst>
              <a:ext uri="{FF2B5EF4-FFF2-40B4-BE49-F238E27FC236}">
                <ns2:creationId id="{4E66AB51-5536-45F4-AE27-59C6A5626244}"/>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02">
            <a:extLst>
              <a:ext uri="{FF2B5EF4-FFF2-40B4-BE49-F238E27FC236}">
                <ns2:creationId id="{88FD17F2-B85A-490E-8449-784637EAB996}"/>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03">
            <a:extLst>
              <a:ext uri="{FF2B5EF4-FFF2-40B4-BE49-F238E27FC236}">
                <ns2:creationId id="{9C74710C-EF0B-4A36-B94F-0F1AA30A9F82}"/>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04">
            <a:extLst>
              <a:ext uri="{FF2B5EF4-FFF2-40B4-BE49-F238E27FC236}">
                <ns2:creationId id="{A2B11DFE-8E6E-48B9-80BA-53745D15D55D}"/>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05">
            <a:extLst>
              <a:ext uri="{FF2B5EF4-FFF2-40B4-BE49-F238E27FC236}">
                <ns2:creationId id="{2D501D07-D25B-441B-AA11-9D6BF08DFBE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9610E29D-E8DF-4937-B4BA-5E809E37B3F7}"/>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06">
            <a:extLst>
              <a:ext uri="{FF2B5EF4-FFF2-40B4-BE49-F238E27FC236}">
                <ns2:creationId id="{3A16334B-18E5-4581-8E7D-E472543B3013}"/>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51C00A31-C593-4FA6-ACD2-DD4B0B1AE3C7}"/>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07">
            <a:extLst>
              <a:ext uri="{FF2B5EF4-FFF2-40B4-BE49-F238E27FC236}">
                <ns2:creationId id="{9286368B-5ABD-4D83-874E-296AB6B45183}"/>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08">
            <a:extLst>
              <a:ext uri="{FF2B5EF4-FFF2-40B4-BE49-F238E27FC236}">
                <ns2:creationId id="{DEF93CD4-A949-488B-8C1E-E3AB0D10F98D}"/>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09">
            <a:extLst>
              <a:ext uri="{FF2B5EF4-FFF2-40B4-BE49-F238E27FC236}">
                <ns2:creationId id="{27182356-2C39-4B76-B5A7-1ADFB9DC497D}"/>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10">
            <a:extLst>
              <a:ext uri="{FF2B5EF4-FFF2-40B4-BE49-F238E27FC236}">
                <ns2:creationId id="{6C42F98F-8C91-4BA8-950B-505D94404FB0}"/>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11">
            <a:extLst>
              <a:ext uri="{FF2B5EF4-FFF2-40B4-BE49-F238E27FC236}">
                <ns2:creationId id="{6E186C8F-3B51-4AF3-841F-2ACAF134BA9E}"/>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ADF2F647-3EA3-4A3C-8082-E3740DB0AC03}"/>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12">
            <a:extLst>
              <a:ext uri="{FF2B5EF4-FFF2-40B4-BE49-F238E27FC236}">
                <ns2:creationId id="{F3FB48E4-AF76-47D0-A6A6-73F218BE159B}"/>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13">
            <a:extLst>
              <a:ext uri="{FF2B5EF4-FFF2-40B4-BE49-F238E27FC236}">
                <ns2:creationId id="{F2934CC6-2B86-4DEF-927F-E2F9287510BF}"/>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14">
            <a:extLst>
              <a:ext uri="{FF2B5EF4-FFF2-40B4-BE49-F238E27FC236}">
                <ns2:creationId id="{07FB7A96-3374-495A-B9EA-2818CF70630E}"/>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15">
            <a:extLst>
              <a:ext uri="{FF2B5EF4-FFF2-40B4-BE49-F238E27FC236}">
                <ns2:creationId id="{D03E5523-E425-4AD0-A484-59274E5AA97A}"/>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16">
            <a:extLst>
              <a:ext uri="{FF2B5EF4-FFF2-40B4-BE49-F238E27FC236}">
                <ns2:creationId id="{9DEA55F4-BDBD-49CF-99D8-AE1815962A00}"/>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6854338-E425-46EE-9F45-0BD8E251C31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17">
            <a:extLst>
              <a:ext uri="{FF2B5EF4-FFF2-40B4-BE49-F238E27FC236}">
                <ns2:creationId id="{6BC71B06-AD99-4FA9-98B7-A3CAF566296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18">
            <a:extLst>
              <a:ext uri="{FF2B5EF4-FFF2-40B4-BE49-F238E27FC236}">
                <ns2:creationId id="{FF548C81-F82C-431E-A226-F8E756FFF5E6}"/>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19">
            <a:extLst>
              <a:ext uri="{FF2B5EF4-FFF2-40B4-BE49-F238E27FC236}">
                <ns2:creationId id="{522BAEEB-2C84-47FE-8181-9BD1B7BF749D}"/>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20">
            <a:extLst>
              <a:ext uri="{FF2B5EF4-FFF2-40B4-BE49-F238E27FC236}">
                <ns2:creationId id="{4ADDC84E-6984-4D52-A151-BBCEA3ED06F6}"/>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21">
            <a:extLst>
              <a:ext uri="{FF2B5EF4-FFF2-40B4-BE49-F238E27FC236}">
                <ns2:creationId id="{98338D11-FA19-4E07-B2BE-525CB263FC1C}"/>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22">
            <a:extLst>
              <a:ext uri="{FF2B5EF4-FFF2-40B4-BE49-F238E27FC236}">
                <ns2:creationId id="{2E29517C-1A2B-4CF4-9D00-3ABF6EF3A193}"/>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23">
            <a:extLst>
              <a:ext uri="{FF2B5EF4-FFF2-40B4-BE49-F238E27FC236}">
                <ns2:creationId id="{4FA5F41E-2A3C-4E64-A3CA-58124E807E1F}"/>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24">
            <a:extLst>
              <a:ext uri="{FF2B5EF4-FFF2-40B4-BE49-F238E27FC236}">
                <ns2:creationId id="{CD4CCDB0-C151-448F-9F54-A3E7407B7BAE}"/>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25">
            <a:extLst>
              <a:ext uri="{FF2B5EF4-FFF2-40B4-BE49-F238E27FC236}">
                <ns2:creationId id="{43573387-C2FD-40E3-AB35-6FBC19C0C895}"/>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08" name="DP3 object 126">
            <a:extLst>
              <a:ext uri="{FF2B5EF4-FFF2-40B4-BE49-F238E27FC236}">
                <ns2:creationId id="{4C0A5B42-C4BF-47EE-B574-DE5360CFC9A3}"/>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09" name="DP3 object 127">
            <a:extLst>
              <a:ext uri="{FF2B5EF4-FFF2-40B4-BE49-F238E27FC236}">
                <ns2:creationId id="{DB70EED8-5436-47F6-82C1-F04385BD8D5F}"/>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0" name="DP3 object 128">
            <a:extLst>
              <a:ext uri="{FF2B5EF4-FFF2-40B4-BE49-F238E27FC236}">
                <ns2:creationId id="{E3BC3D17-1771-4691-AAE7-558905336CF0}"/>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1" name="Request Controller: 현재성 확인과 최종 채택">
            <a:extLst>
              <a:ext uri="{FF2B5EF4-FFF2-40B4-BE49-F238E27FC236}">
                <ns2:creationId id="{A10F0067-37E1-4062-BE29-BB6B09C993F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2" name="DP3 object 129">
            <a:extLst>
              <a:ext uri="{FF2B5EF4-FFF2-40B4-BE49-F238E27FC236}">
                <ns2:creationId id="{B12F8D76-F38C-4981-94F6-8DF8B60AA36E}"/>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3" name="Editable path 130">
            <a:extLst>
              <a:ext uri="{FF2B5EF4-FFF2-40B4-BE49-F238E27FC236}">
                <ns2:creationId id="{B72E1ADC-87B3-4BCF-BF90-FAF01D435CC2}"/>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4" name="Editable arrowhead 131">
            <a:extLst>
              <a:ext uri="{FF2B5EF4-FFF2-40B4-BE49-F238E27FC236}">
                <ns2:creationId id="{11226DDA-D598-48E3-B274-45B85C52ED2B}"/>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5" name="DP3 object 132">
            <a:extLst>
              <a:ext uri="{FF2B5EF4-FFF2-40B4-BE49-F238E27FC236}">
                <ns2:creationId id="{65B64FF9-0A0A-4F0C-B1D3-74DBE27B77AD}"/>
              </a:ext>
            </a:extLst>
          </p:cNvPr>
          <p:cNvSpPr>
            <a:spLocks noGrp="1"/>
          </p:cNvSpPr>
          <p:nvPr/>
        </p:nvSpPr>
        <p:spPr>
          <a:xfrm>
            <a:off x="266700" y="9858375"/>
            <a:ext cx="17526000" cy="200025"/>
          </a:xfrm>
          <a:prstGeom prst="rect">
            <a:avLst/>
          </a:prstGeom>
          <a:noFill/>
          <a:ln w="0">
            <a:noFill/>
            <a:prstDash val="solid"/>
          </a:ln>
        </p:spPr>
        <p:txBody>
          <a:bodyPr wrap="none" lIns="0" tIns="0" rIns="0" bIns="0" anchor="ctr">
            <a:noAutofit/>
          </a:bodyPr>
          <a:lstStyle>
            <a:defPPr algn="l">
              <a:defRPr sz="1300" b="1" lang="ko-KR">
                <a:solidFill>
                  <a:srgbClr val="111111"/>
                </a:solidFill>
                <a:latin typeface="Calibri"/>
                <a:ea typeface="Calibri"/>
                <a:cs typeface="Calibri"/>
              </a:defRPr>
            </a:defPPr>
            <a:lvl1pPr algn="l">
              <a:defRPr sz="1300" b="1" lang="ko-KR">
                <a:solidFill>
                  <a:srgbClr val="111111"/>
                </a:solidFill>
                <a:latin typeface="Calibri"/>
                <a:ea typeface="Calibri"/>
                <a:cs typeface="Calibri"/>
              </a:defRPr>
            </a:lvl1pPr>
            <a:lvl2pPr algn="l">
              <a:defRPr sz="1300" b="1" lang="ko-KR">
                <a:solidFill>
                  <a:srgbClr val="111111"/>
                </a:solidFill>
                <a:latin typeface="Calibri"/>
                <a:ea typeface="Calibri"/>
                <a:cs typeface="Calibri"/>
              </a:defRPr>
            </a:lvl2pPr>
            <a:lvl3pPr algn="l">
              <a:defRPr sz="1300" b="1" lang="ko-KR">
                <a:solidFill>
                  <a:srgbClr val="111111"/>
                </a:solidFill>
                <a:latin typeface="Calibri"/>
                <a:ea typeface="Calibri"/>
                <a:cs typeface="Calibri"/>
              </a:defRPr>
            </a:lvl3pPr>
            <a:lvl4pPr algn="l">
              <a:defRPr sz="1300" b="1" lang="ko-KR">
                <a:solidFill>
                  <a:srgbClr val="111111"/>
                </a:solidFill>
                <a:latin typeface="Calibri"/>
                <a:ea typeface="Calibri"/>
                <a:cs typeface="Calibri"/>
              </a:defRPr>
            </a:lvl4pPr>
            <a:lvl5pPr algn="l">
              <a:defRPr sz="1300" b="1" lang="ko-KR">
                <a:solidFill>
                  <a:srgbClr val="111111"/>
                </a:solidFill>
                <a:latin typeface="Calibri"/>
                <a:ea typeface="Calibri"/>
                <a:cs typeface="Calibri"/>
              </a:defRPr>
            </a:lvl5pPr>
            <a:lvl6pPr algn="l">
              <a:defRPr sz="1300" b="1" lang="ko-KR">
                <a:solidFill>
                  <a:srgbClr val="111111"/>
                </a:solidFill>
                <a:latin typeface="Calibri"/>
                <a:ea typeface="Calibri"/>
                <a:cs typeface="Calibri"/>
              </a:defRPr>
            </a:lvl6pPr>
            <a:lvl7pPr algn="l">
              <a:defRPr sz="1300" b="1" lang="ko-KR">
                <a:solidFill>
                  <a:srgbClr val="111111"/>
                </a:solidFill>
                <a:latin typeface="Calibri"/>
                <a:ea typeface="Calibri"/>
                <a:cs typeface="Calibri"/>
              </a:defRPr>
            </a:lvl7pPr>
            <a:lvl8pPr algn="l">
              <a:defRPr sz="1300" b="1" lang="ko-KR">
                <a:solidFill>
                  <a:srgbClr val="111111"/>
                </a:solidFill>
                <a:latin typeface="Calibri"/>
                <a:ea typeface="Calibri"/>
                <a:cs typeface="Calibri"/>
              </a:defRPr>
            </a:lvl8pPr>
            <a:lvl9pPr algn="l">
              <a:defRPr sz="1300" b="1" lang="ko-KR">
                <a:solidFill>
                  <a:srgbClr val="111111"/>
                </a:solidFill>
                <a:latin typeface="Calibri"/>
                <a:ea typeface="Calibri"/>
                <a:cs typeface="Calibri"/>
              </a:defRPr>
            </a:lvl9pPr>
          </a:lstStyle>
          <a:p>
            <a:pPr algn="l">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계약: bbox 0~1000 출력 후 pixel 변환. B 기본은 순차 생산, 충분한 후보는 코드 결합 가능. PoC는 Qwen vision 생산.</a:t>
            </a:r>
            <a:endParaRPr lang="ko-KR">
              <a:latin typeface="Calibri"/>
              <a:ea typeface="Calibri"/>
              <a:cs typeface="Calibri"/>
            </a:endParaRPr>
          </a:p>
        </p:txBody>
      </p:sp>
      <p:sp>
        <p:nvSpPr>
          <p:cNvPr id="116" name="DP3 object 133">
            <a:extLst>
              <a:ext uri="{FF2B5EF4-FFF2-40B4-BE49-F238E27FC236}">
                <ns2:creationId id="{8A11387E-D7F5-4B91-A52E-07CE67B6530F}"/>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0152638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3" name="Unified slide title">
            <a:extLst>
              <a:ext uri="{FF2B5EF4-FFF2-40B4-BE49-F238E27FC236}">
                <ns2:creationId id="{AEFD9A84-99E3-4803-A7B9-E4346C87804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(선택 및 보완)</a:t>
            </a:r>
            <a:endParaRPr lang="ko-KR">
              <a:latin typeface="Calibri"/>
              <a:ea typeface="Calibri"/>
              <a:cs typeface="Calibri"/>
            </a:endParaRPr>
          </a:p>
        </p:txBody>
      </p:sp>
      <p:sp>
        <p:nvSpPr>
          <p:cNvPr id="2" name="Workflow 과제 소개">
            <a:extLst>
              <a:ext uri="{FF2B5EF4-FFF2-40B4-BE49-F238E27FC236}">
                <ns2:creationId id="{06E221B2-F3AB-4988-8739-E9763B6ED508}"/>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62FD0E0-5A16-4AEC-B24E-5F0656848B4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7F8B795B-5E88-4A65-809E-236142F8A5B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C2E0E345-E278-4755-AFC6-C1E56D15FDB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C8D6EF7-A946-45A8-806C-DD7C67024B2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5DD8B87D-DBBA-4382-A923-1744DA34FAB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409DCC5-8603-4765-B008-783F0996AFC7}"/>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23665A7-38CA-468A-8A29-5679F561CD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6CB922D-68C1-4C8B-9A0E-22DBAAB5952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756C56-1EA4-4D89-A553-4D286E73F33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3127AC0-FB87-4D41-9DEA-FB55B37FCA5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D620166-3DB2-47D7-B50A-FD5C5B31257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11 / 16</a:t>
            </a:r>
            <a:endParaRPr lang="ko-KR">
              <a:latin typeface="Calibri"/>
              <a:ea typeface="Calibri"/>
              <a:cs typeface="Calibri"/>
            </a:endParaRPr>
          </a:p>
        </p:txBody>
      </p:sp>
      <p:sp>
        <p:nvSpPr>
          <p:cNvPr id="14" name="DP3 object 134">
            <a:extLst>
              <a:ext uri="{FF2B5EF4-FFF2-40B4-BE49-F238E27FC236}">
                <ns2:creationId id="{EDB162E2-069E-4E61-A4A8-52F455AC901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정규화 계약의 기본 A 선택 / A2+A5는 pixel 계약에서 확인한 별도 복구 대안</a:t>
            </a:r>
            <a:endParaRPr lang="ko-KR">
              <a:latin typeface="Calibri"/>
              <a:ea typeface="Calibri"/>
              <a:cs typeface="Calibri"/>
            </a:endParaRPr>
          </a:p>
        </p:txBody>
      </p:sp>
      <p:graphicFrame>
        <p:nvGraphicFramePr>
          <p:cNvPr id="15" name="">
            <a:extLst>
              <a:ext uri="{FF2B5EF4-FFF2-40B4-BE49-F238E27FC236}">
                <ns2:creationId id="{F4D59B39-0BEA-4E53-BDB3-2BC7EF5D6141}"/>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[복구 대안] A2+A5 / 정규화 A에는 추가 적용하지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500" b="0" lang="ko-KR">
                          <a:solidFill>
                            <a:srgbClr val="111111"/>
                          </a:solidFill>
                          <a:latin typeface="Calibri"/>
                          <a:ea typeface="Calibri"/>
                          <a:cs typeface="Calibri"/>
                        </a:rPr>
                        <a:t>24/24 (정규화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pixel 복구] 19/24 →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35">
            <a:extLst>
              <a:ext uri="{FF2B5EF4-FFF2-40B4-BE49-F238E27FC236}">
                <ns2:creationId id="{2CD5CAB5-0C9C-42E3-8F7F-8263EFF90FB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36">
            <a:extLst>
              <a:ext uri="{FF2B5EF4-FFF2-40B4-BE49-F238E27FC236}">
                <ns2:creationId id="{111F41B7-7B91-4A7B-A824-34BA3C39D4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37">
            <a:extLst>
              <a:ext uri="{FF2B5EF4-FFF2-40B4-BE49-F238E27FC236}">
                <ns2:creationId id="{32F855F0-2EC8-4C95-A219-4D7D833F0AA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38">
            <a:extLst>
              <a:ext uri="{FF2B5EF4-FFF2-40B4-BE49-F238E27FC236}">
                <ns2:creationId id="{8C7D5B2F-6922-4AF6-B5D2-8C9E6FBD204C}"/>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6D97A8F7-CB35-4885-88AA-8EF6A2A807A6}"/>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39">
            <a:extLst>
              <a:ext uri="{FF2B5EF4-FFF2-40B4-BE49-F238E27FC236}">
                <ns2:creationId id="{29346E8F-BF0F-46EA-8FA9-D3DFD87C43D5}"/>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140">
            <a:extLst>
              <a:ext uri="{FF2B5EF4-FFF2-40B4-BE49-F238E27FC236}">
                <ns2:creationId id="{8C10F0B8-B399-4E87-860C-5A5A0EF80D4E}"/>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41">
            <a:extLst>
              <a:ext uri="{FF2B5EF4-FFF2-40B4-BE49-F238E27FC236}">
                <ns2:creationId id="{D2085F24-5858-4F5C-A113-E3E672D6F794}"/>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42">
            <a:extLst>
              <a:ext uri="{FF2B5EF4-FFF2-40B4-BE49-F238E27FC236}">
                <ns2:creationId id="{40186BA9-4A95-4D06-8592-EB7A2218325D}"/>
              </a:ext>
            </a:extLst>
          </p:cNvPr>
          <p:cNvSpPr>
            <a:spLocks noGrp="1"/>
          </p:cNvSpPr>
          <p:nvPr/>
        </p:nvSpPr>
        <p:spPr>
          <a:xfrm>
            <a:off x="314325" y="5800725"/>
            <a:ext cx="1495425" cy="323850"/>
          </a:xfrm>
          <a:prstGeom prst="rect">
            <a:avLst/>
          </a:prstGeom>
          <a:noFill/>
          <a:ln w="0">
            <a:noFill/>
            <a:prstDash val="solid"/>
          </a:ln>
        </p:spPr>
        <p:txBody>
          <a:bodyPr wrap="none" lIns="0" tIns="0" rIns="0" bIns="0" anchor="ctr">
            <a:noAutofit/>
          </a:bodyPr>
          <a:lstStyle>
            <a:defPPr algn="ctr">
              <a:defRPr sz="1200" b="0" lang="ko-KR">
                <a:solidFill>
                  <a:srgbClr val="4676CB"/>
                </a:solidFill>
                <a:latin typeface="Calibri"/>
                <a:ea typeface="Calibri"/>
                <a:cs typeface="Calibri"/>
              </a:defRPr>
            </a:defPPr>
            <a:lvl1pPr algn="ctr">
              <a:defRPr sz="1200" b="0" lang="ko-KR">
                <a:solidFill>
                  <a:srgbClr val="4676CB"/>
                </a:solidFill>
                <a:latin typeface="Calibri"/>
                <a:ea typeface="Calibri"/>
                <a:cs typeface="Calibri"/>
              </a:defRPr>
            </a:lvl1pPr>
            <a:lvl2pPr algn="ctr">
              <a:defRPr sz="1200" b="0" lang="ko-KR">
                <a:solidFill>
                  <a:srgbClr val="4676CB"/>
                </a:solidFill>
                <a:latin typeface="Calibri"/>
                <a:ea typeface="Calibri"/>
                <a:cs typeface="Calibri"/>
              </a:defRPr>
            </a:lvl2pPr>
            <a:lvl3pPr algn="ctr">
              <a:defRPr sz="1200" b="0" lang="ko-KR">
                <a:solidFill>
                  <a:srgbClr val="4676CB"/>
                </a:solidFill>
                <a:latin typeface="Calibri"/>
                <a:ea typeface="Calibri"/>
                <a:cs typeface="Calibri"/>
              </a:defRPr>
            </a:lvl3pPr>
            <a:lvl4pPr algn="ctr">
              <a:defRPr sz="1200" b="0" lang="ko-KR">
                <a:solidFill>
                  <a:srgbClr val="4676CB"/>
                </a:solidFill>
                <a:latin typeface="Calibri"/>
                <a:ea typeface="Calibri"/>
                <a:cs typeface="Calibri"/>
              </a:defRPr>
            </a:lvl4pPr>
            <a:lvl5pPr algn="ctr">
              <a:defRPr sz="1200" b="0" lang="ko-KR">
                <a:solidFill>
                  <a:srgbClr val="4676CB"/>
                </a:solidFill>
                <a:latin typeface="Calibri"/>
                <a:ea typeface="Calibri"/>
                <a:cs typeface="Calibri"/>
              </a:defRPr>
            </a:lvl5pPr>
            <a:lvl6pPr algn="ctr">
              <a:defRPr sz="1200" b="0" lang="ko-KR">
                <a:solidFill>
                  <a:srgbClr val="4676CB"/>
                </a:solidFill>
                <a:latin typeface="Calibri"/>
                <a:ea typeface="Calibri"/>
                <a:cs typeface="Calibri"/>
              </a:defRPr>
            </a:lvl6pPr>
            <a:lvl7pPr algn="ctr">
              <a:defRPr sz="1200" b="0" lang="ko-KR">
                <a:solidFill>
                  <a:srgbClr val="4676CB"/>
                </a:solidFill>
                <a:latin typeface="Calibri"/>
                <a:ea typeface="Calibri"/>
                <a:cs typeface="Calibri"/>
              </a:defRPr>
            </a:lvl7pPr>
            <a:lvl8pPr algn="ctr">
              <a:defRPr sz="1200" b="0" lang="ko-KR">
                <a:solidFill>
                  <a:srgbClr val="4676CB"/>
                </a:solidFill>
                <a:latin typeface="Calibri"/>
                <a:ea typeface="Calibri"/>
                <a:cs typeface="Calibri"/>
              </a:defRPr>
            </a:lvl8pPr>
            <a:lvl9pPr algn="ctr">
              <a:defRPr sz="1200" b="0" lang="ko-KR">
                <a:solidFill>
                  <a:srgbClr val="4676CB"/>
                </a:solidFill>
                <a:latin typeface="Calibri"/>
                <a:ea typeface="Calibri"/>
                <a:cs typeface="Calibri"/>
              </a:defRPr>
            </a:lvl9pPr>
          </a:lstStyle>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파란 점선:</a:t>
            </a:r>
            <a:endParaRPr lang="ko-KR">
              <a:latin typeface="Calibri"/>
              <a:ea typeface="Calibri"/>
              <a:cs typeface="Calibri"/>
            </a:endParaRPr>
          </a:p>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별도 복구 대안</a:t>
            </a:r>
            <a:endParaRPr lang="ko-KR">
              <a:latin typeface="Calibri"/>
              <a:ea typeface="Calibri"/>
              <a:cs typeface="Calibri"/>
            </a:endParaRPr>
          </a:p>
        </p:txBody>
      </p:sp>
      <p:sp>
        <p:nvSpPr>
          <p:cNvPr id="25" name="DP3 object 143">
            <a:extLst>
              <a:ext uri="{FF2B5EF4-FFF2-40B4-BE49-F238E27FC236}">
                <ns2:creationId id="{5AF6A9C5-79BB-44DB-B923-6AFD65B74CD5}"/>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6" name="발화 원문&#10;시각·정정">
            <a:extLst>
              <a:ext uri="{FF2B5EF4-FFF2-40B4-BE49-F238E27FC236}">
                <ns2:creationId id="{CC77A258-98C5-495A-BCFE-55267BB4AB0A}"/>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7" name="DP3 object 144">
            <a:extLst>
              <a:ext uri="{FF2B5EF4-FFF2-40B4-BE49-F238E27FC236}">
                <ns2:creationId id="{F9436B3C-6E91-42E6-96A3-AE75BC31BF12}"/>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8" name="당시 화면&#10;선택·pointer">
            <a:extLst>
              <a:ext uri="{FF2B5EF4-FFF2-40B4-BE49-F238E27FC236}">
                <ns2:creationId id="{C790C374-0C6B-416E-9645-E6283F09F655}"/>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9" name="DP3 object 145">
            <a:extLst>
              <a:ext uri="{FF2B5EF4-FFF2-40B4-BE49-F238E27FC236}">
                <ns2:creationId id="{73958755-2376-4D17-9E6F-4BC60BBA05EB}"/>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30" name="Request Interpreter Component">
            <a:extLst>
              <a:ext uri="{FF2B5EF4-FFF2-40B4-BE49-F238E27FC236}">
                <ns2:creationId id="{CDD20D43-3277-4EB3-8706-0FF5770C2073}"/>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1" name="DP3 object 146">
            <a:extLst>
              <a:ext uri="{FF2B5EF4-FFF2-40B4-BE49-F238E27FC236}">
                <ns2:creationId id="{4E540305-487E-40A1-8D72-156641D400A1}"/>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2" name="Editable path 147">
            <a:extLst>
              <a:ext uri="{FF2B5EF4-FFF2-40B4-BE49-F238E27FC236}">
                <ns2:creationId id="{3D35F478-177A-4709-8AB7-B942C1631372}"/>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3" name="Grounding Attempt Control / Joint Work Queue">
            <a:extLst>
              <a:ext uri="{FF2B5EF4-FFF2-40B4-BE49-F238E27FC236}">
                <ns2:creationId id="{FB4E7DD4-B18C-4DB2-9756-D1F6DAEBB8E2}"/>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4" name="DP3 object 148">
            <a:extLst>
              <a:ext uri="{FF2B5EF4-FFF2-40B4-BE49-F238E27FC236}">
                <ns2:creationId id="{27E9CAD1-DADD-49A0-BEED-B56A2944E3F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5" name="Joint Grounding&#10;Interpreter">
            <a:extLst>
              <a:ext uri="{FF2B5EF4-FFF2-40B4-BE49-F238E27FC236}">
                <ns2:creationId id="{F200C44B-81E6-4660-B621-420B6D13B0A6}"/>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6" name="DP3 object 149">
            <a:extLst>
              <a:ext uri="{FF2B5EF4-FFF2-40B4-BE49-F238E27FC236}">
                <ns2:creationId id="{F0A88AF5-40DA-4A8C-AEDF-6A31F77FDA69}"/>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7" name="Joint Grounding&#10;State">
            <a:extLst>
              <a:ext uri="{FF2B5EF4-FFF2-40B4-BE49-F238E27FC236}">
                <ns2:creationId id="{35A42648-407F-4939-9557-CA46ADF29C4D}"/>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8" name="DP3 object 150">
            <a:extLst>
              <a:ext uri="{FF2B5EF4-FFF2-40B4-BE49-F238E27FC236}">
                <ns2:creationId id="{335047CC-E7E6-494B-AFF7-44F96D6B5172}"/>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9" name="Editable path 151">
            <a:extLst>
              <a:ext uri="{FF2B5EF4-FFF2-40B4-BE49-F238E27FC236}">
                <ns2:creationId id="{F69BC50B-0224-4087-B1F7-C5C48D112945}"/>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40" name="Editable arrowhead 152">
            <a:extLst>
              <a:ext uri="{FF2B5EF4-FFF2-40B4-BE49-F238E27FC236}">
                <ns2:creationId id="{70A456BD-08C5-4B2F-A900-AC363FD46713}"/>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1" name="Editable path 153">
            <a:extLst>
              <a:ext uri="{FF2B5EF4-FFF2-40B4-BE49-F238E27FC236}">
                <ns2:creationId id="{F95CD9DE-4A70-4EE9-AFDF-F76AA9FD2507}"/>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2" name="Editable arrowhead 154">
            <a:extLst>
              <a:ext uri="{FF2B5EF4-FFF2-40B4-BE49-F238E27FC236}">
                <ns2:creationId id="{E957BBF9-976A-4291-8859-2F3C5D27C277}"/>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Editable path 155">
            <a:extLst>
              <a:ext uri="{FF2B5EF4-FFF2-40B4-BE49-F238E27FC236}">
                <ns2:creationId id="{8BD914A3-AA78-46ED-8CDB-52EE03739CFF}"/>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4" name="Editable arrowhead 156">
            <a:extLst>
              <a:ext uri="{FF2B5EF4-FFF2-40B4-BE49-F238E27FC236}">
                <ns2:creationId id="{F5D3955E-B50C-4082-82D9-A492EFCDF466}"/>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57">
            <a:extLst>
              <a:ext uri="{FF2B5EF4-FFF2-40B4-BE49-F238E27FC236}">
                <ns2:creationId id="{5DD50132-3394-4B92-818F-B4E832462F6A}"/>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6" name="Editable arrowhead 158">
            <a:extLst>
              <a:ext uri="{FF2B5EF4-FFF2-40B4-BE49-F238E27FC236}">
                <ns2:creationId id="{928B5362-5B15-48F9-A744-EF60F000F49B}"/>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159">
            <a:extLst>
              <a:ext uri="{FF2B5EF4-FFF2-40B4-BE49-F238E27FC236}">
                <ns2:creationId id="{A15C0005-9182-477A-B538-AD72C0CE6235}"/>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8" name="DP3 object 160">
            <a:extLst>
              <a:ext uri="{FF2B5EF4-FFF2-40B4-BE49-F238E27FC236}">
                <ns2:creationId id="{4A7E2A92-0BFB-4D7D-B385-4BC236631E1E}"/>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TryApply / 현재성·기하 검증">
            <a:extLst>
              <a:ext uri="{FF2B5EF4-FFF2-40B4-BE49-F238E27FC236}">
                <ns2:creationId id="{B8A6B937-BE73-4A6E-AE9C-27A7E7B07EF3}"/>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50" name="DP3 object 161">
            <a:extLst>
              <a:ext uri="{FF2B5EF4-FFF2-40B4-BE49-F238E27FC236}">
                <ns2:creationId id="{9659522A-C643-4AFE-A01B-69B66C2D0D21}"/>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1" name="DP3 object 162">
            <a:extLst>
              <a:ext uri="{FF2B5EF4-FFF2-40B4-BE49-F238E27FC236}">
                <ns2:creationId id="{DC8D1B6C-A0AA-488D-8FB5-EA12FC3B04E4}"/>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2" name="DP3 object 163">
            <a:extLst>
              <a:ext uri="{FF2B5EF4-FFF2-40B4-BE49-F238E27FC236}">
                <ns2:creationId id="{37DF7905-ACF4-40F0-9855-F3F2F7EF59E8}"/>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3" name="Editable path 164">
            <a:extLst>
              <a:ext uri="{FF2B5EF4-FFF2-40B4-BE49-F238E27FC236}">
                <ns2:creationId id="{C17C532C-8B51-4B45-BDC6-71F4A8ECAE6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4" name="Editable arrowhead 165">
            <a:extLst>
              <a:ext uri="{FF2B5EF4-FFF2-40B4-BE49-F238E27FC236}">
                <ns2:creationId id="{AC6D032F-4E48-4519-8C3A-472CB1140226}"/>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3 object 166">
            <a:extLst>
              <a:ext uri="{FF2B5EF4-FFF2-40B4-BE49-F238E27FC236}">
                <ns2:creationId id="{DB1CF43B-0B92-4293-BE62-456C47D54316}"/>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6" name="DP3 object 167">
            <a:extLst>
              <a:ext uri="{FF2B5EF4-FFF2-40B4-BE49-F238E27FC236}">
                <ns2:creationId id="{54E2E753-CA56-493A-8567-3D718E7F47D1}"/>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7" name="pixel 복구 대안 (미적용): A2 패치 + A5 좌표 view">
            <a:extLst>
              <a:ext uri="{FF2B5EF4-FFF2-40B4-BE49-F238E27FC236}">
                <ns2:creationId id="{8B271275-A454-40BA-AD30-DDD64C307A77}"/>
              </a:ext>
            </a:extLst>
          </p:cNvPr>
          <p:cNvSpPr>
            <a:spLocks noGrp="1"/>
          </p:cNvSpPr>
          <p:nvPr/>
        </p:nvSpPr>
        <p:spPr>
          <a:xfrm>
            <a:off x="4238625" y="5191125"/>
            <a:ext cx="5295900" cy="314325"/>
          </a:xfrm>
          <a:prstGeom prst="rect">
            <a:avLst/>
          </a:prstGeom>
          <a:solidFill>
            <a:srgbClr val="F1F6FC"/>
          </a:solidFill>
          <a:ln w="17145">
            <a:solidFill>
              <a:srgbClr val="4676CB"/>
            </a:solidFill>
            <a:prstDash val="dash"/>
          </a:ln>
        </p:spPr>
      </p:sp>
      <p:sp>
        <p:nvSpPr>
          <p:cNvPr id="58" name="DP3 object 168">
            <a:extLst>
              <a:ext uri="{FF2B5EF4-FFF2-40B4-BE49-F238E27FC236}">
                <ns2:creationId id="{B6BB2C85-D9EC-42E9-907F-0953C8E6CE0B}"/>
              </a:ext>
            </a:extLst>
          </p:cNvPr>
          <p:cNvSpPr>
            <a:spLocks noGrp="1"/>
          </p:cNvSpPr>
          <p:nvPr/>
        </p:nvSpPr>
        <p:spPr>
          <a:xfrm>
            <a:off x="4305300" y="5229225"/>
            <a:ext cx="5162550" cy="238125"/>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pixel 복구 대안 (미적용): A2 패치 + A5 좌표 view</a:t>
            </a:r>
            <a:endParaRPr lang="ko-KR">
              <a:latin typeface="Calibri"/>
              <a:ea typeface="Calibri"/>
              <a:cs typeface="Calibri"/>
            </a:endParaRPr>
          </a:p>
        </p:txBody>
      </p:sp>
      <p:sp>
        <p:nvSpPr>
          <p:cNvPr id="59" name="Editable path 169">
            <a:extLst>
              <a:ext uri="{FF2B5EF4-FFF2-40B4-BE49-F238E27FC236}">
                <ns2:creationId id="{48E3DF6B-1A8B-4FAE-8A6C-B604C6DBCF4C}"/>
              </a:ext>
            </a:extLst>
          </p:cNvPr>
          <p:cNvSpPr>
            <a:spLocks noGrp="1"/>
          </p:cNvSpPr>
          <p:nvPr/>
        </p:nvSpPr>
        <p:spPr>
          <a:xfrm>
            <a:off x="6877050" y="4991100"/>
            <a:ext cx="953" cy="200025"/>
          </a:xfrm>
          <a:custGeom>
            <a:pathLst>
              <a:path w="953" h="200025">
                <a:moveTo>
                  <a:pt x="0" y="0"/>
                </a:moveTo>
                <a:lnTo>
                  <a:pt x="0" y="200025"/>
                </a:lnTo>
              </a:path>
            </a:pathLst>
          </a:custGeom>
          <a:noFill/>
          <a:ln w="19050">
            <a:solidFill>
              <a:srgbClr val="4676CB"/>
            </a:solidFill>
            <a:prstDash val="dash"/>
          </a:ln>
        </p:spPr>
      </p:sp>
      <p:sp>
        <p:nvSpPr>
          <p:cNvPr id="60" name="Editable arrowhead 170">
            <a:extLst>
              <a:ext uri="{FF2B5EF4-FFF2-40B4-BE49-F238E27FC236}">
                <ns2:creationId id="{19032EAF-16BE-4E02-B35F-EF02F69AF52F}"/>
              </a:ext>
            </a:extLst>
          </p:cNvPr>
          <p:cNvSpPr>
            <a:spLocks noGrp="1"/>
          </p:cNvSpPr>
          <p:nvPr/>
        </p:nvSpPr>
        <p:spPr>
          <a:xfrm>
            <a:off x="6829425" y="5095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61" name="Editable path 171">
            <a:extLst>
              <a:ext uri="{FF2B5EF4-FFF2-40B4-BE49-F238E27FC236}">
                <ns2:creationId id="{1CBCE12E-820F-4033-9DCA-09ACC75BD364}"/>
              </a:ext>
            </a:extLst>
          </p:cNvPr>
          <p:cNvSpPr>
            <a:spLocks noGrp="1"/>
          </p:cNvSpPr>
          <p:nvPr/>
        </p:nvSpPr>
        <p:spPr>
          <a:xfrm>
            <a:off x="4124325" y="4314825"/>
            <a:ext cx="114300" cy="1038225"/>
          </a:xfrm>
          <a:custGeom>
            <a:pathLst>
              <a:path w="114300" h="1038225">
                <a:moveTo>
                  <a:pt x="114300" y="1038225"/>
                </a:moveTo>
                <a:lnTo>
                  <a:pt x="0" y="1038225"/>
                </a:lnTo>
                <a:lnTo>
                  <a:pt x="0" y="0"/>
                </a:lnTo>
                <a:lnTo>
                  <a:pt x="114300" y="0"/>
                </a:lnTo>
              </a:path>
            </a:pathLst>
          </a:custGeom>
          <a:noFill/>
          <a:ln w="19050">
            <a:solidFill>
              <a:srgbClr val="4676CB"/>
            </a:solidFill>
            <a:prstDash val="dash"/>
          </a:ln>
        </p:spPr>
      </p:sp>
      <p:sp>
        <p:nvSpPr>
          <p:cNvPr id="62" name="Editable arrowhead 172">
            <a:extLst>
              <a:ext uri="{FF2B5EF4-FFF2-40B4-BE49-F238E27FC236}">
                <ns2:creationId id="{0E657150-7F2E-4813-A639-B673E607B83A}"/>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3" name="Request Controller: 현재성 확인과 최종 채택">
            <a:extLst>
              <a:ext uri="{FF2B5EF4-FFF2-40B4-BE49-F238E27FC236}">
                <ns2:creationId id="{77ACD6AA-0795-4AE6-A998-65C881FAA28D}"/>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4" name="DP3 object 173">
            <a:extLst>
              <a:ext uri="{FF2B5EF4-FFF2-40B4-BE49-F238E27FC236}">
                <ns2:creationId id="{4D95BAE3-D2CF-4DAD-897A-490EAEAAA949}"/>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5" name="Editable path 174">
            <a:extLst>
              <a:ext uri="{FF2B5EF4-FFF2-40B4-BE49-F238E27FC236}">
                <ns2:creationId id="{FA9094DE-207C-431B-9576-BD9E37A1824B}"/>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6" name="Editable arrowhead 175">
            <a:extLst>
              <a:ext uri="{FF2B5EF4-FFF2-40B4-BE49-F238E27FC236}">
                <ns2:creationId id="{093DC82C-7079-4598-808D-2429E93FADB9}"/>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7" name="DP3 object 176">
            <a:extLst>
              <a:ext uri="{FF2B5EF4-FFF2-40B4-BE49-F238E27FC236}">
                <ns2:creationId id="{1E24167C-3AEC-4177-B6D0-F66D1C5C8AD2}"/>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8" name="DP3 object 177">
            <a:extLst>
              <a:ext uri="{FF2B5EF4-FFF2-40B4-BE49-F238E27FC236}">
                <ns2:creationId id="{EC6B05C1-1079-413D-8CE0-4C503ED1A5E1}"/>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9" name="DP3 object 178">
            <a:extLst>
              <a:ext uri="{FF2B5EF4-FFF2-40B4-BE49-F238E27FC236}">
                <ns2:creationId id="{A1B503E2-34A2-4597-A171-CD67975487FF}"/>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70" name="Request Interpreter Component">
            <a:extLst>
              <a:ext uri="{FF2B5EF4-FFF2-40B4-BE49-F238E27FC236}">
                <ns2:creationId id="{F60347FB-C721-4D36-BBBF-669E712F92A6}"/>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71" name="DP3 object 179">
            <a:extLst>
              <a:ext uri="{FF2B5EF4-FFF2-40B4-BE49-F238E27FC236}">
                <ns2:creationId id="{F5594D8C-7125-419D-BAC6-8E539E07511D}"/>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2" name="Editable path 180">
            <a:extLst>
              <a:ext uri="{FF2B5EF4-FFF2-40B4-BE49-F238E27FC236}">
                <ns2:creationId id="{54DF2A68-74F9-45FD-AF47-1279C3C9045D}"/>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73" name="Grounding&#10;Coordinator">
            <a:extLst>
              <a:ext uri="{FF2B5EF4-FFF2-40B4-BE49-F238E27FC236}">
                <ns2:creationId id="{4D99E20A-CE93-494F-B9B7-5F2D9EA72DA3}"/>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4" name="DP3 object 181">
            <a:extLst>
              <a:ext uri="{FF2B5EF4-FFF2-40B4-BE49-F238E27FC236}">
                <ns2:creationId id="{FC99CC02-C1C9-45A7-BE9F-B6E4C19FD3EB}"/>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5" name="DP3 object 182">
            <a:extLst>
              <a:ext uri="{FF2B5EF4-FFF2-40B4-BE49-F238E27FC236}">
                <ns2:creationId id="{3D3235C3-A5BB-4F34-B44A-BC01450DE459}"/>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6" name="Speech Reference&#10;Producer">
            <a:extLst>
              <a:ext uri="{FF2B5EF4-FFF2-40B4-BE49-F238E27FC236}">
                <ns2:creationId id="{81647FC8-28A2-47E8-94B2-79AE344836BC}"/>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7" name="DP3 object 183">
            <a:extLst>
              <a:ext uri="{FF2B5EF4-FFF2-40B4-BE49-F238E27FC236}">
                <ns2:creationId id="{96574C61-7FF2-4C0E-9055-6767E97438F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8" name="Screen Target&#10;Producer">
            <a:extLst>
              <a:ext uri="{FF2B5EF4-FFF2-40B4-BE49-F238E27FC236}">
                <ns2:creationId id="{D8492358-CFAF-43A9-A9FA-6D6611C8B115}"/>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9" name="DP3 object 184">
            <a:extLst>
              <a:ext uri="{FF2B5EF4-FFF2-40B4-BE49-F238E27FC236}">
                <ns2:creationId id="{30195C9E-5C97-4431-83B3-4A795FB696C3}"/>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80" name="Editable path 185">
            <a:extLst>
              <a:ext uri="{FF2B5EF4-FFF2-40B4-BE49-F238E27FC236}">
                <ns2:creationId id="{DEA3F6E7-1343-4911-9D7B-F2734E3AAD98}"/>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81" name="Editable arrowhead 186">
            <a:extLst>
              <a:ext uri="{FF2B5EF4-FFF2-40B4-BE49-F238E27FC236}">
                <ns2:creationId id="{8918489F-0B3A-4210-9303-61BE955C1A3A}"/>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87">
            <a:extLst>
              <a:ext uri="{FF2B5EF4-FFF2-40B4-BE49-F238E27FC236}">
                <ns2:creationId id="{A3302836-B45A-4FD2-9123-5463B6801050}"/>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83" name="Editable arrowhead 188">
            <a:extLst>
              <a:ext uri="{FF2B5EF4-FFF2-40B4-BE49-F238E27FC236}">
                <ns2:creationId id="{59CD1FE3-0BF5-41C8-9689-DE13ABEE815C}"/>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Editable path 189">
            <a:extLst>
              <a:ext uri="{FF2B5EF4-FFF2-40B4-BE49-F238E27FC236}">
                <ns2:creationId id="{070E7813-5FA9-4652-AD9E-C804630F5CB3}"/>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5" name="Editable arrowhead 190">
            <a:extLst>
              <a:ext uri="{FF2B5EF4-FFF2-40B4-BE49-F238E27FC236}">
                <ns2:creationId id="{6559BC03-02C6-4DCF-9047-0BFCDAC894CD}"/>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6" name="Editable path 191">
            <a:extLst>
              <a:ext uri="{FF2B5EF4-FFF2-40B4-BE49-F238E27FC236}">
                <ns2:creationId id="{C98DED69-CE64-4091-9F8A-7B7D7F4A5BA0}"/>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7" name="Editable arrowhead 192">
            <a:extLst>
              <a:ext uri="{FF2B5EF4-FFF2-40B4-BE49-F238E27FC236}">
                <ns2:creationId id="{3B2943B2-8AF7-40D8-A1E6-80CAECA3884B}"/>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8" name="Speech Candidate&#10;Revisions">
            <a:extLst>
              <a:ext uri="{FF2B5EF4-FFF2-40B4-BE49-F238E27FC236}">
                <ns2:creationId id="{8A34E9E5-A06F-483A-B0D3-EBA4930CB53B}"/>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9" name="DP3 object 193">
            <a:extLst>
              <a:ext uri="{FF2B5EF4-FFF2-40B4-BE49-F238E27FC236}">
                <ns2:creationId id="{93912375-FBE4-457A-A684-06074329C075}"/>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90" name="Screen Candidate Revisions&#10;범위·관계·coverage">
            <a:extLst>
              <a:ext uri="{FF2B5EF4-FFF2-40B4-BE49-F238E27FC236}">
                <ns2:creationId id="{C8E4E62F-DD1D-436D-BD78-A172F29593DD}"/>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91" name="DP3 object 194">
            <a:extLst>
              <a:ext uri="{FF2B5EF4-FFF2-40B4-BE49-F238E27FC236}">
                <ns2:creationId id="{6D9BEF6E-012B-4D8F-8486-0BAAD9FE9A0F}"/>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92" name="Editable path 195">
            <a:extLst>
              <a:ext uri="{FF2B5EF4-FFF2-40B4-BE49-F238E27FC236}">
                <ns2:creationId id="{BD2EE532-282D-41DB-84A3-C802F8FF2A63}"/>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93" name="Editable arrowhead 196">
            <a:extLst>
              <a:ext uri="{FF2B5EF4-FFF2-40B4-BE49-F238E27FC236}">
                <ns2:creationId id="{BB7BE53B-B826-4466-89D7-50220AA75A56}"/>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4" name="Editable path 197">
            <a:extLst>
              <a:ext uri="{FF2B5EF4-FFF2-40B4-BE49-F238E27FC236}">
                <ns2:creationId id="{79CD1319-E64A-4604-97F6-48E48969A488}"/>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5" name="Editable arrowhead 198">
            <a:extLst>
              <a:ext uri="{FF2B5EF4-FFF2-40B4-BE49-F238E27FC236}">
                <ns2:creationId id="{903B03D6-16D3-48E5-841A-046578137116}"/>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Multimodal Binding Resolver">
            <a:extLst>
              <a:ext uri="{FF2B5EF4-FFF2-40B4-BE49-F238E27FC236}">
                <ns2:creationId id="{62A442E5-B85E-4D46-A213-970505ABD4D9}"/>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7" name="DP3 object 199">
            <a:extLst>
              <a:ext uri="{FF2B5EF4-FFF2-40B4-BE49-F238E27FC236}">
                <ns2:creationId id="{C9BC5821-F2BF-4608-AC0A-370D34B880E9}"/>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8" name="Editable path 200">
            <a:extLst>
              <a:ext uri="{FF2B5EF4-FFF2-40B4-BE49-F238E27FC236}">
                <ns2:creationId id="{31A0962D-1039-420B-AC72-E6EA7B35DE82}"/>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9" name="Editable arrowhead 201">
            <a:extLst>
              <a:ext uri="{FF2B5EF4-FFF2-40B4-BE49-F238E27FC236}">
                <ns2:creationId id="{E31BABA3-5502-4305-9AD6-D535FC72D5AB}"/>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02">
            <a:extLst>
              <a:ext uri="{FF2B5EF4-FFF2-40B4-BE49-F238E27FC236}">
                <ns2:creationId id="{AA6D7039-553E-48F1-BA74-14E5A53C6C81}"/>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101" name="Editable arrowhead 203">
            <a:extLst>
              <a:ext uri="{FF2B5EF4-FFF2-40B4-BE49-F238E27FC236}">
                <ns2:creationId id="{B2FEF2B1-667B-43C8-A6B7-BCB41D670CAF}"/>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검증 후 Binding Revision State / 후보 read-set">
            <a:extLst>
              <a:ext uri="{FF2B5EF4-FFF2-40B4-BE49-F238E27FC236}">
                <ns2:creationId id="{942ACC32-968B-40D7-8D79-14EE2F8CEF4B}"/>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103" name="DP3 object 204">
            <a:extLst>
              <a:ext uri="{FF2B5EF4-FFF2-40B4-BE49-F238E27FC236}">
                <ns2:creationId id="{ACF4EEFA-B61D-4025-B5CB-C13ECBCE9716}"/>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4" name="Editable path 205">
            <a:extLst>
              <a:ext uri="{FF2B5EF4-FFF2-40B4-BE49-F238E27FC236}">
                <ns2:creationId id="{4B5FDB28-D95D-47AC-822E-30349E8A645F}"/>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5" name="Editable arrowhead 206">
            <a:extLst>
              <a:ext uri="{FF2B5EF4-FFF2-40B4-BE49-F238E27FC236}">
                <ns2:creationId id="{AA56DC07-55DF-419E-8A42-DE898DA26823}"/>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6" name="Editable path 207">
            <a:extLst>
              <a:ext uri="{FF2B5EF4-FFF2-40B4-BE49-F238E27FC236}">
                <ns2:creationId id="{D2CF825C-2B74-4940-81FD-37239584BD19}"/>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7" name="Editable arrowhead 208">
            <a:extLst>
              <a:ext uri="{FF2B5EF4-FFF2-40B4-BE49-F238E27FC236}">
                <ns2:creationId id="{FE4E6F15-B70D-421F-9AD9-4766D7C7DE29}"/>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8" name="DP3 object 209">
            <a:extLst>
              <a:ext uri="{FF2B5EF4-FFF2-40B4-BE49-F238E27FC236}">
                <ns2:creationId id="{E9365BD2-71B1-4311-A39F-D37FB98A351B}"/>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9" name="DP3 object 210">
            <a:extLst>
              <a:ext uri="{FF2B5EF4-FFF2-40B4-BE49-F238E27FC236}">
                <ns2:creationId id="{83087DFD-9E30-4AC4-9073-D3779161B40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10" name="DP3 object 211">
            <a:extLst>
              <a:ext uri="{FF2B5EF4-FFF2-40B4-BE49-F238E27FC236}">
                <ns2:creationId id="{59C4DD83-8563-4928-B124-7F6C7C679E09}"/>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11" name="DP3 object 212">
            <a:extLst>
              <a:ext uri="{FF2B5EF4-FFF2-40B4-BE49-F238E27FC236}">
                <ns2:creationId id="{FC5924D9-C1B2-4F7E-BE7D-09E464A600C7}"/>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2" name="DP3 object 213">
            <a:extLst>
              <a:ext uri="{FF2B5EF4-FFF2-40B4-BE49-F238E27FC236}">
                <ns2:creationId id="{52B16461-3935-472F-8E5A-7CC3474F3DAC}"/>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214">
            <a:extLst>
              <a:ext uri="{FF2B5EF4-FFF2-40B4-BE49-F238E27FC236}">
                <ns2:creationId id="{961D5738-0B2E-4E9C-9763-40DB9356E3B9}"/>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215">
            <a:extLst>
              <a:ext uri="{FF2B5EF4-FFF2-40B4-BE49-F238E27FC236}">
                <ns2:creationId id="{413DEE28-9C24-4C4D-8003-C9D8FD43FBBC}"/>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F853964F-A76C-414A-B7E4-97D03E4693C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216">
            <a:extLst>
              <a:ext uri="{FF2B5EF4-FFF2-40B4-BE49-F238E27FC236}">
                <ns2:creationId id="{83540856-533F-4367-84BD-5995409D83B4}"/>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217">
            <a:extLst>
              <a:ext uri="{FF2B5EF4-FFF2-40B4-BE49-F238E27FC236}">
                <ns2:creationId id="{65F38F33-7FAA-4F33-BF8F-35E3523EF165}"/>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218">
            <a:extLst>
              <a:ext uri="{FF2B5EF4-FFF2-40B4-BE49-F238E27FC236}">
                <ns2:creationId id="{516A817E-AA63-4F0E-946C-43E18DA99944}"/>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Selected A column">
            <a:extLst>
              <a:ext uri="{FF2B5EF4-FFF2-40B4-BE49-F238E27FC236}">
                <ns2:creationId id="{9289FC19-62DB-4D63-849B-0242D010CE6C}"/>
              </a:ext>
            </a:extLst>
          </p:cNvPr>
          <p:cNvSpPr>
            <a:spLocks noGrp="1"/>
          </p:cNvSpPr>
          <p:nvPr/>
        </p:nvSpPr>
        <p:spPr>
          <a:xfrm>
            <a:off x="1866900" y="1657350"/>
            <a:ext cx="8096250" cy="8134350"/>
          </a:xfrm>
          <a:prstGeom prst="rect">
            <a:avLst/>
          </a:prstGeom>
          <a:noFill/>
          <a:ln w="40005">
            <a:solidFill>
              <a:srgbClr val="4676CB"/>
            </a:solidFill>
            <a:prstDash val="solid"/>
          </a:ln>
        </p:spPr>
      </p:sp>
      <p:sp>
        <p:nvSpPr>
          <p:cNvPr id="120" name="DP3 object 219">
            <a:extLst>
              <a:ext uri="{FF2B5EF4-FFF2-40B4-BE49-F238E27FC236}">
                <ns2:creationId id="{36DC60A6-5F33-4961-872C-E3DC15E42988}"/>
              </a:ext>
            </a:extLst>
          </p:cNvPr>
          <p:cNvSpPr>
            <a:spLocks noGrp="1"/>
          </p:cNvSpPr>
          <p:nvPr/>
        </p:nvSpPr>
        <p:spPr>
          <a:xfrm>
            <a:off x="1943100" y="140970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1" name="DP3 object 220">
            <a:extLst>
              <a:ext uri="{FF2B5EF4-FFF2-40B4-BE49-F238E27FC236}">
                <ns2:creationId id="{CFD048C9-060E-4B8C-BBE8-983F6B73DE2D}"/>
              </a:ext>
            </a:extLst>
          </p:cNvPr>
          <p:cNvSpPr>
            <a:spLocks noGrp="1"/>
          </p:cNvSpPr>
          <p:nvPr/>
        </p:nvSpPr>
        <p:spPr>
          <a:xfrm>
            <a:off x="266700" y="9858375"/>
            <a:ext cx="17240250" cy="200025"/>
          </a:xfrm>
          <a:prstGeom prst="rect">
            <a:avLst/>
          </a:prstGeom>
          <a:noFill/>
          <a:ln w="0">
            <a:noFill/>
            <a:prstDash val="solid"/>
          </a:ln>
        </p:spPr>
        <p:txBody>
          <a:bodyPr wrap="none" lIns="0" tIns="0" rIns="0" bIns="0" anchor="ctr">
            <a:noAutofit/>
          </a:bodyPr>
          <a:lstStyle>
            <a:defPPr algn="l">
              <a:defRPr sz="1300" b="0" lang="ko-KR">
                <a:solidFill>
                  <a:srgbClr val="4676CB"/>
                </a:solidFill>
                <a:latin typeface="Calibri"/>
                <a:ea typeface="Calibri"/>
                <a:cs typeface="Calibri"/>
              </a:defRPr>
            </a:defPPr>
            <a:lvl1pPr algn="l">
              <a:defRPr sz="1300" b="0" lang="ko-KR">
                <a:solidFill>
                  <a:srgbClr val="4676CB"/>
                </a:solidFill>
                <a:latin typeface="Calibri"/>
                <a:ea typeface="Calibri"/>
                <a:cs typeface="Calibri"/>
              </a:defRPr>
            </a:lvl1pPr>
            <a:lvl2pPr algn="l">
              <a:defRPr sz="1300" b="0" lang="ko-KR">
                <a:solidFill>
                  <a:srgbClr val="4676CB"/>
                </a:solidFill>
                <a:latin typeface="Calibri"/>
                <a:ea typeface="Calibri"/>
                <a:cs typeface="Calibri"/>
              </a:defRPr>
            </a:lvl2pPr>
            <a:lvl3pPr algn="l">
              <a:defRPr sz="1300" b="0" lang="ko-KR">
                <a:solidFill>
                  <a:srgbClr val="4676CB"/>
                </a:solidFill>
                <a:latin typeface="Calibri"/>
                <a:ea typeface="Calibri"/>
                <a:cs typeface="Calibri"/>
              </a:defRPr>
            </a:lvl3pPr>
            <a:lvl4pPr algn="l">
              <a:defRPr sz="1300" b="0" lang="ko-KR">
                <a:solidFill>
                  <a:srgbClr val="4676CB"/>
                </a:solidFill>
                <a:latin typeface="Calibri"/>
                <a:ea typeface="Calibri"/>
                <a:cs typeface="Calibri"/>
              </a:defRPr>
            </a:lvl4pPr>
            <a:lvl5pPr algn="l">
              <a:defRPr sz="1300" b="0" lang="ko-KR">
                <a:solidFill>
                  <a:srgbClr val="4676CB"/>
                </a:solidFill>
                <a:latin typeface="Calibri"/>
                <a:ea typeface="Calibri"/>
                <a:cs typeface="Calibri"/>
              </a:defRPr>
            </a:lvl5pPr>
            <a:lvl6pPr algn="l">
              <a:defRPr sz="1300" b="0" lang="ko-KR">
                <a:solidFill>
                  <a:srgbClr val="4676CB"/>
                </a:solidFill>
                <a:latin typeface="Calibri"/>
                <a:ea typeface="Calibri"/>
                <a:cs typeface="Calibri"/>
              </a:defRPr>
            </a:lvl6pPr>
            <a:lvl7pPr algn="l">
              <a:defRPr sz="1300" b="0" lang="ko-KR">
                <a:solidFill>
                  <a:srgbClr val="4676CB"/>
                </a:solidFill>
                <a:latin typeface="Calibri"/>
                <a:ea typeface="Calibri"/>
                <a:cs typeface="Calibri"/>
              </a:defRPr>
            </a:lvl7pPr>
            <a:lvl8pPr algn="l">
              <a:defRPr sz="1300" b="0" lang="ko-KR">
                <a:solidFill>
                  <a:srgbClr val="4676CB"/>
                </a:solidFill>
                <a:latin typeface="Calibri"/>
                <a:ea typeface="Calibri"/>
                <a:cs typeface="Calibri"/>
              </a:defRPr>
            </a:lvl8pPr>
            <a:lvl9pPr algn="l">
              <a:defRPr sz="1300" b="0" lang="ko-KR">
                <a:solidFill>
                  <a:srgbClr val="4676CB"/>
                </a:solidFill>
                <a:latin typeface="Calibri"/>
                <a:ea typeface="Calibri"/>
                <a:cs typeface="Calibri"/>
              </a:defRPr>
            </a:lvl9pPr>
          </a:lstStyle>
          <a:p>
            <a:pPr algn="l">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선택 A의 이번 QA 열세는 확인되지 않음. 파란 복구 경로와 전후 수치는 별도 pixel 실험이며, 정규화 A와의 조합은 미실행.</a:t>
            </a:r>
            <a:endParaRPr lang="ko-KR">
              <a:latin typeface="Calibri"/>
              <a:ea typeface="Calibri"/>
              <a:cs typeface="Calibri"/>
            </a:endParaRPr>
          </a:p>
        </p:txBody>
      </p:sp>
      <p:sp>
        <p:nvSpPr>
          <p:cNvPr id="122" name="DP3 object 221">
            <a:extLst>
              <a:ext uri="{FF2B5EF4-FFF2-40B4-BE49-F238E27FC236}">
                <ns2:creationId id="{93E54512-B246-4DFB-A2F8-4CEA6582B27D}"/>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68818898"/>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Unified slide title">
            <a:extLst>
              <a:ext uri="{FF2B5EF4-FFF2-40B4-BE49-F238E27FC236}">
                <ns2:creationId id="{EC9D5790-FA9D-4BCB-AB65-8862E9267B7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(보완 효과 상세)</a:t>
            </a:r>
            <a:endParaRPr lang="ko-KR">
              <a:latin typeface="Calibri"/>
              <a:ea typeface="Calibri"/>
              <a:cs typeface="Calibri"/>
            </a:endParaRPr>
          </a:p>
        </p:txBody>
      </p:sp>
      <p:sp>
        <p:nvSpPr>
          <p:cNvPr id="2" name="Workflow 과제 소개">
            <a:extLst>
              <a:ext uri="{FF2B5EF4-FFF2-40B4-BE49-F238E27FC236}">
                <ns2:creationId id="{BC9DF970-0223-4C00-B3B4-8842FA8E239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7EC766F4-C378-4B20-A739-96D394E04AF6}"/>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808464-0F45-480B-B7C1-D2501D9BB7C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EB07C14-7B19-4B08-A1E2-12B13758CDD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952A50-DDAD-4DC1-9AD9-239A0D2EBA4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081407-AE5B-4F9B-B7A2-9430A48297B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83A9453-61E6-4DEB-8060-4F354F128F8F}"/>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0B65421-5329-4723-BBA4-2199CF0829A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19CC54B-CD87-4ED6-B8DD-647EFB6DE12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C566446-D671-437F-9AA8-A71A187DF99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2017E91F-3223-4B6D-ABC1-A60529AEF07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865C40E-5D5A-4D47-8836-7DA576B3FE08}"/>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12 / 16</a:t>
            </a:r>
            <a:endParaRPr lang="ko-KR">
              <a:latin typeface="Calibri"/>
              <a:ea typeface="Calibri"/>
              <a:cs typeface="Calibri"/>
            </a:endParaRPr>
          </a:p>
        </p:txBody>
      </p:sp>
      <p:sp>
        <p:nvSpPr>
          <p:cNvPr id="14" name="DP3 object 222">
            <a:extLst>
              <a:ext uri="{FF2B5EF4-FFF2-40B4-BE49-F238E27FC236}">
                <ns2:creationId id="{9B31B8BD-4CD8-4416-AC99-34BF6A2470DA}"/>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3">
            <a:extLst>
              <a:ext uri="{FF2B5EF4-FFF2-40B4-BE49-F238E27FC236}">
                <ns2:creationId id="{B1337BD1-2CB5-451D-A357-11D82A70287E}"/>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 선택은 정규화 기본 A. 아래는 별도 pixel 실험의 A와 A2+A5 전후 비교다.</a:t>
            </a:r>
            <a:endParaRPr lang="ko-KR">
              <a:latin typeface="Calibri"/>
              <a:ea typeface="Calibri"/>
              <a:cs typeface="Calibri"/>
            </a:endParaRPr>
          </a:p>
        </p:txBody>
      </p:sp>
      <p:sp>
        <p:nvSpPr>
          <p:cNvPr id="16" name="DP3 object 224">
            <a:extLst>
              <a:ext uri="{FF2B5EF4-FFF2-40B4-BE49-F238E27FC236}">
                <ns2:creationId id="{77B1A3F6-A49F-4ED7-B289-BAD0C0E2277E}"/>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5">
            <a:extLst>
              <a:ext uri="{FF2B5EF4-FFF2-40B4-BE49-F238E27FC236}">
                <ns2:creationId id="{9F92B554-E865-4472-A154-39724B4F4869}"/>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6">
            <a:extLst>
              <a:ext uri="{FF2B5EF4-FFF2-40B4-BE49-F238E27FC236}">
                <ns2:creationId id="{98151FCB-97A7-4F4D-A74C-D54443A94A02}"/>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04117AEE-61BC-461A-9F8F-ACDDEEF47E0C}"/>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7">
            <a:extLst>
              <a:ext uri="{FF2B5EF4-FFF2-40B4-BE49-F238E27FC236}">
                <ns2:creationId id="{177819BD-1F76-4349-8380-0328257361CD}"/>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8">
            <a:extLst>
              <a:ext uri="{FF2B5EF4-FFF2-40B4-BE49-F238E27FC236}">
                <ns2:creationId id="{118EBCA8-CA4C-4C33-9AD3-119CE5CAA0F5}"/>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9">
            <a:extLst>
              <a:ext uri="{FF2B5EF4-FFF2-40B4-BE49-F238E27FC236}">
                <ns2:creationId id="{D0CBB6E2-891D-429A-A665-BB30B777882E}"/>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55E32988-70A4-4094-863B-197398840221}"/>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30">
            <a:extLst>
              <a:ext uri="{FF2B5EF4-FFF2-40B4-BE49-F238E27FC236}">
                <ns2:creationId id="{E9C45DC4-D3C8-4FB0-B3F0-4E878A2632BD}"/>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1">
            <a:extLst>
              <a:ext uri="{FF2B5EF4-FFF2-40B4-BE49-F238E27FC236}">
                <ns2:creationId id="{AC57FFB1-B1E9-4DC5-A100-FEACA1EF8AEC}"/>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2">
            <a:extLst>
              <a:ext uri="{FF2B5EF4-FFF2-40B4-BE49-F238E27FC236}">
                <ns2:creationId id="{DFE5CFB8-56C5-455A-A744-95F007225DCC}"/>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3">
            <a:extLst>
              <a:ext uri="{FF2B5EF4-FFF2-40B4-BE49-F238E27FC236}">
                <ns2:creationId id="{119D002A-5536-4D82-A310-B32699DC7661}"/>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9A546BD3-F6CD-493B-9674-0127629367E4}"/>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4">
            <a:extLst>
              <a:ext uri="{FF2B5EF4-FFF2-40B4-BE49-F238E27FC236}">
                <ns2:creationId id="{91F95BBA-36E8-49E2-81BA-F5E466FFF72C}"/>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5">
            <a:extLst>
              <a:ext uri="{FF2B5EF4-FFF2-40B4-BE49-F238E27FC236}">
                <ns2:creationId id="{25028E3A-8862-4ED6-88EF-3AB220B313AF}"/>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6">
            <a:extLst>
              <a:ext uri="{FF2B5EF4-FFF2-40B4-BE49-F238E27FC236}">
                <ns2:creationId id="{1CE14477-4F76-49ED-8660-5E118AA025FE}"/>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5F2A87A9-7673-4D38-9C4B-72F9AA5B175C}"/>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7">
            <a:extLst>
              <a:ext uri="{FF2B5EF4-FFF2-40B4-BE49-F238E27FC236}">
                <ns2:creationId id="{462D2370-AD4D-434F-B3DD-D83427200587}"/>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8">
            <a:extLst>
              <a:ext uri="{FF2B5EF4-FFF2-40B4-BE49-F238E27FC236}">
                <ns2:creationId id="{AC94AC1D-B378-49E7-8387-7894E0545F46}"/>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9">
            <a:extLst>
              <a:ext uri="{FF2B5EF4-FFF2-40B4-BE49-F238E27FC236}">
                <ns2:creationId id="{1B684B6C-0AEB-49A0-B05F-9EEE3EC4D9FD}"/>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4C30BB89-38BF-44EA-8553-3076CBDD9913}"/>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40">
            <a:extLst>
              <a:ext uri="{FF2B5EF4-FFF2-40B4-BE49-F238E27FC236}">
                <ns2:creationId id="{6BC3AE54-64F4-4807-98DF-A422809C1655}"/>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1">
            <a:extLst>
              <a:ext uri="{FF2B5EF4-FFF2-40B4-BE49-F238E27FC236}">
                <ns2:creationId id="{A4B1145E-062E-4FE6-9800-A0B415B97918}"/>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2">
            <a:extLst>
              <a:ext uri="{FF2B5EF4-FFF2-40B4-BE49-F238E27FC236}">
                <ns2:creationId id="{309DFA92-DDCB-4693-81CE-991B004DF57F}"/>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19/24 (79.2%) → 24/24 (100%)</a:t>
            </a:r>
            <a:endParaRPr lang="ko-KR">
              <a:latin typeface="Calibri"/>
              <a:ea typeface="Calibri"/>
              <a:cs typeface="Calibri"/>
            </a:endParaRPr>
          </a:p>
        </p:txBody>
      </p:sp>
      <p:graphicFrame>
        <p:nvGraphicFramePr>
          <p:cNvPr id="40" name="">
            <a:extLst>
              <a:ext uri="{FF2B5EF4-FFF2-40B4-BE49-F238E27FC236}">
                <ns2:creationId id="{1C6E6C2D-EFA4-4EFC-8CCB-E438CB87AE68}"/>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3">
            <a:extLst>
              <a:ext uri="{FF2B5EF4-FFF2-40B4-BE49-F238E27FC236}">
                <ns2:creationId id="{04050094-5480-4188-A5A1-0F64C2A49C0F}"/>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4">
            <a:extLst>
              <a:ext uri="{FF2B5EF4-FFF2-40B4-BE49-F238E27FC236}">
                <ns2:creationId id="{447FA979-0DF9-4242-8551-35704F88DB1D}"/>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5">
            <a:extLst>
              <a:ext uri="{FF2B5EF4-FFF2-40B4-BE49-F238E27FC236}">
                <ns2:creationId id="{67C9EAD4-E1C9-44C6-B30D-8798B2C79E8A}"/>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6">
            <a:extLst>
              <a:ext uri="{FF2B5EF4-FFF2-40B4-BE49-F238E27FC236}">
                <ns2:creationId id="{0F59AD14-2B01-4A60-91F8-89B48BC665BA}"/>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7">
            <a:extLst>
              <a:ext uri="{FF2B5EF4-FFF2-40B4-BE49-F238E27FC236}">
                <ns2:creationId id="{F837DA3F-A23B-426A-8C35-951AB57D9A04}"/>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8">
            <a:extLst>
              <a:ext uri="{FF2B5EF4-FFF2-40B4-BE49-F238E27FC236}">
                <ns2:creationId id="{B5F8F9FD-3654-4889-A090-067EA008D1E3}"/>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1523441596"/>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9" name="Unified slide title">
            <a:extLst>
              <a:ext uri="{FF2B5EF4-FFF2-40B4-BE49-F238E27FC236}">
                <ns2:creationId id="{836C9220-1E17-4C86-82F5-C5ACCFAA198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(배경)</a:t>
            </a:r>
            <a:endParaRPr lang="ko-KR">
              <a:latin typeface="Calibri"/>
              <a:ea typeface="Calibri"/>
              <a:cs typeface="Calibri"/>
            </a:endParaRPr>
          </a:p>
        </p:txBody>
      </p:sp>
      <p:sp>
        <p:nvSpPr>
          <p:cNvPr id="2" name="Workflow 과제 소개">
            <a:extLst>
              <a:ext uri="{FF2B5EF4-FFF2-40B4-BE49-F238E27FC236}">
                <ns2:creationId id="{B21FF95E-C47B-47AE-8818-54850D1C51B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C920865-0EA3-4746-8C22-3B00B96079E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D220EB0-A8DE-4A43-98BB-B77FA391E7E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C3B32FB-7A0B-4DAA-AA9E-4815B30B187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D5B1FF6B-768B-4603-9C0B-938C083E28C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0715D168-08DE-4BF1-A902-7FEEFACCE31C}"/>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E5334C0D-8F13-48C2-9943-BEAB96CF8C8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43ACAA1-70C6-4150-88C3-14C8AD0EDBED}"/>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EAB9C82-2AAA-46C5-8B84-C1D3216C1C1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E63E87D2-1176-40AD-9385-2201F2B67DE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3318BA9-E344-4C5E-9025-9FEA40E77D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398D59E-756D-4A91-A6F5-69CC25E990E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16 / 36</a:t>
            </a:r>
            <a:endParaRPr lang="ko-KR">
              <a:latin typeface="Calibri"/>
              <a:ea typeface="Calibri"/>
              <a:cs typeface="Calibri"/>
            </a:endParaRPr>
          </a:p>
        </p:txBody>
      </p:sp>
      <p:sp>
        <p:nvSpPr>
          <p:cNvPr id="14" name="DP4 object 1">
            <a:extLst>
              <a:ext uri="{FF2B5EF4-FFF2-40B4-BE49-F238E27FC236}">
                <ns2:creationId id="{9F1B5A59-6E73-4629-AEFE-9C49E27F71AA}"/>
              </a:ext>
            </a:extLst>
          </p:cNvPr>
          <p:cNvSpPr>
            <a:spLocks noGrp="1"/>
          </p:cNvSpPr>
          <p:nvPr/>
        </p:nvSpPr>
        <p:spPr>
          <a:xfrm>
            <a:off x="628650" y="1381125"/>
            <a:ext cx="1704975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Agent가 바뀌어도, 사용자가 정한 조건은 이어져야 한다</a:t>
            </a:r>
            <a:endParaRPr lang="ko-KR">
              <a:latin typeface="Calibri"/>
              <a:ea typeface="Calibri"/>
              <a:cs typeface="Calibri"/>
            </a:endParaRPr>
          </a:p>
        </p:txBody>
      </p:sp>
      <p:sp>
        <p:nvSpPr>
          <p:cNvPr id="15" name="DP4 object 2">
            <a:extLst>
              <a:ext uri="{FF2B5EF4-FFF2-40B4-BE49-F238E27FC236}">
                <ns2:creationId id="{F6B4F5A7-A066-49E9-B781-8AE95C809DAD}"/>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같은 비교 결과로 발표자료와 메일을 만들 때, 다음 Agent가 받을 자료를 VIA가 연결한다.</a:t>
            </a:r>
            <a:endParaRPr lang="ko-KR">
              <a:latin typeface="Calibri"/>
              <a:ea typeface="Calibri"/>
              <a:cs typeface="Calibri"/>
            </a:endParaRPr>
          </a:p>
        </p:txBody>
      </p:sp>
      <p:sp>
        <p:nvSpPr>
          <p:cNvPr id="16" name="DP4 object 3">
            <a:extLst>
              <a:ext uri="{FF2B5EF4-FFF2-40B4-BE49-F238E27FC236}">
                <ns2:creationId id="{4508B5C0-B684-4FD4-8178-01795D2BE90F}"/>
              </a:ext>
            </a:extLst>
          </p:cNvPr>
          <p:cNvSpPr>
            <a:spLocks noGrp="1"/>
          </p:cNvSpPr>
          <p:nvPr/>
        </p:nvSpPr>
        <p:spPr>
          <a:xfrm>
            <a:off x="85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조사 결과 확보</a:t>
            </a:r>
            <a:endParaRPr lang="ko-KR">
              <a:latin typeface="Calibri"/>
              <a:ea typeface="Calibri"/>
              <a:cs typeface="Calibri"/>
            </a:endParaRPr>
          </a:p>
        </p:txBody>
      </p:sp>
      <p:sp>
        <p:nvSpPr>
          <p:cNvPr id="17" name="DP4 object 4">
            <a:extLst>
              <a:ext uri="{FF2B5EF4-FFF2-40B4-BE49-F238E27FC236}">
                <ns2:creationId id="{585FF1CB-D0CF-4150-871C-69284E83C9ED}"/>
              </a:ext>
            </a:extLst>
          </p:cNvPr>
          <p:cNvSpPr>
            <a:spLocks noGrp="1"/>
          </p:cNvSpPr>
          <p:nvPr/>
        </p:nvSpPr>
        <p:spPr>
          <a:xfrm>
            <a:off x="6572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발표자료로 재위임</a:t>
            </a:r>
            <a:endParaRPr lang="ko-KR">
              <a:latin typeface="Calibri"/>
              <a:ea typeface="Calibri"/>
              <a:cs typeface="Calibri"/>
            </a:endParaRPr>
          </a:p>
        </p:txBody>
      </p:sp>
      <p:sp>
        <p:nvSpPr>
          <p:cNvPr id="18" name="DP4 object 5">
            <a:extLst>
              <a:ext uri="{FF2B5EF4-FFF2-40B4-BE49-F238E27FC236}">
                <ns2:creationId id="{B11F616F-03E0-44F3-B477-D0D58958E473}"/>
              </a:ext>
            </a:extLst>
          </p:cNvPr>
          <p:cNvSpPr>
            <a:spLocks noGrp="1"/>
          </p:cNvSpPr>
          <p:nvPr/>
        </p:nvSpPr>
        <p:spPr>
          <a:xfrm>
            <a:off x="1228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메일 초안으로 재위임</a:t>
            </a:r>
            <a:endParaRPr lang="ko-KR">
              <a:latin typeface="Calibri"/>
              <a:ea typeface="Calibri"/>
              <a:cs typeface="Calibri"/>
            </a:endParaRPr>
          </a:p>
        </p:txBody>
      </p:sp>
      <p:sp>
        <p:nvSpPr>
          <p:cNvPr id="19" name="조사 Agent">
            <a:extLst>
              <a:ext uri="{FF2B5EF4-FFF2-40B4-BE49-F238E27FC236}">
                <ns2:creationId id="{5ADEBFEE-271F-4A29-8FCE-849DC0EF54C9}"/>
              </a:ext>
            </a:extLst>
          </p:cNvPr>
          <p:cNvSpPr>
            <a:spLocks noGrp="1"/>
          </p:cNvSpPr>
          <p:nvPr/>
        </p:nvSpPr>
        <p:spPr>
          <a:xfrm>
            <a:off x="857250" y="3343275"/>
            <a:ext cx="4762500" cy="533400"/>
          </a:xfrm>
          <a:prstGeom prst="rect">
            <a:avLst/>
          </a:prstGeom>
          <a:solidFill>
            <a:srgbClr val="FFF6DD"/>
          </a:solidFill>
          <a:ln w="17145">
            <a:solidFill>
              <a:srgbClr val="111111"/>
            </a:solidFill>
            <a:prstDash val="solid"/>
          </a:ln>
        </p:spPr>
        <p:txBody>
          <a:bodyPr wrap="none" lIns="66675" tIns="38100" rIns="66675" bIns="3810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조사 Agent</a:t>
            </a:r>
            <a:endParaRPr lang="ko-KR">
              <a:latin typeface="Calibri"/>
              <a:ea typeface="Calibri"/>
              <a:cs typeface="Calibri"/>
            </a:endParaRPr>
          </a:p>
        </p:txBody>
      </p:sp>
      <p:sp>
        <p:nvSpPr>
          <p:cNvPr id="21" name="제품 비교 결과">
            <a:extLst>
              <a:ext uri="{FF2B5EF4-FFF2-40B4-BE49-F238E27FC236}">
                <ns2:creationId id="{40E37A12-A523-48EB-AE98-154012BC05B3}"/>
              </a:ext>
            </a:extLst>
          </p:cNvPr>
          <p:cNvSpPr>
            <a:spLocks noGrp="1"/>
          </p:cNvSpPr>
          <p:nvPr/>
        </p:nvSpPr>
        <p:spPr>
          <a:xfrm>
            <a:off x="104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2" name="Editable path 7">
            <a:extLst>
              <a:ext uri="{FF2B5EF4-FFF2-40B4-BE49-F238E27FC236}">
                <ns2:creationId id="{ADA9200C-74E0-410F-8073-09FFE5047696}"/>
              </a:ext>
            </a:extLst>
          </p:cNvPr>
          <p:cNvSpPr>
            <a:spLocks noGrp="1"/>
          </p:cNvSpPr>
          <p:nvPr/>
        </p:nvSpPr>
        <p:spPr>
          <a:xfrm>
            <a:off x="527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3" name="DP4 object 8">
            <a:extLst>
              <a:ext uri="{FF2B5EF4-FFF2-40B4-BE49-F238E27FC236}">
                <ns2:creationId id="{E08FA6CF-42CB-4012-9DB6-D08A56B888F5}"/>
              </a:ext>
            </a:extLst>
          </p:cNvPr>
          <p:cNvSpPr>
            <a:spLocks noGrp="1"/>
          </p:cNvSpPr>
          <p:nvPr/>
        </p:nvSpPr>
        <p:spPr>
          <a:xfrm>
            <a:off x="120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제품 비교 결과</a:t>
            </a:r>
            <a:endParaRPr lang="ko-KR">
              <a:latin typeface="Calibri"/>
              <a:ea typeface="Calibri"/>
              <a:cs typeface="Calibri"/>
            </a:endParaRPr>
          </a:p>
        </p:txBody>
      </p:sp>
      <p:sp>
        <p:nvSpPr>
          <p:cNvPr id="24" name="Editable path 9">
            <a:extLst>
              <a:ext uri="{FF2B5EF4-FFF2-40B4-BE49-F238E27FC236}">
                <ns2:creationId id="{A00E1C64-4F6E-47C8-85C0-ADC52D700F52}"/>
              </a:ext>
            </a:extLst>
          </p:cNvPr>
          <p:cNvSpPr>
            <a:spLocks noGrp="1"/>
          </p:cNvSpPr>
          <p:nvPr/>
        </p:nvSpPr>
        <p:spPr>
          <a:xfrm>
            <a:off x="1209675" y="4619625"/>
            <a:ext cx="4057650" cy="953"/>
          </a:xfrm>
          <a:custGeom>
            <a:pathLst>
              <a:path w="4057650" h="953">
                <a:moveTo>
                  <a:pt x="0" y="0"/>
                </a:moveTo>
                <a:lnTo>
                  <a:pt x="4057650" y="0"/>
                </a:lnTo>
              </a:path>
            </a:pathLst>
          </a:custGeom>
          <a:noFill/>
          <a:ln w="9525">
            <a:solidFill>
              <a:srgbClr val="B7B9B9"/>
            </a:solidFill>
            <a:prstDash val="solid"/>
          </a:ln>
        </p:spPr>
      </p:sp>
      <p:sp>
        <p:nvSpPr>
          <p:cNvPr id="25" name="DP4 object 10">
            <a:extLst>
              <a:ext uri="{FF2B5EF4-FFF2-40B4-BE49-F238E27FC236}">
                <ns2:creationId id="{DA5EBCBD-9395-423E-ADEE-840284265C32}"/>
              </a:ext>
            </a:extLst>
          </p:cNvPr>
          <p:cNvSpPr>
            <a:spLocks noGrp="1"/>
          </p:cNvSpPr>
          <p:nvPr/>
        </p:nvSpPr>
        <p:spPr>
          <a:xfrm>
            <a:off x="120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가격·유지보수 비교</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공개 결과의 원본과 판본</a:t>
            </a:r>
            <a:endParaRPr lang="ko-KR">
              <a:latin typeface="Calibri"/>
              <a:ea typeface="Calibri"/>
              <a:cs typeface="Calibri"/>
            </a:endParaRPr>
          </a:p>
        </p:txBody>
      </p:sp>
      <p:sp>
        <p:nvSpPr>
          <p:cNvPr id="26" name="발표자료 Agent">
            <a:extLst>
              <a:ext uri="{FF2B5EF4-FFF2-40B4-BE49-F238E27FC236}">
                <ns2:creationId id="{E1298FA6-76C3-433B-9716-1217187805C8}"/>
              </a:ext>
            </a:extLst>
          </p:cNvPr>
          <p:cNvSpPr>
            <a:spLocks noGrp="1"/>
          </p:cNvSpPr>
          <p:nvPr/>
        </p:nvSpPr>
        <p:spPr>
          <a:xfrm>
            <a:off x="6572250" y="3343275"/>
            <a:ext cx="4762500" cy="533400"/>
          </a:xfrm>
          <a:prstGeom prst="rect">
            <a:avLst/>
          </a:prstGeom>
          <a:solidFill>
            <a:srgbClr val="FFF6DD"/>
          </a:solidFill>
          <a:ln w="17145">
            <a:solidFill>
              <a:srgbClr val="111111"/>
            </a:solidFill>
            <a:prstDash val="solid"/>
          </a:ln>
        </p:spPr>
        <p:txBody>
          <a:bodyPr wrap="none" lIns="66675" tIns="38100" rIns="66675" bIns="3810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발표자료 Agent</a:t>
            </a:r>
            <a:endParaRPr lang="ko-KR">
              <a:latin typeface="Calibri"/>
              <a:ea typeface="Calibri"/>
              <a:cs typeface="Calibri"/>
            </a:endParaRPr>
          </a:p>
        </p:txBody>
      </p:sp>
      <p:sp>
        <p:nvSpPr>
          <p:cNvPr id="28" name="발표자료 작성">
            <a:extLst>
              <a:ext uri="{FF2B5EF4-FFF2-40B4-BE49-F238E27FC236}">
                <ns2:creationId id="{512F7728-2B77-442C-8777-CFF3835E2FBC}"/>
              </a:ext>
            </a:extLst>
          </p:cNvPr>
          <p:cNvSpPr>
            <a:spLocks noGrp="1"/>
          </p:cNvSpPr>
          <p:nvPr/>
        </p:nvSpPr>
        <p:spPr>
          <a:xfrm>
            <a:off x="6762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9" name="Editable path 12">
            <a:extLst>
              <a:ext uri="{FF2B5EF4-FFF2-40B4-BE49-F238E27FC236}">
                <ns2:creationId id="{47A0B7F9-CB7E-4C36-AC81-3BDD1708D868}"/>
              </a:ext>
            </a:extLst>
          </p:cNvPr>
          <p:cNvSpPr>
            <a:spLocks noGrp="1"/>
          </p:cNvSpPr>
          <p:nvPr/>
        </p:nvSpPr>
        <p:spPr>
          <a:xfrm>
            <a:off x="10991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0" name="DP4 object 13">
            <a:extLst>
              <a:ext uri="{FF2B5EF4-FFF2-40B4-BE49-F238E27FC236}">
                <ns2:creationId id="{7734A8A7-F5CB-4FF2-BB81-144A4B2C11F3}"/>
              </a:ext>
            </a:extLst>
          </p:cNvPr>
          <p:cNvSpPr>
            <a:spLocks noGrp="1"/>
          </p:cNvSpPr>
          <p:nvPr/>
        </p:nvSpPr>
        <p:spPr>
          <a:xfrm>
            <a:off x="6924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작성</a:t>
            </a:r>
            <a:endParaRPr lang="ko-KR">
              <a:latin typeface="Calibri"/>
              <a:ea typeface="Calibri"/>
              <a:cs typeface="Calibri"/>
            </a:endParaRPr>
          </a:p>
        </p:txBody>
      </p:sp>
      <p:sp>
        <p:nvSpPr>
          <p:cNvPr id="31" name="Editable path 14">
            <a:extLst>
              <a:ext uri="{FF2B5EF4-FFF2-40B4-BE49-F238E27FC236}">
                <ns2:creationId id="{D9C99A3E-9695-41F0-8C53-A9ABDCC09B76}"/>
              </a:ext>
            </a:extLst>
          </p:cNvPr>
          <p:cNvSpPr>
            <a:spLocks noGrp="1"/>
          </p:cNvSpPr>
          <p:nvPr/>
        </p:nvSpPr>
        <p:spPr>
          <a:xfrm>
            <a:off x="6924675" y="4619625"/>
            <a:ext cx="4057650" cy="953"/>
          </a:xfrm>
          <a:custGeom>
            <a:pathLst>
              <a:path w="4057650" h="953">
                <a:moveTo>
                  <a:pt x="0" y="0"/>
                </a:moveTo>
                <a:lnTo>
                  <a:pt x="4057650" y="0"/>
                </a:lnTo>
              </a:path>
            </a:pathLst>
          </a:custGeom>
          <a:noFill/>
          <a:ln w="9525">
            <a:solidFill>
              <a:srgbClr val="B7B9B9"/>
            </a:solidFill>
            <a:prstDash val="solid"/>
          </a:ln>
        </p:spPr>
      </p:sp>
      <p:sp>
        <p:nvSpPr>
          <p:cNvPr id="32" name="DP4 object 15">
            <a:extLst>
              <a:ext uri="{FF2B5EF4-FFF2-40B4-BE49-F238E27FC236}">
                <ns2:creationId id="{569F2E2A-C507-4881-BEB7-38CEA6B25FF0}"/>
              </a:ext>
            </a:extLst>
          </p:cNvPr>
          <p:cNvSpPr>
            <a:spLocks noGrp="1"/>
          </p:cNvSpPr>
          <p:nvPr/>
        </p:nvSpPr>
        <p:spPr>
          <a:xfrm>
            <a:off x="6924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결과를 새 목적에 사용</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표·설명·제외사항 전달</a:t>
            </a:r>
            <a:endParaRPr lang="ko-KR">
              <a:latin typeface="Calibri"/>
              <a:ea typeface="Calibri"/>
              <a:cs typeface="Calibri"/>
            </a:endParaRPr>
          </a:p>
        </p:txBody>
      </p:sp>
      <p:sp>
        <p:nvSpPr>
          <p:cNvPr id="33" name="메일 Agent">
            <a:extLst>
              <a:ext uri="{FF2B5EF4-FFF2-40B4-BE49-F238E27FC236}">
                <ns2:creationId id="{9D7DAFA0-DAC2-4CC2-8DC1-F5EA0931B9E8}"/>
              </a:ext>
            </a:extLst>
          </p:cNvPr>
          <p:cNvSpPr>
            <a:spLocks noGrp="1"/>
          </p:cNvSpPr>
          <p:nvPr/>
        </p:nvSpPr>
        <p:spPr>
          <a:xfrm>
            <a:off x="12287250" y="3343275"/>
            <a:ext cx="4762500" cy="533400"/>
          </a:xfrm>
          <a:prstGeom prst="rect">
            <a:avLst/>
          </a:prstGeom>
          <a:solidFill>
            <a:srgbClr val="FFF6DD"/>
          </a:solidFill>
          <a:ln w="17145">
            <a:solidFill>
              <a:srgbClr val="111111"/>
            </a:solidFill>
            <a:prstDash val="solid"/>
          </a:ln>
        </p:spPr>
        <p:txBody>
          <a:bodyPr wrap="none" lIns="66675" tIns="38100" rIns="66675" bIns="3810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메일 Agent</a:t>
            </a:r>
            <a:endParaRPr lang="ko-KR">
              <a:latin typeface="Calibri"/>
              <a:ea typeface="Calibri"/>
              <a:cs typeface="Calibri"/>
            </a:endParaRPr>
          </a:p>
        </p:txBody>
      </p:sp>
      <p:sp>
        <p:nvSpPr>
          <p:cNvPr id="35" name="메일 초안 작성">
            <a:extLst>
              <a:ext uri="{FF2B5EF4-FFF2-40B4-BE49-F238E27FC236}">
                <ns2:creationId id="{92B2E544-8ACD-4980-A392-0CC4276384B9}"/>
              </a:ext>
            </a:extLst>
          </p:cNvPr>
          <p:cNvSpPr>
            <a:spLocks noGrp="1"/>
          </p:cNvSpPr>
          <p:nvPr/>
        </p:nvSpPr>
        <p:spPr>
          <a:xfrm>
            <a:off x="1247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36" name="Editable path 17">
            <a:extLst>
              <a:ext uri="{FF2B5EF4-FFF2-40B4-BE49-F238E27FC236}">
                <ns2:creationId id="{C33CF3A2-6F06-4632-BBA9-41ABBB796898}"/>
              </a:ext>
            </a:extLst>
          </p:cNvPr>
          <p:cNvSpPr>
            <a:spLocks noGrp="1"/>
          </p:cNvSpPr>
          <p:nvPr/>
        </p:nvSpPr>
        <p:spPr>
          <a:xfrm>
            <a:off x="1670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4 object 18">
            <a:extLst>
              <a:ext uri="{FF2B5EF4-FFF2-40B4-BE49-F238E27FC236}">
                <ns2:creationId id="{5B94734D-84D4-4250-BD3D-415F8F05813E}"/>
              </a:ext>
            </a:extLst>
          </p:cNvPr>
          <p:cNvSpPr>
            <a:spLocks noGrp="1"/>
          </p:cNvSpPr>
          <p:nvPr/>
        </p:nvSpPr>
        <p:spPr>
          <a:xfrm>
            <a:off x="1263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메일 초안 작성</a:t>
            </a:r>
            <a:endParaRPr lang="ko-KR">
              <a:latin typeface="Calibri"/>
              <a:ea typeface="Calibri"/>
              <a:cs typeface="Calibri"/>
            </a:endParaRPr>
          </a:p>
        </p:txBody>
      </p:sp>
      <p:sp>
        <p:nvSpPr>
          <p:cNvPr id="38" name="Editable path 19">
            <a:extLst>
              <a:ext uri="{FF2B5EF4-FFF2-40B4-BE49-F238E27FC236}">
                <ns2:creationId id="{341BB35E-C3B8-4D0E-9601-D8BD7FF030C6}"/>
              </a:ext>
            </a:extLst>
          </p:cNvPr>
          <p:cNvSpPr>
            <a:spLocks noGrp="1"/>
          </p:cNvSpPr>
          <p:nvPr/>
        </p:nvSpPr>
        <p:spPr>
          <a:xfrm>
            <a:off x="12639675" y="4619625"/>
            <a:ext cx="4057650" cy="953"/>
          </a:xfrm>
          <a:custGeom>
            <a:pathLst>
              <a:path w="4057650" h="953">
                <a:moveTo>
                  <a:pt x="0" y="0"/>
                </a:moveTo>
                <a:lnTo>
                  <a:pt x="4057650" y="0"/>
                </a:lnTo>
              </a:path>
            </a:pathLst>
          </a:custGeom>
          <a:noFill/>
          <a:ln w="9525">
            <a:solidFill>
              <a:srgbClr val="B7B9B9"/>
            </a:solidFill>
            <a:prstDash val="solid"/>
          </a:ln>
        </p:spPr>
      </p:sp>
      <p:sp>
        <p:nvSpPr>
          <p:cNvPr id="39" name="DP4 object 20">
            <a:extLst>
              <a:ext uri="{FF2B5EF4-FFF2-40B4-BE49-F238E27FC236}">
                <ns2:creationId id="{EED1A1C7-2CEB-458B-BAB8-744A6F3C2D52}"/>
              </a:ext>
            </a:extLst>
          </p:cNvPr>
          <p:cNvSpPr>
            <a:spLocks noGrp="1"/>
          </p:cNvSpPr>
          <p:nvPr/>
        </p:nvSpPr>
        <p:spPr>
          <a:xfrm>
            <a:off x="1263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받는 사람과 문체는 변경</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채택 조건은 계속 유지</a:t>
            </a:r>
            <a:endParaRPr lang="ko-KR">
              <a:latin typeface="Calibri"/>
              <a:ea typeface="Calibri"/>
              <a:cs typeface="Calibri"/>
            </a:endParaRPr>
          </a:p>
        </p:txBody>
      </p:sp>
      <p:sp>
        <p:nvSpPr>
          <p:cNvPr id="40" name="Editable path 21">
            <a:extLst>
              <a:ext uri="{FF2B5EF4-FFF2-40B4-BE49-F238E27FC236}">
                <ns2:creationId id="{09BFD67A-9487-4398-AB41-EE92DAEFC8B7}"/>
              </a:ext>
            </a:extLst>
          </p:cNvPr>
          <p:cNvSpPr>
            <a:spLocks noGrp="1"/>
          </p:cNvSpPr>
          <p:nvPr/>
        </p:nvSpPr>
        <p:spPr>
          <a:xfrm>
            <a:off x="5619750" y="3609975"/>
            <a:ext cx="952500" cy="953"/>
          </a:xfrm>
          <a:custGeom>
            <a:pathLst>
              <a:path w="952500" h="953">
                <a:moveTo>
                  <a:pt x="0" y="0"/>
                </a:moveTo>
                <a:lnTo>
                  <a:pt x="952500" y="0"/>
                </a:lnTo>
              </a:path>
            </a:pathLst>
          </a:custGeom>
          <a:noFill/>
          <a:ln w="23813">
            <a:solidFill>
              <a:srgbClr val="111111"/>
            </a:solidFill>
            <a:prstDash val="solid"/>
          </a:ln>
        </p:spPr>
      </p:sp>
      <p:sp>
        <p:nvSpPr>
          <p:cNvPr id="41" name="Editable arrowhead 22">
            <a:extLst>
              <a:ext uri="{FF2B5EF4-FFF2-40B4-BE49-F238E27FC236}">
                <ns2:creationId id="{37E69F16-6979-42FC-AD14-BB4C9F48CB8C}"/>
              </a:ext>
            </a:extLst>
          </p:cNvPr>
          <p:cNvSpPr>
            <a:spLocks noGrp="1"/>
          </p:cNvSpPr>
          <p:nvPr/>
        </p:nvSpPr>
        <p:spPr>
          <a:xfrm>
            <a:off x="6477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23">
            <a:extLst>
              <a:ext uri="{FF2B5EF4-FFF2-40B4-BE49-F238E27FC236}">
                <ns2:creationId id="{EE1E0BF2-8F05-43AC-83D9-1B778DAD23D8}"/>
              </a:ext>
            </a:extLst>
          </p:cNvPr>
          <p:cNvSpPr>
            <a:spLocks noGrp="1"/>
          </p:cNvSpPr>
          <p:nvPr/>
        </p:nvSpPr>
        <p:spPr>
          <a:xfrm>
            <a:off x="11334750" y="3609975"/>
            <a:ext cx="952500" cy="953"/>
          </a:xfrm>
          <a:custGeom>
            <a:pathLst>
              <a:path w="952500" h="953">
                <a:moveTo>
                  <a:pt x="0" y="0"/>
                </a:moveTo>
                <a:lnTo>
                  <a:pt x="952500" y="0"/>
                </a:lnTo>
              </a:path>
            </a:pathLst>
          </a:custGeom>
          <a:noFill/>
          <a:ln w="23813">
            <a:solidFill>
              <a:srgbClr val="111111"/>
            </a:solidFill>
            <a:prstDash val="solid"/>
          </a:ln>
        </p:spPr>
      </p:sp>
      <p:sp>
        <p:nvSpPr>
          <p:cNvPr id="43" name="Editable arrowhead 24">
            <a:extLst>
              <a:ext uri="{FF2B5EF4-FFF2-40B4-BE49-F238E27FC236}">
                <ns2:creationId id="{FB47EF53-643A-4993-8D5F-99E9C5C7E5A9}"/>
              </a:ext>
            </a:extLst>
          </p:cNvPr>
          <p:cNvSpPr>
            <a:spLocks noGrp="1"/>
          </p:cNvSpPr>
          <p:nvPr/>
        </p:nvSpPr>
        <p:spPr>
          <a:xfrm>
            <a:off x="12192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DP4 object 25">
            <a:extLst>
              <a:ext uri="{FF2B5EF4-FFF2-40B4-BE49-F238E27FC236}">
                <ns2:creationId id="{781B85CC-62A2-48DB-BA55-33FE10832956}"/>
              </a:ext>
            </a:extLst>
          </p:cNvPr>
          <p:cNvSpPr>
            <a:spLocks noGrp="1"/>
          </p:cNvSpPr>
          <p:nvPr/>
        </p:nvSpPr>
        <p:spPr>
          <a:xfrm>
            <a:off x="5810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5" name="DP4 object 26">
            <a:extLst>
              <a:ext uri="{FF2B5EF4-FFF2-40B4-BE49-F238E27FC236}">
                <ns2:creationId id="{7C694CEA-B989-4CBC-9E80-C356D54A26E4}"/>
              </a:ext>
            </a:extLst>
          </p:cNvPr>
          <p:cNvSpPr>
            <a:spLocks noGrp="1"/>
          </p:cNvSpPr>
          <p:nvPr/>
        </p:nvSpPr>
        <p:spPr>
          <a:xfrm>
            <a:off x="11525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6" name="DP4 object 27">
            <a:extLst>
              <a:ext uri="{FF2B5EF4-FFF2-40B4-BE49-F238E27FC236}">
                <ns2:creationId id="{86B8122D-DE18-4792-B6DC-27EB50CDE82C}"/>
              </a:ext>
            </a:extLst>
          </p:cNvPr>
          <p:cNvSpPr>
            <a:spLocks noGrp="1"/>
          </p:cNvSpPr>
          <p:nvPr/>
        </p:nvSpPr>
        <p:spPr>
          <a:xfrm>
            <a:off x="1038225" y="6010275"/>
            <a:ext cx="15811500" cy="504825"/>
          </a:xfrm>
          <a:prstGeom prst="rect">
            <a:avLst/>
          </a:prstGeom>
          <a:solidFill>
            <a:srgbClr val="C9E1B3"/>
          </a:solidFill>
          <a:ln w="0">
            <a:noFill/>
            <a:prstDash val="solid"/>
          </a:ln>
        </p:spPr>
        <p:txBody>
          <a:bodyPr wrap="none" lIns="200025" tIns="38100" rIns="180975" bIns="3810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채택한 조건: “가격이 같을 때 유지보수 기간이 긴 제품 우선”</a:t>
            </a:r>
            <a:endParaRPr lang="ko-KR">
              <a:latin typeface="Calibri"/>
              <a:ea typeface="Calibri"/>
              <a:cs typeface="Calibri"/>
            </a:endParaRPr>
          </a:p>
        </p:txBody>
      </p:sp>
      <p:sp>
        <p:nvSpPr>
          <p:cNvPr id="48" name="Editable path 29">
            <a:extLst>
              <a:ext uri="{FF2B5EF4-FFF2-40B4-BE49-F238E27FC236}">
                <ns2:creationId id="{C7C7C489-447C-4219-86F9-FDCF2167E8E8}"/>
              </a:ext>
            </a:extLst>
          </p:cNvPr>
          <p:cNvSpPr>
            <a:spLocks noGrp="1"/>
          </p:cNvSpPr>
          <p:nvPr/>
        </p:nvSpPr>
        <p:spPr>
          <a:xfrm>
            <a:off x="3238500" y="5715000"/>
            <a:ext cx="953" cy="295275"/>
          </a:xfrm>
          <a:custGeom>
            <a:pathLst>
              <a:path w="953" h="295275">
                <a:moveTo>
                  <a:pt x="0" y="295275"/>
                </a:moveTo>
                <a:lnTo>
                  <a:pt x="0" y="0"/>
                </a:lnTo>
              </a:path>
            </a:pathLst>
          </a:custGeom>
          <a:noFill/>
          <a:ln w="22860">
            <a:solidFill>
              <a:srgbClr val="70A843"/>
            </a:solidFill>
            <a:prstDash val="solid"/>
          </a:ln>
        </p:spPr>
      </p:sp>
      <p:sp>
        <p:nvSpPr>
          <p:cNvPr id="49" name="Editable arrowhead 30">
            <a:extLst>
              <a:ext uri="{FF2B5EF4-FFF2-40B4-BE49-F238E27FC236}">
                <ns2:creationId id="{65E7B219-4CE1-49F2-88A9-F0E189DAD2D9}"/>
              </a:ext>
            </a:extLst>
          </p:cNvPr>
          <p:cNvSpPr>
            <a:spLocks noGrp="1"/>
          </p:cNvSpPr>
          <p:nvPr/>
        </p:nvSpPr>
        <p:spPr>
          <a:xfrm>
            <a:off x="319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0" name="Editable path 31">
            <a:extLst>
              <a:ext uri="{FF2B5EF4-FFF2-40B4-BE49-F238E27FC236}">
                <ns2:creationId id="{3CF94B1D-FDD2-461A-B492-6ED41C2E9BA4}"/>
              </a:ext>
            </a:extLst>
          </p:cNvPr>
          <p:cNvSpPr>
            <a:spLocks noGrp="1"/>
          </p:cNvSpPr>
          <p:nvPr/>
        </p:nvSpPr>
        <p:spPr>
          <a:xfrm>
            <a:off x="8953500" y="5715000"/>
            <a:ext cx="953" cy="295275"/>
          </a:xfrm>
          <a:custGeom>
            <a:pathLst>
              <a:path w="953" h="295275">
                <a:moveTo>
                  <a:pt x="0" y="295275"/>
                </a:moveTo>
                <a:lnTo>
                  <a:pt x="0" y="0"/>
                </a:lnTo>
              </a:path>
            </a:pathLst>
          </a:custGeom>
          <a:noFill/>
          <a:ln w="22860">
            <a:solidFill>
              <a:srgbClr val="70A843"/>
            </a:solidFill>
            <a:prstDash val="solid"/>
          </a:ln>
        </p:spPr>
      </p:sp>
      <p:sp>
        <p:nvSpPr>
          <p:cNvPr id="51" name="Editable arrowhead 32">
            <a:extLst>
              <a:ext uri="{FF2B5EF4-FFF2-40B4-BE49-F238E27FC236}">
                <ns2:creationId id="{DE3B7445-50D3-4050-AEB4-DBB3BE0BF975}"/>
              </a:ext>
            </a:extLst>
          </p:cNvPr>
          <p:cNvSpPr>
            <a:spLocks noGrp="1"/>
          </p:cNvSpPr>
          <p:nvPr/>
        </p:nvSpPr>
        <p:spPr>
          <a:xfrm>
            <a:off x="8905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2" name="Editable path 33">
            <a:extLst>
              <a:ext uri="{FF2B5EF4-FFF2-40B4-BE49-F238E27FC236}">
                <ns2:creationId id="{49ADD946-3A35-4890-8EEC-B19CD62DDB4A}"/>
              </a:ext>
            </a:extLst>
          </p:cNvPr>
          <p:cNvSpPr>
            <a:spLocks noGrp="1"/>
          </p:cNvSpPr>
          <p:nvPr/>
        </p:nvSpPr>
        <p:spPr>
          <a:xfrm>
            <a:off x="14668500" y="5715000"/>
            <a:ext cx="953" cy="295275"/>
          </a:xfrm>
          <a:custGeom>
            <a:pathLst>
              <a:path w="953" h="295275">
                <a:moveTo>
                  <a:pt x="0" y="295275"/>
                </a:moveTo>
                <a:lnTo>
                  <a:pt x="0" y="0"/>
                </a:lnTo>
              </a:path>
            </a:pathLst>
          </a:custGeom>
          <a:noFill/>
          <a:ln w="22860">
            <a:solidFill>
              <a:srgbClr val="70A843"/>
            </a:solidFill>
            <a:prstDash val="solid"/>
          </a:ln>
        </p:spPr>
      </p:sp>
      <p:sp>
        <p:nvSpPr>
          <p:cNvPr id="53" name="Editable arrowhead 34">
            <a:extLst>
              <a:ext uri="{FF2B5EF4-FFF2-40B4-BE49-F238E27FC236}">
                <ns2:creationId id="{AE5A8467-24C5-446C-967E-127808ED6A0D}"/>
              </a:ext>
            </a:extLst>
          </p:cNvPr>
          <p:cNvSpPr>
            <a:spLocks noGrp="1"/>
          </p:cNvSpPr>
          <p:nvPr/>
        </p:nvSpPr>
        <p:spPr>
          <a:xfrm>
            <a:off x="1462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graphicFrame>
        <p:nvGraphicFramePr>
          <p:cNvPr id="54" name="">
            <a:extLst>
              <a:ext uri="{FF2B5EF4-FFF2-40B4-BE49-F238E27FC236}">
                <ns2:creationId id="{08408007-593F-471B-AD89-C1A501482962}"/>
              </a:ext>
            </a:extLst>
          </p:cNvPr>
          <p:cNvGraphicFramePr/>
          <p:nvPr/>
        </p:nvGraphicFramePr>
        <p:xfrm>
          <a:off x="1038225" y="6896100"/>
          <a:ext cx="15811500" cy="1438275"/>
        </p:xfrm>
        <a:graphic>
          <a:graphicData uri="http://schemas.openxmlformats.org/drawingml/2006/table">
            <a:tbl>
              <a:tblPr firstRow="0" bandRow="0" bandCol="0"/>
              <a:tblGrid>
                <a:gridCol w="4476750"/>
                <a:gridCol w="1133475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인계에서 잃기 쉬운 것</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문제가 되는 전달 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조건의 적용 전제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“가격이 같을 때”가 빠지고 유지보수를 항상 우선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자료의 유효성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0" lang="ko-KR">
                          <a:solidFill>
                            <a:srgbClr val="C00000"/>
                          </a:solidFill>
                          <a:latin typeface="Calibri"/>
                          <a:ea typeface="Calibri"/>
                          <a:cs typeface="Calibri"/>
                        </a:rPr>
                        <a:t>이전 판본·철회된 자료를 다음 Agent가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Editable path 35">
            <a:extLst>
              <a:ext uri="{FF2B5EF4-FFF2-40B4-BE49-F238E27FC236}">
                <ns2:creationId id="{AEE1611C-7C8B-4D05-99FE-4D83861B3C79}"/>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56" name="DP4 object 36">
            <a:extLst>
              <a:ext uri="{FF2B5EF4-FFF2-40B4-BE49-F238E27FC236}">
                <ns2:creationId id="{2389E0ED-67BB-4B49-AF46-8DE5533BF6FB}"/>
              </a:ext>
            </a:extLst>
          </p:cNvPr>
          <p:cNvSpPr>
            <a:spLocks noGrp="1"/>
          </p:cNvSpPr>
          <p:nvPr/>
        </p:nvSpPr>
        <p:spPr>
          <a:xfrm>
            <a:off x="628650" y="9039225"/>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7" name="DP4 object 37">
            <a:extLst>
              <a:ext uri="{FF2B5EF4-FFF2-40B4-BE49-F238E27FC236}">
                <ns2:creationId id="{27C13C14-914D-4FBB-86F8-5DB2CB41EF29}"/>
              </a:ext>
            </a:extLst>
          </p:cNvPr>
          <p:cNvSpPr>
            <a:spLocks noGrp="1"/>
          </p:cNvSpPr>
          <p:nvPr/>
        </p:nvSpPr>
        <p:spPr>
          <a:xfrm>
            <a:off x="3381375" y="9001125"/>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인계 자료를 언제 준비하고, 누가 상세 범위를 선택할 것인가?</a:t>
            </a:r>
            <a:endParaRPr lang="ko-KR">
              <a:latin typeface="Calibri"/>
              <a:ea typeface="Calibri"/>
              <a:cs typeface="Calibri"/>
            </a:endParaRPr>
          </a:p>
        </p:txBody>
      </p:sp>
      <p:sp>
        <p:nvSpPr>
          <p:cNvPr id="58" name="DP4 object 38">
            <a:extLst>
              <a:ext uri="{FF2B5EF4-FFF2-40B4-BE49-F238E27FC236}">
                <ns2:creationId id="{EF5AC2F0-A6CF-425A-99E4-6413CDEB3650}"/>
              </a:ext>
            </a:extLst>
          </p:cNvPr>
          <p:cNvSpPr>
            <a:spLocks noGrp="1"/>
          </p:cNvSpPr>
          <p:nvPr/>
        </p:nvSpPr>
        <p:spPr>
          <a:xfrm>
            <a:off x="3381375" y="9620250"/>
            <a:ext cx="13906500" cy="35242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위임할 때 구성 / 지속 업무 기록에서 추출 / 수신자가 원문을 선택해 읽기</a:t>
            </a:r>
            <a:endParaRPr lang="ko-KR">
              <a:latin typeface="Calibri"/>
              <a:ea typeface="Calibri"/>
              <a:cs typeface="Calibri"/>
            </a:endParaRPr>
          </a:p>
        </p:txBody>
      </p:sp>
    </p:spTree>
    <p:extLst>
      <p:ext uri="{BB962C8B-B14F-4D97-AF65-F5344CB8AC3E}">
        <p14:creationId val="992486375"/>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6" name="Unified slide title">
            <a:extLst>
              <a:ext uri="{FF2B5EF4-FFF2-40B4-BE49-F238E27FC236}">
                <ns2:creationId id="{AB495C44-77E9-4DD1-BD7C-B0314CEDB0A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(설계 방안 비교)</a:t>
            </a:r>
            <a:endParaRPr lang="ko-KR">
              <a:latin typeface="Calibri"/>
              <a:ea typeface="Calibri"/>
              <a:cs typeface="Calibri"/>
            </a:endParaRPr>
          </a:p>
        </p:txBody>
      </p:sp>
      <p:sp>
        <p:nvSpPr>
          <p:cNvPr id="2" name="Workflow 과제 소개">
            <a:extLst>
              <a:ext uri="{FF2B5EF4-FFF2-40B4-BE49-F238E27FC236}">
                <ns2:creationId id="{55030A91-5E7B-4D95-B121-A8DAB072617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9D1821FA-D4EB-41E7-B109-68DB153D0F7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3F208F-176D-411F-84EB-8ADDBC7BD10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92B25E4-9AE3-4403-98C0-8127BC137C6D}"/>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7A933BF-860F-41EC-B9BB-B3094245462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7143FE8E-734E-42B9-BE73-B8BED79489B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2FB23B00-7E13-421C-8269-FC2841625A5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78E29C2-F72B-4480-A1C6-2941E76A18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8CD546E-AE13-4ED5-A6FE-39AD83FDF62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F6999394-0C4C-472B-9F25-8578B71F3533}"/>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8E21E66-B297-450F-A936-762208AE25B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F457EBE2-90B3-4BE5-AD5E-EB761020CC2D}"/>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17 / 36</a:t>
            </a:r>
            <a:endParaRPr lang="ko-KR">
              <a:latin typeface="Calibri"/>
              <a:ea typeface="Calibri"/>
              <a:cs typeface="Calibri"/>
            </a:endParaRPr>
          </a:p>
        </p:txBody>
      </p:sp>
      <p:sp>
        <p:nvSpPr>
          <p:cNvPr id="14" name="DP4 object 39">
            <a:extLst>
              <a:ext uri="{FF2B5EF4-FFF2-40B4-BE49-F238E27FC236}">
                <ns2:creationId id="{130864DA-C8BE-4864-9233-B910137E567E}"/>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A↔B는 준비 수명 / A↔C는 상세 자료 선택 책임이 다르다</a:t>
            </a:r>
            <a:endParaRPr lang="ko-KR">
              <a:latin typeface="Calibri"/>
              <a:ea typeface="Calibri"/>
              <a:cs typeface="Calibri"/>
            </a:endParaRPr>
          </a:p>
        </p:txBody>
      </p:sp>
      <p:graphicFrame>
        <p:nvGraphicFramePr>
          <p:cNvPr id="15" name="">
            <a:extLst>
              <a:ext uri="{FF2B5EF4-FFF2-40B4-BE49-F238E27FC236}">
                <ns2:creationId id="{0B2D5097-5091-4882-A772-EE507CFDBEC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0.0757928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40">
            <a:extLst>
              <a:ext uri="{FF2B5EF4-FFF2-40B4-BE49-F238E27FC236}">
                <ns2:creationId id="{08259352-568A-4CD2-892F-B6B784789F03}"/>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txBody>
          <a:bodyPr wrap="none" lIns="38100" tIns="28575" rIns="38100" bIns="390525"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42">
            <a:extLst>
              <a:ext uri="{FF2B5EF4-FFF2-40B4-BE49-F238E27FC236}">
                <ns2:creationId id="{71661F52-66E0-40BE-8233-40EC9EC2ECD2}"/>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txBody>
          <a:bodyPr wrap="none" lIns="28575" tIns="0" rIns="28575"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BA0683C1-5A8F-4883-BC3B-2D646D3D8645}"/>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txBody>
          <a:bodyPr wrap="none" lIns="47625" tIns="11811" rIns="47625" bIns="10668"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45">
            <a:extLst>
              <a:ext uri="{FF2B5EF4-FFF2-40B4-BE49-F238E27FC236}">
                <ns2:creationId id="{ACBE80E7-4514-40AB-AFD9-4BCAD3ADCC16}"/>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요청 / 전달</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결과 / 반환</a:t>
            </a:r>
            <a:endParaRPr lang="ko-KR">
              <a:latin typeface="Calibri"/>
              <a:ea typeface="Calibri"/>
              <a:cs typeface="Calibri"/>
            </a:endParaRPr>
          </a:p>
        </p:txBody>
      </p:sp>
      <p:sp>
        <p:nvSpPr>
          <p:cNvPr id="23" name="DP4 object 46">
            <a:extLst>
              <a:ext uri="{FF2B5EF4-FFF2-40B4-BE49-F238E27FC236}">
                <ns2:creationId id="{3FD0F47B-AFDB-42BC-9C78-CDC37570C3BC}"/>
              </a:ext>
            </a:extLst>
          </p:cNvPr>
          <p:cNvSpPr>
            <a:spLocks noGrp="1"/>
          </p:cNvSpPr>
          <p:nvPr/>
        </p:nvSpPr>
        <p:spPr>
          <a:xfrm>
            <a:off x="304800" y="5238750"/>
            <a:ext cx="1466850" cy="8096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200" b="0" lang="ko-KR">
                <a:solidFill>
                  <a:srgbClr val="50555B"/>
                </a:solidFill>
                <a:latin typeface="Calibri"/>
                <a:ea typeface="Calibri"/>
                <a:cs typeface="Calibri"/>
              </a:rPr>
              <a:t>검정 공통 / 파랑 A</a:t>
            </a:r>
            <a:endParaRPr lang="ko-KR">
              <a:latin typeface="Calibri"/>
              <a:ea typeface="Calibri"/>
              <a:cs typeface="Calibri"/>
            </a:endParaRPr>
          </a:p>
          <a:p>
            <a:pPr algn="ctr">
              <a:defRPr sz="1400" b="0" lang="ko-KR">
                <a:solidFill>
                  <a:srgbClr val="50555B"/>
                </a:solidFill>
                <a:latin typeface="Calibri"/>
                <a:ea typeface="Calibri"/>
                <a:cs typeface="Calibri"/>
              </a:defRPr>
            </a:pPr>
            <a:r>
              <a:rPr sz="1200" b="0" lang="ko-KR">
                <a:solidFill>
                  <a:srgbClr val="50555B"/>
                </a:solidFill>
                <a:latin typeface="Calibri"/>
                <a:ea typeface="Calibri"/>
                <a:cs typeface="Calibri"/>
              </a:rPr>
              <a:t>초록 B/C</a:t>
            </a:r>
            <a:endParaRPr lang="ko-KR">
              <a:latin typeface="Calibri"/>
              <a:ea typeface="Calibri"/>
              <a:cs typeface="Calibri"/>
            </a:endParaRPr>
          </a:p>
          <a:p>
            <a:pPr algn="ctr">
              <a:defRPr sz="1400" b="0" lang="ko-KR">
                <a:solidFill>
                  <a:srgbClr val="50555B"/>
                </a:solidFill>
                <a:latin typeface="Calibri"/>
                <a:ea typeface="Calibri"/>
                <a:cs typeface="Calibri"/>
              </a:defRPr>
            </a:pPr>
            <a:r>
              <a:rPr sz="1200" b="0" lang="ko-KR">
                <a:solidFill>
                  <a:srgbClr val="50555B"/>
                </a:solidFill>
                <a:latin typeface="Calibri"/>
                <a:ea typeface="Calibri"/>
                <a:cs typeface="Calibri"/>
              </a:rPr>
              <a:t>Task와 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2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145" name="DP4 object 143">
            <a:extLst>
              <a:ext uri="{FF2B5EF4-FFF2-40B4-BE49-F238E27FC236}">
                <ns2:creationId id="{DA60F789-8016-4B64-BFD1-EF56460E3CFC}"/>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1" lang="ko-KR">
                <a:solidFill>
                  <a:srgbClr val="111111"/>
                </a:solidFill>
                <a:latin typeface="Calibri"/>
                <a:ea typeface="Calibri"/>
                <a:cs typeface="Calibri"/>
              </a:defRPr>
            </a:defPPr>
            <a:lvl1pPr algn="l">
              <a:defRPr sz="1200" b="1" lang="ko-KR">
                <a:solidFill>
                  <a:srgbClr val="111111"/>
                </a:solidFill>
                <a:latin typeface="Calibri"/>
                <a:ea typeface="Calibri"/>
                <a:cs typeface="Calibri"/>
              </a:defRPr>
            </a:lvl1pPr>
            <a:lvl2pPr algn="l">
              <a:defRPr sz="1200" b="1" lang="ko-KR">
                <a:solidFill>
                  <a:srgbClr val="111111"/>
                </a:solidFill>
                <a:latin typeface="Calibri"/>
                <a:ea typeface="Calibri"/>
                <a:cs typeface="Calibri"/>
              </a:defRPr>
            </a:lvl2pPr>
            <a:lvl3pPr algn="l">
              <a:defRPr sz="1200" b="1" lang="ko-KR">
                <a:solidFill>
                  <a:srgbClr val="111111"/>
                </a:solidFill>
                <a:latin typeface="Calibri"/>
                <a:ea typeface="Calibri"/>
                <a:cs typeface="Calibri"/>
              </a:defRPr>
            </a:lvl3pPr>
            <a:lvl4pPr algn="l">
              <a:defRPr sz="1200" b="1" lang="ko-KR">
                <a:solidFill>
                  <a:srgbClr val="111111"/>
                </a:solidFill>
                <a:latin typeface="Calibri"/>
                <a:ea typeface="Calibri"/>
                <a:cs typeface="Calibri"/>
              </a:defRPr>
            </a:lvl4pPr>
            <a:lvl5pPr algn="l">
              <a:defRPr sz="1200" b="1" lang="ko-KR">
                <a:solidFill>
                  <a:srgbClr val="111111"/>
                </a:solidFill>
                <a:latin typeface="Calibri"/>
                <a:ea typeface="Calibri"/>
                <a:cs typeface="Calibri"/>
              </a:defRPr>
            </a:lvl5pPr>
            <a:lvl6pPr algn="l">
              <a:defRPr sz="1200" b="1" lang="ko-KR">
                <a:solidFill>
                  <a:srgbClr val="111111"/>
                </a:solidFill>
                <a:latin typeface="Calibri"/>
                <a:ea typeface="Calibri"/>
                <a:cs typeface="Calibri"/>
              </a:defRPr>
            </a:lvl6pPr>
            <a:lvl7pPr algn="l">
              <a:defRPr sz="1200" b="1" lang="ko-KR">
                <a:solidFill>
                  <a:srgbClr val="111111"/>
                </a:solidFill>
                <a:latin typeface="Calibri"/>
                <a:ea typeface="Calibri"/>
                <a:cs typeface="Calibri"/>
              </a:defRPr>
            </a:lvl7pPr>
            <a:lvl8pPr algn="l">
              <a:defRPr sz="1200" b="1" lang="ko-KR">
                <a:solidFill>
                  <a:srgbClr val="111111"/>
                </a:solidFill>
                <a:latin typeface="Calibri"/>
                <a:ea typeface="Calibri"/>
                <a:cs typeface="Calibri"/>
              </a:defRPr>
            </a:lvl8pPr>
            <a:lvl9pPr algn="l">
              <a:defRPr sz="1200" b="1" lang="ko-KR">
                <a:solidFill>
                  <a:srgbClr val="111111"/>
                </a:solidFill>
                <a:latin typeface="Calibri"/>
                <a:ea typeface="Calibri"/>
                <a:cs typeface="Calibri"/>
              </a:defRPr>
            </a:lvl9pPr>
          </a:lstStyle>
          <a:p>
            <a:pPr algn="l">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QA01 우열 미확정 / 본문 충족은 QA02와 별도 진단 / PoC 4사례×3</a:t>
            </a:r>
            <a:endParaRPr lang="ko-KR">
              <a:latin typeface="Calibri"/>
              <a:ea typeface="Calibri"/>
              <a:cs typeface="Calibri"/>
            </a:endParaRPr>
          </a:p>
        </p:txBody>
      </p:sp>
      <p:sp>
        <p:nvSpPr>
          <p:cNvPr id="1147" name="v10 node:d4Asource">
            <a:extLst>
              <a:ext uri="{FF2B5EF4-FFF2-40B4-BE49-F238E27FC236}">
                <ns2:creationId id="{EA4758D4-D01F-40EA-B493-A059394BEBF4}"/>
              </a:ext>
            </a:extLst>
          </p:cNvPr>
          <p:cNvSpPr>
            <a:spLocks noGrp="1"/>
          </p:cNvSpPr>
          <p:nvPr/>
        </p:nvSpPr>
        <p:spPr>
          <a:xfrm>
            <a:off x="1971675" y="2162175"/>
            <a:ext cx="5095875" cy="2762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400" b="1" lang="ko-KR">
                <a:solidFill>
                  <a:srgbClr val="111111"/>
                </a:solidFill>
                <a:latin typeface="Calibri"/>
                <a:ea typeface="Calibri"/>
                <a:cs typeface="Calibri"/>
              </a:defRPr>
            </a:defPPr>
            <a:lvl1pPr algn="ctr">
              <a:defRPr sz="1400" b="1" lang="ko-KR">
                <a:solidFill>
                  <a:srgbClr val="111111"/>
                </a:solidFill>
                <a:latin typeface="Calibri"/>
                <a:ea typeface="Calibri"/>
                <a:cs typeface="Calibri"/>
              </a:defRPr>
            </a:lvl1pPr>
            <a:lvl2pPr algn="ctr">
              <a:defRPr sz="1400" b="1" lang="ko-KR">
                <a:solidFill>
                  <a:srgbClr val="111111"/>
                </a:solidFill>
                <a:latin typeface="Calibri"/>
                <a:ea typeface="Calibri"/>
                <a:cs typeface="Calibri"/>
              </a:defRPr>
            </a:lvl2pPr>
            <a:lvl3pPr algn="ctr">
              <a:defRPr sz="1400" b="1" lang="ko-KR">
                <a:solidFill>
                  <a:srgbClr val="111111"/>
                </a:solidFill>
                <a:latin typeface="Calibri"/>
                <a:ea typeface="Calibri"/>
                <a:cs typeface="Calibri"/>
              </a:defRPr>
            </a:lvl3pPr>
            <a:lvl4pPr algn="ctr">
              <a:defRPr sz="1400" b="1" lang="ko-KR">
                <a:solidFill>
                  <a:srgbClr val="111111"/>
                </a:solidFill>
                <a:latin typeface="Calibri"/>
                <a:ea typeface="Calibri"/>
                <a:cs typeface="Calibri"/>
              </a:defRPr>
            </a:lvl4pPr>
            <a:lvl5pPr algn="ctr">
              <a:defRPr sz="1400" b="1" lang="ko-KR">
                <a:solidFill>
                  <a:srgbClr val="111111"/>
                </a:solidFill>
                <a:latin typeface="Calibri"/>
                <a:ea typeface="Calibri"/>
                <a:cs typeface="Calibri"/>
              </a:defRPr>
            </a:lvl5pPr>
            <a:lvl6pPr algn="ctr">
              <a:defRPr sz="1400" b="1" lang="ko-KR">
                <a:solidFill>
                  <a:srgbClr val="111111"/>
                </a:solidFill>
                <a:latin typeface="Calibri"/>
                <a:ea typeface="Calibri"/>
                <a:cs typeface="Calibri"/>
              </a:defRPr>
            </a:lvl6pPr>
            <a:lvl7pPr algn="ctr">
              <a:defRPr sz="1400" b="1" lang="ko-KR">
                <a:solidFill>
                  <a:srgbClr val="111111"/>
                </a:solidFill>
                <a:latin typeface="Calibri"/>
                <a:ea typeface="Calibri"/>
                <a:cs typeface="Calibri"/>
              </a:defRPr>
            </a:lvl7pPr>
            <a:lvl8pPr algn="ctr">
              <a:defRPr sz="1400" b="1" lang="ko-KR">
                <a:solidFill>
                  <a:srgbClr val="111111"/>
                </a:solidFill>
                <a:latin typeface="Calibri"/>
                <a:ea typeface="Calibri"/>
                <a:cs typeface="Calibri"/>
              </a:defRPr>
            </a:lvl8pPr>
            <a:lvl9pPr algn="ctr">
              <a:defRPr sz="1400" b="1" lang="ko-KR">
                <a:solidFill>
                  <a:srgbClr val="111111"/>
                </a:solidFill>
                <a:latin typeface="Calibri"/>
                <a:ea typeface="Calibri"/>
                <a:cs typeface="Calibri"/>
              </a:defRPr>
            </a:lvl9pPr>
          </a:lstStyle>
          <a:p>
            <a:pPr algn="ctr">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공통 원본 owner (VIA 내부)</a:t>
            </a:r>
            <a:endParaRPr lang="ko-KR">
              <a:latin typeface="Calibri"/>
              <a:ea typeface="Calibri"/>
              <a:cs typeface="Calibri"/>
            </a:endParaRPr>
          </a:p>
        </p:txBody>
      </p:sp>
      <p:sp>
        <p:nvSpPr>
          <p:cNvPr id="1148" name="v10 node:d4Acm">
            <a:extLst>
              <a:ext uri="{FF2B5EF4-FFF2-40B4-BE49-F238E27FC236}">
                <ns2:creationId id="{5BB32996-FBEE-4B6C-8BAA-ECA94168AB3C}"/>
              </a:ext>
            </a:extLst>
          </p:cNvPr>
          <p:cNvSpPr>
            <a:spLocks noGrp="1"/>
          </p:cNvSpPr>
          <p:nvPr/>
        </p:nvSpPr>
        <p:spPr>
          <a:xfrm>
            <a:off x="1971675" y="2533650"/>
            <a:ext cx="5095875" cy="1543050"/>
          </a:xfrm>
          <a:prstGeom prst="rect">
            <a:avLst/>
          </a:prstGeom>
          <a:solidFill>
            <a:srgbClr val="FFF6DD"/>
          </a:solidFill>
          <a:ln w="16193">
            <a:solidFill>
              <a:srgbClr val="111111"/>
            </a:solidFill>
          </a:ln>
        </p:spPr>
        <p:txBody>
          <a:bodyPr wrap="none" lIns="47625" tIns="19050" rIns="47625" bIns="12001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149" name="v10 divider d4Acm">
            <a:extLst>
              <a:ext uri="{FF2B5EF4-FFF2-40B4-BE49-F238E27FC236}">
                <ns2:creationId id="{CC5BA8DE-F2F6-4EE2-A9E2-A1F6AA06E578}"/>
              </a:ext>
            </a:extLst>
          </p:cNvPr>
          <p:cNvSpPr>
            <a:spLocks noGrp="1"/>
          </p:cNvSpPr>
          <p:nvPr/>
        </p:nvSpPr>
        <p:spPr>
          <a:xfrm>
            <a:off x="1971675" y="2895600"/>
            <a:ext cx="5095875" cy="953"/>
          </a:xfrm>
          <a:custGeom>
            <a:pathLst>
              <a:path w="5095875" h="953">
                <a:moveTo>
                  <a:pt x="0" y="0"/>
                </a:moveTo>
                <a:lnTo>
                  <a:pt x="5095875" y="0"/>
                </a:lnTo>
              </a:path>
            </a:pathLst>
          </a:custGeom>
          <a:noFill/>
          <a:ln w="9525">
            <a:solidFill>
              <a:srgbClr val="111111"/>
            </a:solidFill>
            <a:prstDash val="solid"/>
          </a:ln>
        </p:spPr>
      </p:sp>
      <p:sp>
        <p:nvSpPr>
          <p:cNvPr id="1150" name="v10 node:d4Acompose">
            <a:extLst>
              <a:ext uri="{FF2B5EF4-FFF2-40B4-BE49-F238E27FC236}">
                <ns2:creationId id="{8EDBDE0D-C5C6-4EB4-9F9F-948086CB1B93}"/>
              </a:ext>
            </a:extLst>
          </p:cNvPr>
          <p:cNvSpPr>
            <a:spLocks noGrp="1"/>
          </p:cNvSpPr>
          <p:nvPr/>
        </p:nvSpPr>
        <p:spPr>
          <a:xfrm>
            <a:off x="2095500" y="2952750"/>
            <a:ext cx="2362200" cy="323850"/>
          </a:xfrm>
          <a:prstGeom prst="roundRect">
            <a:avLst>
              <a:gd name="adj" fmla="val 23529"/>
            </a:avLst>
          </a:prstGeom>
          <a:solidFill>
            <a:srgbClr val="FFFFFF"/>
          </a:solidFill>
          <a:ln w="16193">
            <a:solidFill>
              <a:srgbClr val="4676CB"/>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인계 묶음 구성기</a:t>
            </a:r>
            <a:endParaRPr lang="ko-KR">
              <a:latin typeface="Calibri"/>
              <a:ea typeface="Calibri"/>
              <a:cs typeface="Calibri"/>
            </a:endParaRPr>
          </a:p>
        </p:txBody>
      </p:sp>
      <p:sp>
        <p:nvSpPr>
          <p:cNvPr id="1151" name="v10 node:d4Acapsule">
            <a:extLst>
              <a:ext uri="{FF2B5EF4-FFF2-40B4-BE49-F238E27FC236}">
                <ns2:creationId id="{43583316-85D2-4A8A-BF90-3870287C269B}"/>
              </a:ext>
            </a:extLst>
          </p:cNvPr>
          <p:cNvSpPr>
            <a:spLocks noGrp="1"/>
          </p:cNvSpPr>
          <p:nvPr/>
        </p:nvSpPr>
        <p:spPr>
          <a:xfrm>
            <a:off x="4781550" y="2952750"/>
            <a:ext cx="2143125" cy="561975"/>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인계 묶음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 / 위임 수명</a:t>
            </a:r>
            <a:endParaRPr lang="ko-KR">
              <a:latin typeface="Calibri"/>
              <a:ea typeface="Calibri"/>
              <a:cs typeface="Calibri"/>
            </a:endParaRPr>
          </a:p>
        </p:txBody>
      </p:sp>
      <p:sp>
        <p:nvSpPr>
          <p:cNvPr id="1152" name="v10 edge:d4Acapsule-save">
            <a:extLst>
              <a:ext uri="{FF2B5EF4-FFF2-40B4-BE49-F238E27FC236}">
                <ns2:creationId id="{4F524837-EAD9-4828-9348-E19493EC3336}"/>
              </a:ext>
            </a:extLst>
          </p:cNvPr>
          <p:cNvSpPr>
            <a:spLocks noGrp="1"/>
          </p:cNvSpPr>
          <p:nvPr/>
        </p:nvSpPr>
        <p:spPr>
          <a:xfrm>
            <a:off x="4457700" y="3095625"/>
            <a:ext cx="323850" cy="953"/>
          </a:xfrm>
          <a:custGeom>
            <a:pathLst>
              <a:path w="323850" h="953">
                <a:moveTo>
                  <a:pt x="0" y="0"/>
                </a:moveTo>
                <a:lnTo>
                  <a:pt x="323850" y="0"/>
                </a:lnTo>
              </a:path>
            </a:pathLst>
          </a:custGeom>
          <a:noFill/>
          <a:ln w="17145">
            <a:solidFill>
              <a:srgbClr val="4676CB"/>
            </a:solidFill>
            <a:prstDash val="solid"/>
          </a:ln>
        </p:spPr>
      </p:sp>
      <p:sp>
        <p:nvSpPr>
          <p:cNvPr id="1153" name="v10 arrow:d4Acapsule-save">
            <a:extLst>
              <a:ext uri="{FF2B5EF4-FFF2-40B4-BE49-F238E27FC236}">
                <ns2:creationId id="{671C6AD1-7D86-433F-92D8-72BE900A360C}"/>
              </a:ext>
            </a:extLst>
          </p:cNvPr>
          <p:cNvSpPr>
            <a:spLocks noGrp="1"/>
          </p:cNvSpPr>
          <p:nvPr/>
        </p:nvSpPr>
        <p:spPr>
          <a:xfrm>
            <a:off x="4695825" y="305752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54" name="v10 edge:d4Acapsule-read">
            <a:extLst>
              <a:ext uri="{FF2B5EF4-FFF2-40B4-BE49-F238E27FC236}">
                <ns2:creationId id="{9E256F3A-1CFE-4099-92D2-9E7DCBC17F0A}"/>
              </a:ext>
            </a:extLst>
          </p:cNvPr>
          <p:cNvSpPr>
            <a:spLocks noGrp="1"/>
          </p:cNvSpPr>
          <p:nvPr/>
        </p:nvSpPr>
        <p:spPr>
          <a:xfrm>
            <a:off x="4457700" y="3238500"/>
            <a:ext cx="323850" cy="953"/>
          </a:xfrm>
          <a:custGeom>
            <a:pathLst>
              <a:path w="323850" h="953">
                <a:moveTo>
                  <a:pt x="323850" y="0"/>
                </a:moveTo>
                <a:lnTo>
                  <a:pt x="0" y="0"/>
                </a:lnTo>
              </a:path>
            </a:pathLst>
          </a:custGeom>
          <a:noFill/>
          <a:ln w="17145">
            <a:solidFill>
              <a:srgbClr val="4676CB"/>
            </a:solidFill>
            <a:prstDash val="dash"/>
          </a:ln>
        </p:spPr>
      </p:sp>
      <p:sp>
        <p:nvSpPr>
          <p:cNvPr id="1155" name="v10 arrow:d4Acapsule-read">
            <a:extLst>
              <a:ext uri="{FF2B5EF4-FFF2-40B4-BE49-F238E27FC236}">
                <ns2:creationId id="{9A8CDC38-BDBA-4CD6-8FFA-7AD28240A740}"/>
              </a:ext>
            </a:extLst>
          </p:cNvPr>
          <p:cNvSpPr>
            <a:spLocks noGrp="1"/>
          </p:cNvSpPr>
          <p:nvPr/>
        </p:nvSpPr>
        <p:spPr>
          <a:xfrm>
            <a:off x="4457700" y="320040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1156" name="v10 edge:d4Araw-read">
            <a:extLst>
              <a:ext uri="{FF2B5EF4-FFF2-40B4-BE49-F238E27FC236}">
                <ns2:creationId id="{E830ABF6-5C3F-41E6-BDD0-6118784D37B0}"/>
              </a:ext>
            </a:extLst>
          </p:cNvPr>
          <p:cNvSpPr>
            <a:spLocks noGrp="1"/>
          </p:cNvSpPr>
          <p:nvPr/>
        </p:nvSpPr>
        <p:spPr>
          <a:xfrm>
            <a:off x="2447925" y="2438400"/>
            <a:ext cx="953" cy="514350"/>
          </a:xfrm>
          <a:custGeom>
            <a:pathLst>
              <a:path w="953" h="514350">
                <a:moveTo>
                  <a:pt x="0" y="514350"/>
                </a:moveTo>
                <a:lnTo>
                  <a:pt x="0" y="0"/>
                </a:lnTo>
              </a:path>
            </a:pathLst>
          </a:custGeom>
          <a:noFill/>
          <a:ln w="17145">
            <a:solidFill>
              <a:srgbClr val="111111"/>
            </a:solidFill>
            <a:prstDash val="solid"/>
          </a:ln>
        </p:spPr>
      </p:sp>
      <p:sp>
        <p:nvSpPr>
          <p:cNvPr id="1157" name="v10 arrow:d4Araw-read">
            <a:extLst>
              <a:ext uri="{FF2B5EF4-FFF2-40B4-BE49-F238E27FC236}">
                <ns2:creationId id="{EBCA30CA-CEC4-4D03-A209-080C3EA86D20}"/>
              </a:ext>
            </a:extLst>
          </p:cNvPr>
          <p:cNvSpPr>
            <a:spLocks noGrp="1"/>
          </p:cNvSpPr>
          <p:nvPr/>
        </p:nvSpPr>
        <p:spPr>
          <a:xfrm>
            <a:off x="2409825" y="24384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58" name="v10 label 읽기">
            <a:extLst>
              <a:ext uri="{FF2B5EF4-FFF2-40B4-BE49-F238E27FC236}">
                <ns2:creationId id="{452E41FB-42E2-476B-B112-55E71C41649F}"/>
              </a:ext>
            </a:extLst>
          </p:cNvPr>
          <p:cNvSpPr>
            <a:spLocks noGrp="1"/>
          </p:cNvSpPr>
          <p:nvPr/>
        </p:nvSpPr>
        <p:spPr>
          <a:xfrm>
            <a:off x="2047875" y="2600325"/>
            <a:ext cx="38100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159" name="v10 edge:d4Araw-result">
            <a:extLst>
              <a:ext uri="{FF2B5EF4-FFF2-40B4-BE49-F238E27FC236}">
                <ns2:creationId id="{D1BF2C6A-FCDD-44E6-97DE-54457F0862D9}"/>
              </a:ext>
            </a:extLst>
          </p:cNvPr>
          <p:cNvSpPr>
            <a:spLocks noGrp="1"/>
          </p:cNvSpPr>
          <p:nvPr/>
        </p:nvSpPr>
        <p:spPr>
          <a:xfrm>
            <a:off x="2886075" y="2438400"/>
            <a:ext cx="953" cy="514350"/>
          </a:xfrm>
          <a:custGeom>
            <a:pathLst>
              <a:path w="953" h="514350">
                <a:moveTo>
                  <a:pt x="0" y="0"/>
                </a:moveTo>
                <a:lnTo>
                  <a:pt x="0" y="514350"/>
                </a:lnTo>
              </a:path>
            </a:pathLst>
          </a:custGeom>
          <a:noFill/>
          <a:ln w="17145">
            <a:solidFill>
              <a:srgbClr val="111111"/>
            </a:solidFill>
            <a:prstDash val="dash"/>
          </a:ln>
        </p:spPr>
      </p:sp>
      <p:sp>
        <p:nvSpPr>
          <p:cNvPr id="1160" name="v10 arrow:d4Araw-result">
            <a:extLst>
              <a:ext uri="{FF2B5EF4-FFF2-40B4-BE49-F238E27FC236}">
                <ns2:creationId id="{0E74104E-447E-428C-BB3A-783B6929FA33}"/>
              </a:ext>
            </a:extLst>
          </p:cNvPr>
          <p:cNvSpPr>
            <a:spLocks noGrp="1"/>
          </p:cNvSpPr>
          <p:nvPr/>
        </p:nvSpPr>
        <p:spPr>
          <a:xfrm>
            <a:off x="2847975" y="2867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61" name="v10 label 원본">
            <a:extLst>
              <a:ext uri="{FF2B5EF4-FFF2-40B4-BE49-F238E27FC236}">
                <ns2:creationId id="{7F7C5C0E-7A16-4CC4-A8ED-9A0C6BD822AA}"/>
              </a:ext>
            </a:extLst>
          </p:cNvPr>
          <p:cNvSpPr>
            <a:spLocks noGrp="1"/>
          </p:cNvSpPr>
          <p:nvPr/>
        </p:nvSpPr>
        <p:spPr>
          <a:xfrm>
            <a:off x="2914650" y="2562225"/>
            <a:ext cx="752475" cy="3143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원본</a:t>
            </a:r>
            <a:endParaRPr lang="ko-KR">
              <a:latin typeface="Calibri"/>
              <a:ea typeface="Calibri"/>
              <a:cs typeface="Calibri"/>
            </a:endParaRPr>
          </a:p>
        </p:txBody>
      </p:sp>
      <p:sp>
        <p:nvSpPr>
          <p:cNvPr id="1162" name="v10 node:d4Arc">
            <a:extLst>
              <a:ext uri="{FF2B5EF4-FFF2-40B4-BE49-F238E27FC236}">
                <ns2:creationId id="{C179EBF7-EB39-40C9-851E-5110D4C3A605}"/>
              </a:ext>
            </a:extLst>
          </p:cNvPr>
          <p:cNvSpPr>
            <a:spLocks noGrp="1"/>
          </p:cNvSpPr>
          <p:nvPr/>
        </p:nvSpPr>
        <p:spPr>
          <a:xfrm>
            <a:off x="1971675" y="4352925"/>
            <a:ext cx="2333625" cy="723900"/>
          </a:xfrm>
          <a:prstGeom prst="rect">
            <a:avLst/>
          </a:prstGeom>
          <a:solidFill>
            <a:srgbClr val="FFF6DD"/>
          </a:solidFill>
          <a:ln w="16193">
            <a:solidFill>
              <a:srgbClr val="111111"/>
            </a:solidFill>
          </a:ln>
        </p:spPr>
        <p:txBody>
          <a:bodyPr wrap="none" lIns="47625" tIns="19050" rIns="47625" bIns="3810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163" name="v10 divider d4Arc">
            <a:extLst>
              <a:ext uri="{FF2B5EF4-FFF2-40B4-BE49-F238E27FC236}">
                <ns2:creationId id="{4694A52A-AE15-453C-8DAD-D4CDF9551555}"/>
              </a:ext>
            </a:extLst>
          </p:cNvPr>
          <p:cNvSpPr>
            <a:spLocks noGrp="1"/>
          </p:cNvSpPr>
          <p:nvPr/>
        </p:nvSpPr>
        <p:spPr>
          <a:xfrm>
            <a:off x="1971675" y="4714875"/>
            <a:ext cx="2333625" cy="953"/>
          </a:xfrm>
          <a:custGeom>
            <a:pathLst>
              <a:path w="2333625" h="953">
                <a:moveTo>
                  <a:pt x="0" y="0"/>
                </a:moveTo>
                <a:lnTo>
                  <a:pt x="2333625" y="0"/>
                </a:lnTo>
              </a:path>
            </a:pathLst>
          </a:custGeom>
          <a:noFill/>
          <a:ln w="9525">
            <a:solidFill>
              <a:srgbClr val="111111"/>
            </a:solidFill>
            <a:prstDash val="solid"/>
          </a:ln>
        </p:spPr>
      </p:sp>
      <p:sp>
        <p:nvSpPr>
          <p:cNvPr id="1164" name="v10 node:d4Apermit">
            <a:extLst>
              <a:ext uri="{FF2B5EF4-FFF2-40B4-BE49-F238E27FC236}">
                <ns2:creationId id="{3DC5FF77-DE8B-429A-99D8-58856B4A850D}"/>
              </a:ext>
            </a:extLst>
          </p:cNvPr>
          <p:cNvSpPr>
            <a:spLocks noGrp="1"/>
          </p:cNvSpPr>
          <p:nvPr/>
        </p:nvSpPr>
        <p:spPr>
          <a:xfrm>
            <a:off x="2095500" y="477202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전송 검증 및 허가기</a:t>
            </a:r>
            <a:endParaRPr lang="ko-KR">
              <a:latin typeface="Calibri"/>
              <a:ea typeface="Calibri"/>
              <a:cs typeface="Calibri"/>
            </a:endParaRPr>
          </a:p>
        </p:txBody>
      </p:sp>
      <p:sp>
        <p:nvSpPr>
          <p:cNvPr id="1165" name="v10 node:d4Atm">
            <a:extLst>
              <a:ext uri="{FF2B5EF4-FFF2-40B4-BE49-F238E27FC236}">
                <ns2:creationId id="{1E315CE0-DF14-4431-8AD6-FF63C56EADAA}"/>
              </a:ext>
            </a:extLst>
          </p:cNvPr>
          <p:cNvSpPr>
            <a:spLocks noGrp="1"/>
          </p:cNvSpPr>
          <p:nvPr/>
        </p:nvSpPr>
        <p:spPr>
          <a:xfrm>
            <a:off x="4733925" y="4352925"/>
            <a:ext cx="2333625" cy="723900"/>
          </a:xfrm>
          <a:prstGeom prst="rect">
            <a:avLst/>
          </a:prstGeom>
          <a:solidFill>
            <a:srgbClr val="FFF6DD"/>
          </a:solidFill>
          <a:ln w="16193">
            <a:solidFill>
              <a:srgbClr val="111111"/>
            </a:solidFill>
          </a:ln>
        </p:spPr>
        <p:txBody>
          <a:bodyPr wrap="none" lIns="47625" tIns="19050" rIns="47625" bIns="3810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Task Manager</a:t>
            </a:r>
            <a:endParaRPr lang="ko-KR">
              <a:latin typeface="Calibri"/>
              <a:ea typeface="Calibri"/>
              <a:cs typeface="Calibri"/>
            </a:endParaRPr>
          </a:p>
        </p:txBody>
      </p:sp>
      <p:sp>
        <p:nvSpPr>
          <p:cNvPr id="1166" name="v10 divider d4Atm">
            <a:extLst>
              <a:ext uri="{FF2B5EF4-FFF2-40B4-BE49-F238E27FC236}">
                <ns2:creationId id="{B87F6E77-579D-48D6-895D-8DA8CBA8052A}"/>
              </a:ext>
            </a:extLst>
          </p:cNvPr>
          <p:cNvSpPr>
            <a:spLocks noGrp="1"/>
          </p:cNvSpPr>
          <p:nvPr/>
        </p:nvSpPr>
        <p:spPr>
          <a:xfrm>
            <a:off x="4733925" y="4714875"/>
            <a:ext cx="2333625" cy="953"/>
          </a:xfrm>
          <a:custGeom>
            <a:pathLst>
              <a:path w="2333625" h="953">
                <a:moveTo>
                  <a:pt x="0" y="0"/>
                </a:moveTo>
                <a:lnTo>
                  <a:pt x="2333625" y="0"/>
                </a:lnTo>
              </a:path>
            </a:pathLst>
          </a:custGeom>
          <a:noFill/>
          <a:ln w="9525">
            <a:solidFill>
              <a:srgbClr val="111111"/>
            </a:solidFill>
            <a:prstDash val="solid"/>
          </a:ln>
        </p:spPr>
      </p:sp>
      <p:sp>
        <p:nvSpPr>
          <p:cNvPr id="1167" name="v10 node:d4Acommand">
            <a:extLst>
              <a:ext uri="{FF2B5EF4-FFF2-40B4-BE49-F238E27FC236}">
                <ns2:creationId id="{68FA23D1-D2C7-4F0C-AFC6-F274A3892D44}"/>
              </a:ext>
            </a:extLst>
          </p:cNvPr>
          <p:cNvSpPr>
            <a:spLocks noGrp="1"/>
          </p:cNvSpPr>
          <p:nvPr/>
        </p:nvSpPr>
        <p:spPr>
          <a:xfrm>
            <a:off x="4857750" y="477202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Agent 명령 확정기</a:t>
            </a:r>
            <a:endParaRPr lang="ko-KR">
              <a:latin typeface="Calibri"/>
              <a:ea typeface="Calibri"/>
              <a:cs typeface="Calibri"/>
            </a:endParaRPr>
          </a:p>
        </p:txBody>
      </p:sp>
      <p:sp>
        <p:nvSpPr>
          <p:cNvPr id="1168" name="v10 node:d4Aag">
            <a:extLst>
              <a:ext uri="{FF2B5EF4-FFF2-40B4-BE49-F238E27FC236}">
                <ns2:creationId id="{910F471B-7067-4611-9797-2215F1BF55A5}"/>
              </a:ext>
            </a:extLst>
          </p:cNvPr>
          <p:cNvSpPr>
            <a:spLocks noGrp="1"/>
          </p:cNvSpPr>
          <p:nvPr/>
        </p:nvSpPr>
        <p:spPr>
          <a:xfrm>
            <a:off x="1971675" y="5391150"/>
            <a:ext cx="2333625" cy="733425"/>
          </a:xfrm>
          <a:prstGeom prst="rect">
            <a:avLst/>
          </a:prstGeom>
          <a:solidFill>
            <a:srgbClr val="FFF6DD"/>
          </a:solidFill>
          <a:ln w="16193">
            <a:solidFill>
              <a:srgbClr val="111111"/>
            </a:solidFill>
          </a:ln>
        </p:spPr>
        <p:txBody>
          <a:bodyPr wrap="none" lIns="47625" tIns="19050" rIns="47625" bIns="39052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Agent Gateway</a:t>
            </a:r>
            <a:endParaRPr lang="ko-KR">
              <a:latin typeface="Calibri"/>
              <a:ea typeface="Calibri"/>
              <a:cs typeface="Calibri"/>
            </a:endParaRPr>
          </a:p>
        </p:txBody>
      </p:sp>
      <p:sp>
        <p:nvSpPr>
          <p:cNvPr id="1169" name="v10 divider d4Aag">
            <a:extLst>
              <a:ext uri="{FF2B5EF4-FFF2-40B4-BE49-F238E27FC236}">
                <ns2:creationId id="{4D92FC05-FB14-413F-868E-01A0068B44DF}"/>
              </a:ext>
            </a:extLst>
          </p:cNvPr>
          <p:cNvSpPr>
            <a:spLocks noGrp="1"/>
          </p:cNvSpPr>
          <p:nvPr/>
        </p:nvSpPr>
        <p:spPr>
          <a:xfrm>
            <a:off x="1971675" y="5753100"/>
            <a:ext cx="2333625" cy="953"/>
          </a:xfrm>
          <a:custGeom>
            <a:pathLst>
              <a:path w="2333625" h="953">
                <a:moveTo>
                  <a:pt x="0" y="0"/>
                </a:moveTo>
                <a:lnTo>
                  <a:pt x="2333625" y="0"/>
                </a:lnTo>
              </a:path>
            </a:pathLst>
          </a:custGeom>
          <a:noFill/>
          <a:ln w="9525">
            <a:solidFill>
              <a:srgbClr val="111111"/>
            </a:solidFill>
            <a:prstDash val="solid"/>
          </a:ln>
        </p:spPr>
      </p:sp>
      <p:sp>
        <p:nvSpPr>
          <p:cNvPr id="1170" name="v10 node:d4Asend">
            <a:extLst>
              <a:ext uri="{FF2B5EF4-FFF2-40B4-BE49-F238E27FC236}">
                <ns2:creationId id="{E41C552F-FA38-4AD7-BE5A-1A1612B958EF}"/>
              </a:ext>
            </a:extLst>
          </p:cNvPr>
          <p:cNvSpPr>
            <a:spLocks noGrp="1"/>
          </p:cNvSpPr>
          <p:nvPr/>
        </p:nvSpPr>
        <p:spPr>
          <a:xfrm>
            <a:off x="2095500" y="5810250"/>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전송 및 수신 관리기</a:t>
            </a:r>
            <a:endParaRPr lang="ko-KR">
              <a:latin typeface="Calibri"/>
              <a:ea typeface="Calibri"/>
              <a:cs typeface="Calibri"/>
            </a:endParaRPr>
          </a:p>
        </p:txBody>
      </p:sp>
      <p:sp>
        <p:nvSpPr>
          <p:cNvPr id="1171" name="v10 node:d4Aagent">
            <a:extLst>
              <a:ext uri="{FF2B5EF4-FFF2-40B4-BE49-F238E27FC236}">
                <ns2:creationId id="{FE9E84C3-9F99-40E4-A9E5-458AFF665631}"/>
              </a:ext>
            </a:extLst>
          </p:cNvPr>
          <p:cNvSpPr>
            <a:spLocks noGrp="1"/>
          </p:cNvSpPr>
          <p:nvPr/>
        </p:nvSpPr>
        <p:spPr>
          <a:xfrm>
            <a:off x="4733925" y="5629275"/>
            <a:ext cx="2333625" cy="428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300" b="1" lang="ko-KR">
                <a:solidFill>
                  <a:srgbClr val="111111"/>
                </a:solidFill>
                <a:latin typeface="Calibri"/>
                <a:ea typeface="Calibri"/>
                <a:cs typeface="Calibri"/>
              </a:defRPr>
            </a:defPPr>
            <a:lvl1pPr algn="ctr">
              <a:defRPr sz="1300" b="1" lang="ko-KR">
                <a:solidFill>
                  <a:srgbClr val="111111"/>
                </a:solidFill>
                <a:latin typeface="Calibri"/>
                <a:ea typeface="Calibri"/>
                <a:cs typeface="Calibri"/>
              </a:defRPr>
            </a:lvl1pPr>
            <a:lvl2pPr algn="ctr">
              <a:defRPr sz="1300" b="1" lang="ko-KR">
                <a:solidFill>
                  <a:srgbClr val="111111"/>
                </a:solidFill>
                <a:latin typeface="Calibri"/>
                <a:ea typeface="Calibri"/>
                <a:cs typeface="Calibri"/>
              </a:defRPr>
            </a:lvl2pPr>
            <a:lvl3pPr algn="ctr">
              <a:defRPr sz="1300" b="1" lang="ko-KR">
                <a:solidFill>
                  <a:srgbClr val="111111"/>
                </a:solidFill>
                <a:latin typeface="Calibri"/>
                <a:ea typeface="Calibri"/>
                <a:cs typeface="Calibri"/>
              </a:defRPr>
            </a:lvl3pPr>
            <a:lvl4pPr algn="ctr">
              <a:defRPr sz="1300" b="1" lang="ko-KR">
                <a:solidFill>
                  <a:srgbClr val="111111"/>
                </a:solidFill>
                <a:latin typeface="Calibri"/>
                <a:ea typeface="Calibri"/>
                <a:cs typeface="Calibri"/>
              </a:defRPr>
            </a:lvl4pPr>
            <a:lvl5pPr algn="ctr">
              <a:defRPr sz="1300" b="1" lang="ko-KR">
                <a:solidFill>
                  <a:srgbClr val="111111"/>
                </a:solidFill>
                <a:latin typeface="Calibri"/>
                <a:ea typeface="Calibri"/>
                <a:cs typeface="Calibri"/>
              </a:defRPr>
            </a:lvl5pPr>
            <a:lvl6pPr algn="ctr">
              <a:defRPr sz="1300" b="1" lang="ko-KR">
                <a:solidFill>
                  <a:srgbClr val="111111"/>
                </a:solidFill>
                <a:latin typeface="Calibri"/>
                <a:ea typeface="Calibri"/>
                <a:cs typeface="Calibri"/>
              </a:defRPr>
            </a:lvl6pPr>
            <a:lvl7pPr algn="ctr">
              <a:defRPr sz="1300" b="1" lang="ko-KR">
                <a:solidFill>
                  <a:srgbClr val="111111"/>
                </a:solidFill>
                <a:latin typeface="Calibri"/>
                <a:ea typeface="Calibri"/>
                <a:cs typeface="Calibri"/>
              </a:defRPr>
            </a:lvl7pPr>
            <a:lvl8pPr algn="ctr">
              <a:defRPr sz="1300" b="1" lang="ko-KR">
                <a:solidFill>
                  <a:srgbClr val="111111"/>
                </a:solidFill>
                <a:latin typeface="Calibri"/>
                <a:ea typeface="Calibri"/>
                <a:cs typeface="Calibri"/>
              </a:defRPr>
            </a:lvl8pPr>
            <a:lvl9pPr algn="ctr">
              <a:defRPr sz="1300" b="1" lang="ko-KR">
                <a:solidFill>
                  <a:srgbClr val="111111"/>
                </a:solidFill>
                <a:latin typeface="Calibri"/>
                <a:ea typeface="Calibri"/>
                <a:cs typeface="Calibri"/>
              </a:defRPr>
            </a:lvl9pPr>
          </a:lstStyle>
          <a:p>
            <a:pPr algn="ctr">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1172" name="v10 edge:d4Aprepare">
            <a:extLst>
              <a:ext uri="{FF2B5EF4-FFF2-40B4-BE49-F238E27FC236}">
                <ns2:creationId id="{FAA65B6F-42C9-4C76-9855-2F8D8F9D04FF}"/>
              </a:ext>
            </a:extLst>
          </p:cNvPr>
          <p:cNvSpPr>
            <a:spLocks noGrp="1"/>
          </p:cNvSpPr>
          <p:nvPr/>
        </p:nvSpPr>
        <p:spPr>
          <a:xfrm>
            <a:off x="3733800" y="3276600"/>
            <a:ext cx="809625" cy="1581150"/>
          </a:xfrm>
          <a:custGeom>
            <a:pathLst>
              <a:path w="809625" h="1581150">
                <a:moveTo>
                  <a:pt x="447675" y="1581150"/>
                </a:moveTo>
                <a:lnTo>
                  <a:pt x="809625" y="1581150"/>
                </a:lnTo>
                <a:lnTo>
                  <a:pt x="809625" y="933450"/>
                </a:lnTo>
                <a:lnTo>
                  <a:pt x="0" y="933450"/>
                </a:lnTo>
                <a:lnTo>
                  <a:pt x="0" y="0"/>
                </a:lnTo>
              </a:path>
            </a:pathLst>
          </a:custGeom>
          <a:noFill/>
          <a:ln w="17145">
            <a:solidFill>
              <a:srgbClr val="111111"/>
            </a:solidFill>
            <a:prstDash val="solid"/>
          </a:ln>
        </p:spPr>
      </p:sp>
      <p:sp>
        <p:nvSpPr>
          <p:cNvPr id="1173" name="v10 arrow:d4Aprepare">
            <a:extLst>
              <a:ext uri="{FF2B5EF4-FFF2-40B4-BE49-F238E27FC236}">
                <ns2:creationId id="{FC285EC0-896B-4C4E-9F43-C4F3A6860DCE}"/>
              </a:ext>
            </a:extLst>
          </p:cNvPr>
          <p:cNvSpPr>
            <a:spLocks noGrp="1"/>
          </p:cNvSpPr>
          <p:nvPr/>
        </p:nvSpPr>
        <p:spPr>
          <a:xfrm>
            <a:off x="3695700" y="32766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74" name="v10 label 1 현재 목적 / 구성 요청">
            <a:extLst>
              <a:ext uri="{FF2B5EF4-FFF2-40B4-BE49-F238E27FC236}">
                <ns2:creationId id="{B221003C-F481-4FAF-99BD-4DB3B6044EE6}"/>
              </a:ext>
            </a:extLst>
          </p:cNvPr>
          <p:cNvSpPr>
            <a:spLocks noGrp="1"/>
          </p:cNvSpPr>
          <p:nvPr/>
        </p:nvSpPr>
        <p:spPr>
          <a:xfrm>
            <a:off x="3257550" y="4114800"/>
            <a:ext cx="1809750"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1 현재 목적 / 구성 요청</a:t>
            </a:r>
            <a:endParaRPr lang="ko-KR">
              <a:latin typeface="Calibri"/>
              <a:ea typeface="Calibri"/>
              <a:cs typeface="Calibri"/>
            </a:endParaRPr>
          </a:p>
        </p:txBody>
      </p:sp>
      <p:sp>
        <p:nvSpPr>
          <p:cNvPr id="1175" name="v10 edge:d4Aprepared">
            <a:extLst>
              <a:ext uri="{FF2B5EF4-FFF2-40B4-BE49-F238E27FC236}">
                <ns2:creationId id="{222140C0-2198-4FD9-BD0A-BF17918BB845}"/>
              </a:ext>
            </a:extLst>
          </p:cNvPr>
          <p:cNvSpPr>
            <a:spLocks noGrp="1"/>
          </p:cNvSpPr>
          <p:nvPr/>
        </p:nvSpPr>
        <p:spPr>
          <a:xfrm>
            <a:off x="1876425" y="3209925"/>
            <a:ext cx="219075" cy="1724025"/>
          </a:xfrm>
          <a:custGeom>
            <a:pathLst>
              <a:path w="219075" h="1724025">
                <a:moveTo>
                  <a:pt x="219075" y="0"/>
                </a:moveTo>
                <a:lnTo>
                  <a:pt x="0" y="0"/>
                </a:lnTo>
                <a:lnTo>
                  <a:pt x="0" y="1724025"/>
                </a:lnTo>
                <a:lnTo>
                  <a:pt x="219075" y="1724025"/>
                </a:lnTo>
              </a:path>
            </a:pathLst>
          </a:custGeom>
          <a:noFill/>
          <a:ln w="17145">
            <a:solidFill>
              <a:srgbClr val="111111"/>
            </a:solidFill>
            <a:prstDash val="dash"/>
          </a:ln>
        </p:spPr>
      </p:sp>
      <p:sp>
        <p:nvSpPr>
          <p:cNvPr id="1176" name="v10 arrow:d4Aprepared">
            <a:extLst>
              <a:ext uri="{FF2B5EF4-FFF2-40B4-BE49-F238E27FC236}">
                <ns2:creationId id="{D76DB272-9130-4F9B-9975-2642BA79A19B}"/>
              </a:ext>
            </a:extLst>
          </p:cNvPr>
          <p:cNvSpPr>
            <a:spLocks noGrp="1"/>
          </p:cNvSpPr>
          <p:nvPr/>
        </p:nvSpPr>
        <p:spPr>
          <a:xfrm>
            <a:off x="2009775" y="4895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77" name="v10 label 2 인계 후보">
            <a:extLst>
              <a:ext uri="{FF2B5EF4-FFF2-40B4-BE49-F238E27FC236}">
                <ns2:creationId id="{68C31B00-D0D6-4068-9DD7-2D8A5CE771E3}"/>
              </a:ext>
            </a:extLst>
          </p:cNvPr>
          <p:cNvSpPr>
            <a:spLocks noGrp="1"/>
          </p:cNvSpPr>
          <p:nvPr/>
        </p:nvSpPr>
        <p:spPr>
          <a:xfrm>
            <a:off x="1924050" y="4133850"/>
            <a:ext cx="128587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2 인계 후보</a:t>
            </a:r>
            <a:endParaRPr lang="ko-KR">
              <a:latin typeface="Calibri"/>
              <a:ea typeface="Calibri"/>
              <a:cs typeface="Calibri"/>
            </a:endParaRPr>
          </a:p>
        </p:txBody>
      </p:sp>
      <p:sp>
        <p:nvSpPr>
          <p:cNvPr id="1178" name="v10 edge:d4Aadmission">
            <a:extLst>
              <a:ext uri="{FF2B5EF4-FFF2-40B4-BE49-F238E27FC236}">
                <ns2:creationId id="{D08852CC-4E82-4025-8EDB-F2062CF33BB4}"/>
              </a:ext>
            </a:extLst>
          </p:cNvPr>
          <p:cNvSpPr>
            <a:spLocks noGrp="1"/>
          </p:cNvSpPr>
          <p:nvPr/>
        </p:nvSpPr>
        <p:spPr>
          <a:xfrm>
            <a:off x="4181475" y="4933950"/>
            <a:ext cx="676275" cy="953"/>
          </a:xfrm>
          <a:custGeom>
            <a:pathLst>
              <a:path w="676275" h="953">
                <a:moveTo>
                  <a:pt x="0" y="0"/>
                </a:moveTo>
                <a:lnTo>
                  <a:pt x="676275" y="0"/>
                </a:lnTo>
              </a:path>
            </a:pathLst>
          </a:custGeom>
          <a:noFill/>
          <a:ln w="17145">
            <a:solidFill>
              <a:srgbClr val="111111"/>
            </a:solidFill>
            <a:prstDash val="solid"/>
          </a:ln>
        </p:spPr>
      </p:sp>
      <p:sp>
        <p:nvSpPr>
          <p:cNvPr id="1179" name="v10 arrow:d4Aadmission">
            <a:extLst>
              <a:ext uri="{FF2B5EF4-FFF2-40B4-BE49-F238E27FC236}">
                <ns2:creationId id="{AA8E69C8-BB12-4EA3-B621-A8779C147953}"/>
              </a:ext>
            </a:extLst>
          </p:cNvPr>
          <p:cNvSpPr>
            <a:spLocks noGrp="1"/>
          </p:cNvSpPr>
          <p:nvPr/>
        </p:nvSpPr>
        <p:spPr>
          <a:xfrm>
            <a:off x="4772025" y="4895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80" name="v10 label 3 허가">
            <a:extLst>
              <a:ext uri="{FF2B5EF4-FFF2-40B4-BE49-F238E27FC236}">
                <ns2:creationId id="{71182742-9BAC-4F2B-9D63-B61EB6E87DA9}"/>
              </a:ext>
            </a:extLst>
          </p:cNvPr>
          <p:cNvSpPr>
            <a:spLocks noGrp="1"/>
          </p:cNvSpPr>
          <p:nvPr/>
        </p:nvSpPr>
        <p:spPr>
          <a:xfrm>
            <a:off x="4267200" y="4619625"/>
            <a:ext cx="542925" cy="2381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3 허가</a:t>
            </a:r>
            <a:endParaRPr lang="ko-KR">
              <a:latin typeface="Calibri"/>
              <a:ea typeface="Calibri"/>
              <a:cs typeface="Calibri"/>
            </a:endParaRPr>
          </a:p>
        </p:txBody>
      </p:sp>
      <p:sp>
        <p:nvSpPr>
          <p:cNvPr id="1181" name="v10 edge:d4Acommand-send">
            <a:extLst>
              <a:ext uri="{FF2B5EF4-FFF2-40B4-BE49-F238E27FC236}">
                <ns2:creationId id="{7308086B-8352-4D1E-B261-D886D000093D}"/>
              </a:ext>
            </a:extLst>
          </p:cNvPr>
          <p:cNvSpPr>
            <a:spLocks noGrp="1"/>
          </p:cNvSpPr>
          <p:nvPr/>
        </p:nvSpPr>
        <p:spPr>
          <a:xfrm>
            <a:off x="4181475" y="5048250"/>
            <a:ext cx="1714500" cy="885825"/>
          </a:xfrm>
          <a:custGeom>
            <a:pathLst>
              <a:path w="1714500" h="885825">
                <a:moveTo>
                  <a:pt x="1714500" y="0"/>
                </a:moveTo>
                <a:lnTo>
                  <a:pt x="1714500" y="152400"/>
                </a:lnTo>
                <a:lnTo>
                  <a:pt x="314325" y="152400"/>
                </a:lnTo>
                <a:lnTo>
                  <a:pt x="314325" y="885825"/>
                </a:lnTo>
                <a:lnTo>
                  <a:pt x="0" y="885825"/>
                </a:lnTo>
              </a:path>
            </a:pathLst>
          </a:custGeom>
          <a:noFill/>
          <a:ln w="17145">
            <a:solidFill>
              <a:srgbClr val="111111"/>
            </a:solidFill>
            <a:prstDash val="solid"/>
          </a:ln>
        </p:spPr>
      </p:sp>
      <p:sp>
        <p:nvSpPr>
          <p:cNvPr id="1182" name="v10 arrow:d4Acommand-send">
            <a:extLst>
              <a:ext uri="{FF2B5EF4-FFF2-40B4-BE49-F238E27FC236}">
                <ns2:creationId id="{0BAE44F9-75B2-414B-9A6D-88F60AE0DFDA}"/>
              </a:ext>
            </a:extLst>
          </p:cNvPr>
          <p:cNvSpPr>
            <a:spLocks noGrp="1"/>
          </p:cNvSpPr>
          <p:nvPr/>
        </p:nvSpPr>
        <p:spPr>
          <a:xfrm>
            <a:off x="4181475" y="58959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83" name="v10 label 4 명령">
            <a:extLst>
              <a:ext uri="{FF2B5EF4-FFF2-40B4-BE49-F238E27FC236}">
                <ns2:creationId id="{7D00E2D3-51BB-4269-AAC7-1D24BEF5556F}"/>
              </a:ext>
            </a:extLst>
          </p:cNvPr>
          <p:cNvSpPr>
            <a:spLocks noGrp="1"/>
          </p:cNvSpPr>
          <p:nvPr/>
        </p:nvSpPr>
        <p:spPr>
          <a:xfrm>
            <a:off x="4610100" y="5095875"/>
            <a:ext cx="10001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4 명령</a:t>
            </a:r>
            <a:endParaRPr lang="ko-KR">
              <a:latin typeface="Calibri"/>
              <a:ea typeface="Calibri"/>
              <a:cs typeface="Calibri"/>
            </a:endParaRPr>
          </a:p>
        </p:txBody>
      </p:sp>
      <p:sp>
        <p:nvSpPr>
          <p:cNvPr id="1184" name="v10 edge:d4Adispatch">
            <a:extLst>
              <a:ext uri="{FF2B5EF4-FFF2-40B4-BE49-F238E27FC236}">
                <ns2:creationId id="{E954EF29-4825-420C-B868-79AD03EDDBFF}"/>
              </a:ext>
            </a:extLst>
          </p:cNvPr>
          <p:cNvSpPr>
            <a:spLocks noGrp="1"/>
          </p:cNvSpPr>
          <p:nvPr/>
        </p:nvSpPr>
        <p:spPr>
          <a:xfrm>
            <a:off x="4181475" y="5848350"/>
            <a:ext cx="552450" cy="953"/>
          </a:xfrm>
          <a:custGeom>
            <a:pathLst>
              <a:path w="552450" h="953">
                <a:moveTo>
                  <a:pt x="0" y="0"/>
                </a:moveTo>
                <a:lnTo>
                  <a:pt x="552450" y="0"/>
                </a:lnTo>
              </a:path>
            </a:pathLst>
          </a:custGeom>
          <a:noFill/>
          <a:ln w="17145">
            <a:solidFill>
              <a:srgbClr val="111111"/>
            </a:solidFill>
            <a:prstDash val="solid"/>
          </a:ln>
        </p:spPr>
      </p:sp>
      <p:sp>
        <p:nvSpPr>
          <p:cNvPr id="1185" name="v10 arrow:d4Adispatch">
            <a:extLst>
              <a:ext uri="{FF2B5EF4-FFF2-40B4-BE49-F238E27FC236}">
                <ns2:creationId id="{56B0935D-CE49-4FC5-AD7C-E695357B25C6}"/>
              </a:ext>
            </a:extLst>
          </p:cNvPr>
          <p:cNvSpPr>
            <a:spLocks noGrp="1"/>
          </p:cNvSpPr>
          <p:nvPr/>
        </p:nvSpPr>
        <p:spPr>
          <a:xfrm>
            <a:off x="4648200" y="58102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86" name="v10 label 5 전송">
            <a:extLst>
              <a:ext uri="{FF2B5EF4-FFF2-40B4-BE49-F238E27FC236}">
                <ns2:creationId id="{49470775-7448-4F80-A8B6-7E77F4EBE81E}"/>
              </a:ext>
            </a:extLst>
          </p:cNvPr>
          <p:cNvSpPr>
            <a:spLocks noGrp="1"/>
          </p:cNvSpPr>
          <p:nvPr/>
        </p:nvSpPr>
        <p:spPr>
          <a:xfrm>
            <a:off x="4229100" y="5610225"/>
            <a:ext cx="485775" cy="19050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5 전송</a:t>
            </a:r>
            <a:endParaRPr lang="ko-KR">
              <a:latin typeface="Calibri"/>
              <a:ea typeface="Calibri"/>
              <a:cs typeface="Calibri"/>
            </a:endParaRPr>
          </a:p>
        </p:txBody>
      </p:sp>
      <p:sp>
        <p:nvSpPr>
          <p:cNvPr id="1187" name="v10 edge:d4Areceipt">
            <a:extLst>
              <a:ext uri="{FF2B5EF4-FFF2-40B4-BE49-F238E27FC236}">
                <ns2:creationId id="{5BD29D24-174E-4B95-A3DE-156B2207E441}"/>
              </a:ext>
            </a:extLst>
          </p:cNvPr>
          <p:cNvSpPr>
            <a:spLocks noGrp="1"/>
          </p:cNvSpPr>
          <p:nvPr/>
        </p:nvSpPr>
        <p:spPr>
          <a:xfrm>
            <a:off x="4181475" y="6019800"/>
            <a:ext cx="552450" cy="953"/>
          </a:xfrm>
          <a:custGeom>
            <a:pathLst>
              <a:path w="552450" h="953">
                <a:moveTo>
                  <a:pt x="552450" y="0"/>
                </a:moveTo>
                <a:lnTo>
                  <a:pt x="0" y="0"/>
                </a:lnTo>
              </a:path>
            </a:pathLst>
          </a:custGeom>
          <a:noFill/>
          <a:ln w="17145">
            <a:solidFill>
              <a:srgbClr val="111111"/>
            </a:solidFill>
            <a:prstDash val="dash"/>
          </a:ln>
        </p:spPr>
      </p:sp>
      <p:sp>
        <p:nvSpPr>
          <p:cNvPr id="1188" name="v10 arrow:d4Areceipt">
            <a:extLst>
              <a:ext uri="{FF2B5EF4-FFF2-40B4-BE49-F238E27FC236}">
                <ns2:creationId id="{46070C17-55B4-4782-B2FD-B8E05B20D036}"/>
              </a:ext>
            </a:extLst>
          </p:cNvPr>
          <p:cNvSpPr>
            <a:spLocks noGrp="1"/>
          </p:cNvSpPr>
          <p:nvPr/>
        </p:nvSpPr>
        <p:spPr>
          <a:xfrm>
            <a:off x="4181475" y="59817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89" name="v10 label 확인">
            <a:extLst>
              <a:ext uri="{FF2B5EF4-FFF2-40B4-BE49-F238E27FC236}">
                <ns2:creationId id="{B9DF9832-6047-4247-89B7-C2DEB6AB5E8F}"/>
              </a:ext>
            </a:extLst>
          </p:cNvPr>
          <p:cNvSpPr>
            <a:spLocks noGrp="1"/>
          </p:cNvSpPr>
          <p:nvPr/>
        </p:nvSpPr>
        <p:spPr>
          <a:xfrm>
            <a:off x="4295775" y="5972175"/>
            <a:ext cx="400050" cy="17145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확인</a:t>
            </a:r>
            <a:endParaRPr lang="ko-KR">
              <a:latin typeface="Calibri"/>
              <a:ea typeface="Calibri"/>
              <a:cs typeface="Calibri"/>
            </a:endParaRPr>
          </a:p>
        </p:txBody>
      </p:sp>
      <p:sp>
        <p:nvSpPr>
          <p:cNvPr id="1190" name="v10 node:d4Bsource">
            <a:extLst>
              <a:ext uri="{FF2B5EF4-FFF2-40B4-BE49-F238E27FC236}">
                <ns2:creationId id="{3A76EE00-C03B-473B-8054-B4C277661BE4}"/>
              </a:ext>
            </a:extLst>
          </p:cNvPr>
          <p:cNvSpPr>
            <a:spLocks noGrp="1"/>
          </p:cNvSpPr>
          <p:nvPr/>
        </p:nvSpPr>
        <p:spPr>
          <a:xfrm>
            <a:off x="7381875" y="2162175"/>
            <a:ext cx="5095875" cy="2762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400" b="1" lang="ko-KR">
                <a:solidFill>
                  <a:srgbClr val="111111"/>
                </a:solidFill>
                <a:latin typeface="Calibri"/>
                <a:ea typeface="Calibri"/>
                <a:cs typeface="Calibri"/>
              </a:defRPr>
            </a:defPPr>
            <a:lvl1pPr algn="ctr">
              <a:defRPr sz="1400" b="1" lang="ko-KR">
                <a:solidFill>
                  <a:srgbClr val="111111"/>
                </a:solidFill>
                <a:latin typeface="Calibri"/>
                <a:ea typeface="Calibri"/>
                <a:cs typeface="Calibri"/>
              </a:defRPr>
            </a:lvl1pPr>
            <a:lvl2pPr algn="ctr">
              <a:defRPr sz="1400" b="1" lang="ko-KR">
                <a:solidFill>
                  <a:srgbClr val="111111"/>
                </a:solidFill>
                <a:latin typeface="Calibri"/>
                <a:ea typeface="Calibri"/>
                <a:cs typeface="Calibri"/>
              </a:defRPr>
            </a:lvl2pPr>
            <a:lvl3pPr algn="ctr">
              <a:defRPr sz="1400" b="1" lang="ko-KR">
                <a:solidFill>
                  <a:srgbClr val="111111"/>
                </a:solidFill>
                <a:latin typeface="Calibri"/>
                <a:ea typeface="Calibri"/>
                <a:cs typeface="Calibri"/>
              </a:defRPr>
            </a:lvl3pPr>
            <a:lvl4pPr algn="ctr">
              <a:defRPr sz="1400" b="1" lang="ko-KR">
                <a:solidFill>
                  <a:srgbClr val="111111"/>
                </a:solidFill>
                <a:latin typeface="Calibri"/>
                <a:ea typeface="Calibri"/>
                <a:cs typeface="Calibri"/>
              </a:defRPr>
            </a:lvl4pPr>
            <a:lvl5pPr algn="ctr">
              <a:defRPr sz="1400" b="1" lang="ko-KR">
                <a:solidFill>
                  <a:srgbClr val="111111"/>
                </a:solidFill>
                <a:latin typeface="Calibri"/>
                <a:ea typeface="Calibri"/>
                <a:cs typeface="Calibri"/>
              </a:defRPr>
            </a:lvl5pPr>
            <a:lvl6pPr algn="ctr">
              <a:defRPr sz="1400" b="1" lang="ko-KR">
                <a:solidFill>
                  <a:srgbClr val="111111"/>
                </a:solidFill>
                <a:latin typeface="Calibri"/>
                <a:ea typeface="Calibri"/>
                <a:cs typeface="Calibri"/>
              </a:defRPr>
            </a:lvl6pPr>
            <a:lvl7pPr algn="ctr">
              <a:defRPr sz="1400" b="1" lang="ko-KR">
                <a:solidFill>
                  <a:srgbClr val="111111"/>
                </a:solidFill>
                <a:latin typeface="Calibri"/>
                <a:ea typeface="Calibri"/>
                <a:cs typeface="Calibri"/>
              </a:defRPr>
            </a:lvl7pPr>
            <a:lvl8pPr algn="ctr">
              <a:defRPr sz="1400" b="1" lang="ko-KR">
                <a:solidFill>
                  <a:srgbClr val="111111"/>
                </a:solidFill>
                <a:latin typeface="Calibri"/>
                <a:ea typeface="Calibri"/>
                <a:cs typeface="Calibri"/>
              </a:defRPr>
            </a:lvl8pPr>
            <a:lvl9pPr algn="ctr">
              <a:defRPr sz="1400" b="1" lang="ko-KR">
                <a:solidFill>
                  <a:srgbClr val="111111"/>
                </a:solidFill>
                <a:latin typeface="Calibri"/>
                <a:ea typeface="Calibri"/>
                <a:cs typeface="Calibri"/>
              </a:defRPr>
            </a:lvl9pPr>
          </a:lstStyle>
          <a:p>
            <a:pPr algn="ctr">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공통 원본 owner (VIA 내부)</a:t>
            </a:r>
            <a:endParaRPr lang="ko-KR">
              <a:latin typeface="Calibri"/>
              <a:ea typeface="Calibri"/>
              <a:cs typeface="Calibri"/>
            </a:endParaRPr>
          </a:p>
        </p:txBody>
      </p:sp>
      <p:sp>
        <p:nvSpPr>
          <p:cNvPr id="1191" name="v10 node:d4Bcm">
            <a:extLst>
              <a:ext uri="{FF2B5EF4-FFF2-40B4-BE49-F238E27FC236}">
                <ns2:creationId id="{BFEFE265-9DDE-4D4A-821C-A851D8AEBA6A}"/>
              </a:ext>
            </a:extLst>
          </p:cNvPr>
          <p:cNvSpPr>
            <a:spLocks noGrp="1"/>
          </p:cNvSpPr>
          <p:nvPr/>
        </p:nvSpPr>
        <p:spPr>
          <a:xfrm>
            <a:off x="7381875" y="2533650"/>
            <a:ext cx="5095875" cy="1543050"/>
          </a:xfrm>
          <a:prstGeom prst="rect">
            <a:avLst/>
          </a:prstGeom>
          <a:solidFill>
            <a:srgbClr val="FFF6DD"/>
          </a:solidFill>
          <a:ln w="16193">
            <a:solidFill>
              <a:srgbClr val="111111"/>
            </a:solidFill>
          </a:ln>
        </p:spPr>
        <p:txBody>
          <a:bodyPr wrap="none" lIns="47625" tIns="19050" rIns="47625" bIns="12001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192" name="v10 divider d4Bcm">
            <a:extLst>
              <a:ext uri="{FF2B5EF4-FFF2-40B4-BE49-F238E27FC236}">
                <ns2:creationId id="{CB999356-A6C9-4D10-B75C-81F2E33191AC}"/>
              </a:ext>
            </a:extLst>
          </p:cNvPr>
          <p:cNvSpPr>
            <a:spLocks noGrp="1"/>
          </p:cNvSpPr>
          <p:nvPr/>
        </p:nvSpPr>
        <p:spPr>
          <a:xfrm>
            <a:off x="7381875" y="2895600"/>
            <a:ext cx="5095875" cy="953"/>
          </a:xfrm>
          <a:custGeom>
            <a:pathLst>
              <a:path w="5095875" h="953">
                <a:moveTo>
                  <a:pt x="0" y="0"/>
                </a:moveTo>
                <a:lnTo>
                  <a:pt x="5095875" y="0"/>
                </a:lnTo>
              </a:path>
            </a:pathLst>
          </a:custGeom>
          <a:noFill/>
          <a:ln w="9525">
            <a:solidFill>
              <a:srgbClr val="111111"/>
            </a:solidFill>
            <a:prstDash val="solid"/>
          </a:ln>
        </p:spPr>
      </p:sp>
      <p:sp>
        <p:nvSpPr>
          <p:cNvPr id="1193" name="v10 node:d4Bcompose">
            <a:extLst>
              <a:ext uri="{FF2B5EF4-FFF2-40B4-BE49-F238E27FC236}">
                <ns2:creationId id="{5EAC0E45-C9E2-49DC-A9A5-E934CF7F1D7B}"/>
              </a:ext>
            </a:extLst>
          </p:cNvPr>
          <p:cNvSpPr>
            <a:spLocks noGrp="1"/>
          </p:cNvSpPr>
          <p:nvPr/>
        </p:nvSpPr>
        <p:spPr>
          <a:xfrm>
            <a:off x="7505700" y="2952750"/>
            <a:ext cx="2362200" cy="323850"/>
          </a:xfrm>
          <a:prstGeom prst="roundRect">
            <a:avLst>
              <a:gd name="adj" fmla="val 23529"/>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업무 기록 생산기</a:t>
            </a:r>
            <a:endParaRPr lang="ko-KR">
              <a:latin typeface="Calibri"/>
              <a:ea typeface="Calibri"/>
              <a:cs typeface="Calibri"/>
            </a:endParaRPr>
          </a:p>
        </p:txBody>
      </p:sp>
      <p:sp>
        <p:nvSpPr>
          <p:cNvPr id="1194" name="v10 node:d4Brecord">
            <a:extLst>
              <a:ext uri="{FF2B5EF4-FFF2-40B4-BE49-F238E27FC236}">
                <ns2:creationId id="{0F1E0FCB-BF48-436D-AF31-ADC64E50F03A}"/>
              </a:ext>
            </a:extLst>
          </p:cNvPr>
          <p:cNvSpPr>
            <a:spLocks noGrp="1"/>
          </p:cNvSpPr>
          <p:nvPr/>
        </p:nvSpPr>
        <p:spPr>
          <a:xfrm>
            <a:off x="10191750" y="2952750"/>
            <a:ext cx="2143125" cy="561975"/>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업무 기록 / 의존 판본</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내구 기록</a:t>
            </a:r>
            <a:endParaRPr lang="ko-KR">
              <a:latin typeface="Calibri"/>
              <a:ea typeface="Calibri"/>
              <a:cs typeface="Calibri"/>
            </a:endParaRPr>
          </a:p>
        </p:txBody>
      </p:sp>
      <p:sp>
        <p:nvSpPr>
          <p:cNvPr id="1195" name="v10 node:d4Bextract">
            <a:extLst>
              <a:ext uri="{FF2B5EF4-FFF2-40B4-BE49-F238E27FC236}">
                <ns2:creationId id="{D2714165-3852-4B93-A84C-43985C2107CE}"/>
              </a:ext>
            </a:extLst>
          </p:cNvPr>
          <p:cNvSpPr>
            <a:spLocks noGrp="1"/>
          </p:cNvSpPr>
          <p:nvPr/>
        </p:nvSpPr>
        <p:spPr>
          <a:xfrm>
            <a:off x="7505700" y="3638550"/>
            <a:ext cx="4829175" cy="323850"/>
          </a:xfrm>
          <a:prstGeom prst="roundRect">
            <a:avLst>
              <a:gd name="adj" fmla="val 23529"/>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목적별 추출 및 원본 보완기</a:t>
            </a:r>
            <a:endParaRPr lang="ko-KR">
              <a:latin typeface="Calibri"/>
              <a:ea typeface="Calibri"/>
              <a:cs typeface="Calibri"/>
            </a:endParaRPr>
          </a:p>
        </p:txBody>
      </p:sp>
      <p:sp>
        <p:nvSpPr>
          <p:cNvPr id="1196" name="v10 edge:d4Brecord-publish">
            <a:extLst>
              <a:ext uri="{FF2B5EF4-FFF2-40B4-BE49-F238E27FC236}">
                <ns2:creationId id="{DDE04AC1-826A-4C57-87E4-64161BE4D5D2}"/>
              </a:ext>
            </a:extLst>
          </p:cNvPr>
          <p:cNvSpPr>
            <a:spLocks noGrp="1"/>
          </p:cNvSpPr>
          <p:nvPr/>
        </p:nvSpPr>
        <p:spPr>
          <a:xfrm>
            <a:off x="9867900" y="3095625"/>
            <a:ext cx="323850" cy="953"/>
          </a:xfrm>
          <a:custGeom>
            <a:pathLst>
              <a:path w="323850" h="953">
                <a:moveTo>
                  <a:pt x="0" y="0"/>
                </a:moveTo>
                <a:lnTo>
                  <a:pt x="323850" y="0"/>
                </a:lnTo>
              </a:path>
            </a:pathLst>
          </a:custGeom>
          <a:noFill/>
          <a:ln w="17145">
            <a:solidFill>
              <a:srgbClr val="32824A"/>
            </a:solidFill>
            <a:prstDash val="solid"/>
          </a:ln>
        </p:spPr>
      </p:sp>
      <p:sp>
        <p:nvSpPr>
          <p:cNvPr id="1197" name="v10 arrow:d4Brecord-publish">
            <a:extLst>
              <a:ext uri="{FF2B5EF4-FFF2-40B4-BE49-F238E27FC236}">
                <ns2:creationId id="{A1FC87A1-18D5-44D5-A245-E157898975B7}"/>
              </a:ext>
            </a:extLst>
          </p:cNvPr>
          <p:cNvSpPr>
            <a:spLocks noGrp="1"/>
          </p:cNvSpPr>
          <p:nvPr/>
        </p:nvSpPr>
        <p:spPr>
          <a:xfrm>
            <a:off x="10106025" y="305752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198" name="v10 edge:d4Brecord-read">
            <a:extLst>
              <a:ext uri="{FF2B5EF4-FFF2-40B4-BE49-F238E27FC236}">
                <ns2:creationId id="{EE65508D-AA1E-4B78-8D0D-6C219FD2BA0D}"/>
              </a:ext>
            </a:extLst>
          </p:cNvPr>
          <p:cNvSpPr>
            <a:spLocks noGrp="1"/>
          </p:cNvSpPr>
          <p:nvPr/>
        </p:nvSpPr>
        <p:spPr>
          <a:xfrm>
            <a:off x="11287125" y="3514725"/>
            <a:ext cx="953" cy="123825"/>
          </a:xfrm>
          <a:custGeom>
            <a:pathLst>
              <a:path w="953" h="123825">
                <a:moveTo>
                  <a:pt x="0" y="0"/>
                </a:moveTo>
                <a:lnTo>
                  <a:pt x="0" y="123825"/>
                </a:lnTo>
              </a:path>
            </a:pathLst>
          </a:custGeom>
          <a:noFill/>
          <a:ln w="17145">
            <a:solidFill>
              <a:srgbClr val="32824A"/>
            </a:solidFill>
            <a:prstDash val="dash"/>
          </a:ln>
        </p:spPr>
      </p:sp>
      <p:sp>
        <p:nvSpPr>
          <p:cNvPr id="1199" name="v10 arrow:d4Brecord-read">
            <a:extLst>
              <a:ext uri="{FF2B5EF4-FFF2-40B4-BE49-F238E27FC236}">
                <ns2:creationId id="{8AFC2D52-764D-483B-8391-C68462DBC3AA}"/>
              </a:ext>
            </a:extLst>
          </p:cNvPr>
          <p:cNvSpPr>
            <a:spLocks noGrp="1"/>
          </p:cNvSpPr>
          <p:nvPr/>
        </p:nvSpPr>
        <p:spPr>
          <a:xfrm>
            <a:off x="11249025" y="35528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00" name="v10 edge:d4Bextract-raw-read">
            <a:extLst>
              <a:ext uri="{FF2B5EF4-FFF2-40B4-BE49-F238E27FC236}">
                <ns2:creationId id="{7876D8CD-CB1B-4ACF-A36E-AFE3C18152EB}"/>
              </a:ext>
            </a:extLst>
          </p:cNvPr>
          <p:cNvSpPr>
            <a:spLocks noGrp="1"/>
          </p:cNvSpPr>
          <p:nvPr/>
        </p:nvSpPr>
        <p:spPr>
          <a:xfrm>
            <a:off x="12334875" y="2438400"/>
            <a:ext cx="123825" cy="1304925"/>
          </a:xfrm>
          <a:custGeom>
            <a:pathLst>
              <a:path w="123825" h="1304925">
                <a:moveTo>
                  <a:pt x="0" y="1304925"/>
                </a:moveTo>
                <a:lnTo>
                  <a:pt x="123825" y="1304925"/>
                </a:lnTo>
                <a:lnTo>
                  <a:pt x="123825" y="0"/>
                </a:lnTo>
              </a:path>
            </a:pathLst>
          </a:custGeom>
          <a:noFill/>
          <a:ln w="17145">
            <a:solidFill>
              <a:srgbClr val="32824A"/>
            </a:solidFill>
            <a:prstDash val="solid"/>
          </a:ln>
        </p:spPr>
      </p:sp>
      <p:sp>
        <p:nvSpPr>
          <p:cNvPr id="1201" name="v10 arrow:d4Bextract-raw-read">
            <a:extLst>
              <a:ext uri="{FF2B5EF4-FFF2-40B4-BE49-F238E27FC236}">
                <ns2:creationId id="{6999FF10-5867-4273-AEBB-12C27903972C}"/>
              </a:ext>
            </a:extLst>
          </p:cNvPr>
          <p:cNvSpPr>
            <a:spLocks noGrp="1"/>
          </p:cNvSpPr>
          <p:nvPr/>
        </p:nvSpPr>
        <p:spPr>
          <a:xfrm>
            <a:off x="12420600" y="2438400"/>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1202" name="v10 label 부족분 읽기">
            <a:extLst>
              <a:ext uri="{FF2B5EF4-FFF2-40B4-BE49-F238E27FC236}">
                <ns2:creationId id="{162E3AB7-3311-4B40-A360-A2D06E7DC110}"/>
              </a:ext>
            </a:extLst>
          </p:cNvPr>
          <p:cNvSpPr>
            <a:spLocks noGrp="1"/>
          </p:cNvSpPr>
          <p:nvPr/>
        </p:nvSpPr>
        <p:spPr>
          <a:xfrm>
            <a:off x="11506200" y="2590800"/>
            <a:ext cx="895350" cy="2000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부족분 읽기</a:t>
            </a:r>
            <a:endParaRPr lang="ko-KR">
              <a:latin typeface="Calibri"/>
              <a:ea typeface="Calibri"/>
              <a:cs typeface="Calibri"/>
            </a:endParaRPr>
          </a:p>
        </p:txBody>
      </p:sp>
      <p:sp>
        <p:nvSpPr>
          <p:cNvPr id="1203" name="v10 edge:d4Bextract-raw-result">
            <a:extLst>
              <a:ext uri="{FF2B5EF4-FFF2-40B4-BE49-F238E27FC236}">
                <ns2:creationId id="{30EB9D11-5ACF-409A-951E-9204CF73AB10}"/>
              </a:ext>
            </a:extLst>
          </p:cNvPr>
          <p:cNvSpPr>
            <a:spLocks noGrp="1"/>
          </p:cNvSpPr>
          <p:nvPr/>
        </p:nvSpPr>
        <p:spPr>
          <a:xfrm>
            <a:off x="12334875" y="2438400"/>
            <a:ext cx="66675" cy="1438275"/>
          </a:xfrm>
          <a:custGeom>
            <a:pathLst>
              <a:path w="66675" h="1438275">
                <a:moveTo>
                  <a:pt x="66675" y="0"/>
                </a:moveTo>
                <a:lnTo>
                  <a:pt x="66675" y="1438275"/>
                </a:lnTo>
                <a:lnTo>
                  <a:pt x="0" y="1438275"/>
                </a:lnTo>
              </a:path>
            </a:pathLst>
          </a:custGeom>
          <a:noFill/>
          <a:ln w="17145">
            <a:solidFill>
              <a:srgbClr val="32824A"/>
            </a:solidFill>
            <a:prstDash val="dash"/>
          </a:ln>
        </p:spPr>
      </p:sp>
      <p:sp>
        <p:nvSpPr>
          <p:cNvPr id="1204" name="v10 arrow:d4Bextract-raw-result">
            <a:extLst>
              <a:ext uri="{FF2B5EF4-FFF2-40B4-BE49-F238E27FC236}">
                <ns2:creationId id="{7083DFE8-EA45-4363-ABA3-BE09831D7BDA}"/>
              </a:ext>
            </a:extLst>
          </p:cNvPr>
          <p:cNvSpPr>
            <a:spLocks noGrp="1"/>
          </p:cNvSpPr>
          <p:nvPr/>
        </p:nvSpPr>
        <p:spPr>
          <a:xfrm>
            <a:off x="12334875" y="38385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05" name="v10 edge:d4Braw-read">
            <a:extLst>
              <a:ext uri="{FF2B5EF4-FFF2-40B4-BE49-F238E27FC236}">
                <ns2:creationId id="{91B44AFA-90C9-4F8A-8128-A1341847D860}"/>
              </a:ext>
            </a:extLst>
          </p:cNvPr>
          <p:cNvSpPr>
            <a:spLocks noGrp="1"/>
          </p:cNvSpPr>
          <p:nvPr/>
        </p:nvSpPr>
        <p:spPr>
          <a:xfrm>
            <a:off x="7858125" y="2438400"/>
            <a:ext cx="953" cy="514350"/>
          </a:xfrm>
          <a:custGeom>
            <a:pathLst>
              <a:path w="953" h="514350">
                <a:moveTo>
                  <a:pt x="0" y="514350"/>
                </a:moveTo>
                <a:lnTo>
                  <a:pt x="0" y="0"/>
                </a:lnTo>
              </a:path>
            </a:pathLst>
          </a:custGeom>
          <a:noFill/>
          <a:ln w="17145">
            <a:solidFill>
              <a:srgbClr val="111111"/>
            </a:solidFill>
            <a:prstDash val="solid"/>
          </a:ln>
        </p:spPr>
      </p:sp>
      <p:sp>
        <p:nvSpPr>
          <p:cNvPr id="1206" name="v10 arrow:d4Braw-read">
            <a:extLst>
              <a:ext uri="{FF2B5EF4-FFF2-40B4-BE49-F238E27FC236}">
                <ns2:creationId id="{57A724F2-73B2-4076-B115-3F83A85BC397}"/>
              </a:ext>
            </a:extLst>
          </p:cNvPr>
          <p:cNvSpPr>
            <a:spLocks noGrp="1"/>
          </p:cNvSpPr>
          <p:nvPr/>
        </p:nvSpPr>
        <p:spPr>
          <a:xfrm>
            <a:off x="7820025" y="24384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207" name="v10 label 읽기">
            <a:extLst>
              <a:ext uri="{FF2B5EF4-FFF2-40B4-BE49-F238E27FC236}">
                <ns2:creationId id="{D8FECEF6-9ED1-4578-8698-80669C89D82C}"/>
              </a:ext>
            </a:extLst>
          </p:cNvPr>
          <p:cNvSpPr>
            <a:spLocks noGrp="1"/>
          </p:cNvSpPr>
          <p:nvPr/>
        </p:nvSpPr>
        <p:spPr>
          <a:xfrm>
            <a:off x="7458075" y="2600325"/>
            <a:ext cx="38100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208" name="v10 edge:d4Braw-result">
            <a:extLst>
              <a:ext uri="{FF2B5EF4-FFF2-40B4-BE49-F238E27FC236}">
                <ns2:creationId id="{863E1998-4657-48BF-A97B-6FE52B7E2186}"/>
              </a:ext>
            </a:extLst>
          </p:cNvPr>
          <p:cNvSpPr>
            <a:spLocks noGrp="1"/>
          </p:cNvSpPr>
          <p:nvPr/>
        </p:nvSpPr>
        <p:spPr>
          <a:xfrm>
            <a:off x="8296275" y="2438400"/>
            <a:ext cx="953" cy="514350"/>
          </a:xfrm>
          <a:custGeom>
            <a:pathLst>
              <a:path w="953" h="514350">
                <a:moveTo>
                  <a:pt x="0" y="0"/>
                </a:moveTo>
                <a:lnTo>
                  <a:pt x="0" y="514350"/>
                </a:lnTo>
              </a:path>
            </a:pathLst>
          </a:custGeom>
          <a:noFill/>
          <a:ln w="17145">
            <a:solidFill>
              <a:srgbClr val="111111"/>
            </a:solidFill>
            <a:prstDash val="solid"/>
          </a:ln>
        </p:spPr>
      </p:sp>
      <p:sp>
        <p:nvSpPr>
          <p:cNvPr id="1209" name="v10 arrow:d4Braw-result">
            <a:extLst>
              <a:ext uri="{FF2B5EF4-FFF2-40B4-BE49-F238E27FC236}">
                <ns2:creationId id="{FCC308C1-DAE1-4E7C-8288-EA887370FD8C}"/>
              </a:ext>
            </a:extLst>
          </p:cNvPr>
          <p:cNvSpPr>
            <a:spLocks noGrp="1"/>
          </p:cNvSpPr>
          <p:nvPr/>
        </p:nvSpPr>
        <p:spPr>
          <a:xfrm>
            <a:off x="8258175" y="2867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10" name="v10 label 공개 변경&#10;원본">
            <a:extLst>
              <a:ext uri="{FF2B5EF4-FFF2-40B4-BE49-F238E27FC236}">
                <ns2:creationId id="{DA0CDA15-1D14-4D82-AC26-F9A3B98393DD}"/>
              </a:ext>
            </a:extLst>
          </p:cNvPr>
          <p:cNvSpPr>
            <a:spLocks noGrp="1"/>
          </p:cNvSpPr>
          <p:nvPr/>
        </p:nvSpPr>
        <p:spPr>
          <a:xfrm>
            <a:off x="8324850" y="2562225"/>
            <a:ext cx="752475" cy="3143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공개 변경</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원본</a:t>
            </a:r>
            <a:endParaRPr lang="ko-KR">
              <a:latin typeface="Calibri"/>
              <a:ea typeface="Calibri"/>
              <a:cs typeface="Calibri"/>
            </a:endParaRPr>
          </a:p>
        </p:txBody>
      </p:sp>
      <p:sp>
        <p:nvSpPr>
          <p:cNvPr id="1211" name="v10 node:d4Brc">
            <a:extLst>
              <a:ext uri="{FF2B5EF4-FFF2-40B4-BE49-F238E27FC236}">
                <ns2:creationId id="{DFF388E3-58BF-40A7-9592-718CBD591EA1}"/>
              </a:ext>
            </a:extLst>
          </p:cNvPr>
          <p:cNvSpPr>
            <a:spLocks noGrp="1"/>
          </p:cNvSpPr>
          <p:nvPr/>
        </p:nvSpPr>
        <p:spPr>
          <a:xfrm>
            <a:off x="7381875" y="4352925"/>
            <a:ext cx="2333625" cy="723900"/>
          </a:xfrm>
          <a:prstGeom prst="rect">
            <a:avLst/>
          </a:prstGeom>
          <a:solidFill>
            <a:srgbClr val="FFF6DD"/>
          </a:solidFill>
          <a:ln w="16193">
            <a:solidFill>
              <a:srgbClr val="111111"/>
            </a:solidFill>
          </a:ln>
        </p:spPr>
        <p:txBody>
          <a:bodyPr wrap="none" lIns="47625" tIns="19050" rIns="47625" bIns="3810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212" name="v10 divider d4Brc">
            <a:extLst>
              <a:ext uri="{FF2B5EF4-FFF2-40B4-BE49-F238E27FC236}">
                <ns2:creationId id="{7C0A222D-F0CF-4606-BA31-D2ED292603D5}"/>
              </a:ext>
            </a:extLst>
          </p:cNvPr>
          <p:cNvSpPr>
            <a:spLocks noGrp="1"/>
          </p:cNvSpPr>
          <p:nvPr/>
        </p:nvSpPr>
        <p:spPr>
          <a:xfrm>
            <a:off x="7381875" y="4714875"/>
            <a:ext cx="2333625" cy="953"/>
          </a:xfrm>
          <a:custGeom>
            <a:pathLst>
              <a:path w="2333625" h="953">
                <a:moveTo>
                  <a:pt x="0" y="0"/>
                </a:moveTo>
                <a:lnTo>
                  <a:pt x="2333625" y="0"/>
                </a:lnTo>
              </a:path>
            </a:pathLst>
          </a:custGeom>
          <a:noFill/>
          <a:ln w="9525">
            <a:solidFill>
              <a:srgbClr val="111111"/>
            </a:solidFill>
            <a:prstDash val="solid"/>
          </a:ln>
        </p:spPr>
      </p:sp>
      <p:sp>
        <p:nvSpPr>
          <p:cNvPr id="1213" name="v10 node:d4Bpermit">
            <a:extLst>
              <a:ext uri="{FF2B5EF4-FFF2-40B4-BE49-F238E27FC236}">
                <ns2:creationId id="{9E81E528-7399-4935-AE96-6EEAD60465DC}"/>
              </a:ext>
            </a:extLst>
          </p:cNvPr>
          <p:cNvSpPr>
            <a:spLocks noGrp="1"/>
          </p:cNvSpPr>
          <p:nvPr/>
        </p:nvSpPr>
        <p:spPr>
          <a:xfrm>
            <a:off x="7505700" y="477202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전송 검증 및 허가기</a:t>
            </a:r>
            <a:endParaRPr lang="ko-KR">
              <a:latin typeface="Calibri"/>
              <a:ea typeface="Calibri"/>
              <a:cs typeface="Calibri"/>
            </a:endParaRPr>
          </a:p>
        </p:txBody>
      </p:sp>
      <p:sp>
        <p:nvSpPr>
          <p:cNvPr id="1214" name="v10 node:d4Btm">
            <a:extLst>
              <a:ext uri="{FF2B5EF4-FFF2-40B4-BE49-F238E27FC236}">
                <ns2:creationId id="{7E2D3706-CC44-4A08-B744-65B8BAF528E6}"/>
              </a:ext>
            </a:extLst>
          </p:cNvPr>
          <p:cNvSpPr>
            <a:spLocks noGrp="1"/>
          </p:cNvSpPr>
          <p:nvPr/>
        </p:nvSpPr>
        <p:spPr>
          <a:xfrm>
            <a:off x="10144125" y="4352925"/>
            <a:ext cx="2333625" cy="723900"/>
          </a:xfrm>
          <a:prstGeom prst="rect">
            <a:avLst/>
          </a:prstGeom>
          <a:solidFill>
            <a:srgbClr val="FFF6DD"/>
          </a:solidFill>
          <a:ln w="16193">
            <a:solidFill>
              <a:srgbClr val="111111"/>
            </a:solidFill>
          </a:ln>
        </p:spPr>
        <p:txBody>
          <a:bodyPr wrap="none" lIns="47625" tIns="19050" rIns="47625" bIns="3810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Task Manager</a:t>
            </a:r>
            <a:endParaRPr lang="ko-KR">
              <a:latin typeface="Calibri"/>
              <a:ea typeface="Calibri"/>
              <a:cs typeface="Calibri"/>
            </a:endParaRPr>
          </a:p>
        </p:txBody>
      </p:sp>
      <p:sp>
        <p:nvSpPr>
          <p:cNvPr id="1215" name="v10 divider d4Btm">
            <a:extLst>
              <a:ext uri="{FF2B5EF4-FFF2-40B4-BE49-F238E27FC236}">
                <ns2:creationId id="{5C250FC0-6A49-4810-AA5F-792FDB006663}"/>
              </a:ext>
            </a:extLst>
          </p:cNvPr>
          <p:cNvSpPr>
            <a:spLocks noGrp="1"/>
          </p:cNvSpPr>
          <p:nvPr/>
        </p:nvSpPr>
        <p:spPr>
          <a:xfrm>
            <a:off x="10144125" y="4714875"/>
            <a:ext cx="2333625" cy="953"/>
          </a:xfrm>
          <a:custGeom>
            <a:pathLst>
              <a:path w="2333625" h="953">
                <a:moveTo>
                  <a:pt x="0" y="0"/>
                </a:moveTo>
                <a:lnTo>
                  <a:pt x="2333625" y="0"/>
                </a:lnTo>
              </a:path>
            </a:pathLst>
          </a:custGeom>
          <a:noFill/>
          <a:ln w="9525">
            <a:solidFill>
              <a:srgbClr val="111111"/>
            </a:solidFill>
            <a:prstDash val="solid"/>
          </a:ln>
        </p:spPr>
      </p:sp>
      <p:sp>
        <p:nvSpPr>
          <p:cNvPr id="1216" name="v10 node:d4Bcommand">
            <a:extLst>
              <a:ext uri="{FF2B5EF4-FFF2-40B4-BE49-F238E27FC236}">
                <ns2:creationId id="{08D4F3B1-B474-4B5D-93F1-558876F059F9}"/>
              </a:ext>
            </a:extLst>
          </p:cNvPr>
          <p:cNvSpPr>
            <a:spLocks noGrp="1"/>
          </p:cNvSpPr>
          <p:nvPr/>
        </p:nvSpPr>
        <p:spPr>
          <a:xfrm>
            <a:off x="10267950" y="477202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Agent 명령 확정기</a:t>
            </a:r>
            <a:endParaRPr lang="ko-KR">
              <a:latin typeface="Calibri"/>
              <a:ea typeface="Calibri"/>
              <a:cs typeface="Calibri"/>
            </a:endParaRPr>
          </a:p>
        </p:txBody>
      </p:sp>
      <p:sp>
        <p:nvSpPr>
          <p:cNvPr id="1217" name="v10 node:d4Bag">
            <a:extLst>
              <a:ext uri="{FF2B5EF4-FFF2-40B4-BE49-F238E27FC236}">
                <ns2:creationId id="{87190431-7273-4F6B-A8BE-43786C3CB93B}"/>
              </a:ext>
            </a:extLst>
          </p:cNvPr>
          <p:cNvSpPr>
            <a:spLocks noGrp="1"/>
          </p:cNvSpPr>
          <p:nvPr/>
        </p:nvSpPr>
        <p:spPr>
          <a:xfrm>
            <a:off x="7381875" y="5391150"/>
            <a:ext cx="2333625" cy="733425"/>
          </a:xfrm>
          <a:prstGeom prst="rect">
            <a:avLst/>
          </a:prstGeom>
          <a:solidFill>
            <a:srgbClr val="FFF6DD"/>
          </a:solidFill>
          <a:ln w="16193">
            <a:solidFill>
              <a:srgbClr val="111111"/>
            </a:solidFill>
          </a:ln>
        </p:spPr>
        <p:txBody>
          <a:bodyPr wrap="none" lIns="47625" tIns="19050" rIns="47625" bIns="39052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Agent Gateway</a:t>
            </a:r>
            <a:endParaRPr lang="ko-KR">
              <a:latin typeface="Calibri"/>
              <a:ea typeface="Calibri"/>
              <a:cs typeface="Calibri"/>
            </a:endParaRPr>
          </a:p>
        </p:txBody>
      </p:sp>
      <p:sp>
        <p:nvSpPr>
          <p:cNvPr id="1218" name="v10 divider d4Bag">
            <a:extLst>
              <a:ext uri="{FF2B5EF4-FFF2-40B4-BE49-F238E27FC236}">
                <ns2:creationId id="{D2398A26-D713-4295-836E-1B26DBF18C91}"/>
              </a:ext>
            </a:extLst>
          </p:cNvPr>
          <p:cNvSpPr>
            <a:spLocks noGrp="1"/>
          </p:cNvSpPr>
          <p:nvPr/>
        </p:nvSpPr>
        <p:spPr>
          <a:xfrm>
            <a:off x="7381875" y="5753100"/>
            <a:ext cx="2333625" cy="953"/>
          </a:xfrm>
          <a:custGeom>
            <a:pathLst>
              <a:path w="2333625" h="953">
                <a:moveTo>
                  <a:pt x="0" y="0"/>
                </a:moveTo>
                <a:lnTo>
                  <a:pt x="2333625" y="0"/>
                </a:lnTo>
              </a:path>
            </a:pathLst>
          </a:custGeom>
          <a:noFill/>
          <a:ln w="9525">
            <a:solidFill>
              <a:srgbClr val="111111"/>
            </a:solidFill>
            <a:prstDash val="solid"/>
          </a:ln>
        </p:spPr>
      </p:sp>
      <p:sp>
        <p:nvSpPr>
          <p:cNvPr id="1219" name="v10 node:d4Bsend">
            <a:extLst>
              <a:ext uri="{FF2B5EF4-FFF2-40B4-BE49-F238E27FC236}">
                <ns2:creationId id="{A2BBDA37-F1F3-43AF-8E83-70F9CA0DD9C2}"/>
              </a:ext>
            </a:extLst>
          </p:cNvPr>
          <p:cNvSpPr>
            <a:spLocks noGrp="1"/>
          </p:cNvSpPr>
          <p:nvPr/>
        </p:nvSpPr>
        <p:spPr>
          <a:xfrm>
            <a:off x="7505700" y="5810250"/>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전송 및 수신 관리기</a:t>
            </a:r>
            <a:endParaRPr lang="ko-KR">
              <a:latin typeface="Calibri"/>
              <a:ea typeface="Calibri"/>
              <a:cs typeface="Calibri"/>
            </a:endParaRPr>
          </a:p>
        </p:txBody>
      </p:sp>
      <p:sp>
        <p:nvSpPr>
          <p:cNvPr id="1220" name="v10 node:d4Bagent">
            <a:extLst>
              <a:ext uri="{FF2B5EF4-FFF2-40B4-BE49-F238E27FC236}">
                <ns2:creationId id="{EF3BF217-908A-4AC6-BC66-9FD063613919}"/>
              </a:ext>
            </a:extLst>
          </p:cNvPr>
          <p:cNvSpPr>
            <a:spLocks noGrp="1"/>
          </p:cNvSpPr>
          <p:nvPr/>
        </p:nvSpPr>
        <p:spPr>
          <a:xfrm>
            <a:off x="10144125" y="5629275"/>
            <a:ext cx="2333625" cy="428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300" b="1" lang="ko-KR">
                <a:solidFill>
                  <a:srgbClr val="111111"/>
                </a:solidFill>
                <a:latin typeface="Calibri"/>
                <a:ea typeface="Calibri"/>
                <a:cs typeface="Calibri"/>
              </a:defRPr>
            </a:defPPr>
            <a:lvl1pPr algn="ctr">
              <a:defRPr sz="1300" b="1" lang="ko-KR">
                <a:solidFill>
                  <a:srgbClr val="111111"/>
                </a:solidFill>
                <a:latin typeface="Calibri"/>
                <a:ea typeface="Calibri"/>
                <a:cs typeface="Calibri"/>
              </a:defRPr>
            </a:lvl1pPr>
            <a:lvl2pPr algn="ctr">
              <a:defRPr sz="1300" b="1" lang="ko-KR">
                <a:solidFill>
                  <a:srgbClr val="111111"/>
                </a:solidFill>
                <a:latin typeface="Calibri"/>
                <a:ea typeface="Calibri"/>
                <a:cs typeface="Calibri"/>
              </a:defRPr>
            </a:lvl2pPr>
            <a:lvl3pPr algn="ctr">
              <a:defRPr sz="1300" b="1" lang="ko-KR">
                <a:solidFill>
                  <a:srgbClr val="111111"/>
                </a:solidFill>
                <a:latin typeface="Calibri"/>
                <a:ea typeface="Calibri"/>
                <a:cs typeface="Calibri"/>
              </a:defRPr>
            </a:lvl3pPr>
            <a:lvl4pPr algn="ctr">
              <a:defRPr sz="1300" b="1" lang="ko-KR">
                <a:solidFill>
                  <a:srgbClr val="111111"/>
                </a:solidFill>
                <a:latin typeface="Calibri"/>
                <a:ea typeface="Calibri"/>
                <a:cs typeface="Calibri"/>
              </a:defRPr>
            </a:lvl4pPr>
            <a:lvl5pPr algn="ctr">
              <a:defRPr sz="1300" b="1" lang="ko-KR">
                <a:solidFill>
                  <a:srgbClr val="111111"/>
                </a:solidFill>
                <a:latin typeface="Calibri"/>
                <a:ea typeface="Calibri"/>
                <a:cs typeface="Calibri"/>
              </a:defRPr>
            </a:lvl5pPr>
            <a:lvl6pPr algn="ctr">
              <a:defRPr sz="1300" b="1" lang="ko-KR">
                <a:solidFill>
                  <a:srgbClr val="111111"/>
                </a:solidFill>
                <a:latin typeface="Calibri"/>
                <a:ea typeface="Calibri"/>
                <a:cs typeface="Calibri"/>
              </a:defRPr>
            </a:lvl6pPr>
            <a:lvl7pPr algn="ctr">
              <a:defRPr sz="1300" b="1" lang="ko-KR">
                <a:solidFill>
                  <a:srgbClr val="111111"/>
                </a:solidFill>
                <a:latin typeface="Calibri"/>
                <a:ea typeface="Calibri"/>
                <a:cs typeface="Calibri"/>
              </a:defRPr>
            </a:lvl7pPr>
            <a:lvl8pPr algn="ctr">
              <a:defRPr sz="1300" b="1" lang="ko-KR">
                <a:solidFill>
                  <a:srgbClr val="111111"/>
                </a:solidFill>
                <a:latin typeface="Calibri"/>
                <a:ea typeface="Calibri"/>
                <a:cs typeface="Calibri"/>
              </a:defRPr>
            </a:lvl8pPr>
            <a:lvl9pPr algn="ctr">
              <a:defRPr sz="1300" b="1" lang="ko-KR">
                <a:solidFill>
                  <a:srgbClr val="111111"/>
                </a:solidFill>
                <a:latin typeface="Calibri"/>
                <a:ea typeface="Calibri"/>
                <a:cs typeface="Calibri"/>
              </a:defRPr>
            </a:lvl9pPr>
          </a:lstStyle>
          <a:p>
            <a:pPr algn="ctr">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1221" name="v10 edge:d4Bprepare">
            <a:extLst>
              <a:ext uri="{FF2B5EF4-FFF2-40B4-BE49-F238E27FC236}">
                <ns2:creationId id="{7C434DA7-F8B6-4E17-A4DF-D98D7EF620DE}"/>
              </a:ext>
            </a:extLst>
          </p:cNvPr>
          <p:cNvSpPr>
            <a:spLocks noGrp="1"/>
          </p:cNvSpPr>
          <p:nvPr/>
        </p:nvSpPr>
        <p:spPr>
          <a:xfrm>
            <a:off x="9591675" y="3962400"/>
            <a:ext cx="361950" cy="895350"/>
          </a:xfrm>
          <a:custGeom>
            <a:pathLst>
              <a:path w="361950" h="895350">
                <a:moveTo>
                  <a:pt x="0" y="895350"/>
                </a:moveTo>
                <a:lnTo>
                  <a:pt x="361950" y="895350"/>
                </a:lnTo>
                <a:lnTo>
                  <a:pt x="361950" y="247650"/>
                </a:lnTo>
                <a:lnTo>
                  <a:pt x="314325" y="247650"/>
                </a:lnTo>
                <a:lnTo>
                  <a:pt x="314325" y="0"/>
                </a:lnTo>
              </a:path>
            </a:pathLst>
          </a:custGeom>
          <a:noFill/>
          <a:ln w="17145">
            <a:solidFill>
              <a:srgbClr val="111111"/>
            </a:solidFill>
            <a:prstDash val="solid"/>
          </a:ln>
        </p:spPr>
      </p:sp>
      <p:sp>
        <p:nvSpPr>
          <p:cNvPr id="1222" name="v10 arrow:d4Bprepare">
            <a:extLst>
              <a:ext uri="{FF2B5EF4-FFF2-40B4-BE49-F238E27FC236}">
                <ns2:creationId id="{05381D25-054C-4C07-8D2B-C7528A388274}"/>
              </a:ext>
            </a:extLst>
          </p:cNvPr>
          <p:cNvSpPr>
            <a:spLocks noGrp="1"/>
          </p:cNvSpPr>
          <p:nvPr/>
        </p:nvSpPr>
        <p:spPr>
          <a:xfrm>
            <a:off x="9867900" y="39624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223" name="v10 label 1 현재 목적 / 구성 요청">
            <a:extLst>
              <a:ext uri="{FF2B5EF4-FFF2-40B4-BE49-F238E27FC236}">
                <ns2:creationId id="{A942EC69-AB8D-4EE1-BBE9-6D8F45E24CAB}"/>
              </a:ext>
            </a:extLst>
          </p:cNvPr>
          <p:cNvSpPr>
            <a:spLocks noGrp="1"/>
          </p:cNvSpPr>
          <p:nvPr/>
        </p:nvSpPr>
        <p:spPr>
          <a:xfrm>
            <a:off x="8667750" y="4114800"/>
            <a:ext cx="1809750"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1 현재 목적 / 구성 요청</a:t>
            </a:r>
            <a:endParaRPr lang="ko-KR">
              <a:latin typeface="Calibri"/>
              <a:ea typeface="Calibri"/>
              <a:cs typeface="Calibri"/>
            </a:endParaRPr>
          </a:p>
        </p:txBody>
      </p:sp>
      <p:sp>
        <p:nvSpPr>
          <p:cNvPr id="1224" name="v10 edge:d4Bprepared">
            <a:extLst>
              <a:ext uri="{FF2B5EF4-FFF2-40B4-BE49-F238E27FC236}">
                <ns2:creationId id="{0D1BA231-047E-4279-9382-9FF0CD44C53A}"/>
              </a:ext>
            </a:extLst>
          </p:cNvPr>
          <p:cNvSpPr>
            <a:spLocks noGrp="1"/>
          </p:cNvSpPr>
          <p:nvPr/>
        </p:nvSpPr>
        <p:spPr>
          <a:xfrm>
            <a:off x="7286625" y="3800475"/>
            <a:ext cx="219075" cy="1133475"/>
          </a:xfrm>
          <a:custGeom>
            <a:pathLst>
              <a:path w="219075" h="1133475">
                <a:moveTo>
                  <a:pt x="219075" y="0"/>
                </a:moveTo>
                <a:lnTo>
                  <a:pt x="0" y="0"/>
                </a:lnTo>
                <a:lnTo>
                  <a:pt x="0" y="1133475"/>
                </a:lnTo>
                <a:lnTo>
                  <a:pt x="219075" y="1133475"/>
                </a:lnTo>
              </a:path>
            </a:pathLst>
          </a:custGeom>
          <a:noFill/>
          <a:ln w="17145">
            <a:solidFill>
              <a:srgbClr val="111111"/>
            </a:solidFill>
            <a:prstDash val="dash"/>
          </a:ln>
        </p:spPr>
      </p:sp>
      <p:sp>
        <p:nvSpPr>
          <p:cNvPr id="1225" name="v10 arrow:d4Bprepared">
            <a:extLst>
              <a:ext uri="{FF2B5EF4-FFF2-40B4-BE49-F238E27FC236}">
                <ns2:creationId id="{2E5B0D29-4FF1-4ADC-831F-4A291FD019F3}"/>
              </a:ext>
            </a:extLst>
          </p:cNvPr>
          <p:cNvSpPr>
            <a:spLocks noGrp="1"/>
          </p:cNvSpPr>
          <p:nvPr/>
        </p:nvSpPr>
        <p:spPr>
          <a:xfrm>
            <a:off x="7419975" y="4895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26" name="v10 label 2 인계 후보">
            <a:extLst>
              <a:ext uri="{FF2B5EF4-FFF2-40B4-BE49-F238E27FC236}">
                <ns2:creationId id="{2F10AD09-AC9B-4A76-B755-9AF4AAF8560F}"/>
              </a:ext>
            </a:extLst>
          </p:cNvPr>
          <p:cNvSpPr>
            <a:spLocks noGrp="1"/>
          </p:cNvSpPr>
          <p:nvPr/>
        </p:nvSpPr>
        <p:spPr>
          <a:xfrm>
            <a:off x="7334250" y="4133850"/>
            <a:ext cx="128587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2 인계 후보</a:t>
            </a:r>
            <a:endParaRPr lang="ko-KR">
              <a:latin typeface="Calibri"/>
              <a:ea typeface="Calibri"/>
              <a:cs typeface="Calibri"/>
            </a:endParaRPr>
          </a:p>
        </p:txBody>
      </p:sp>
      <p:sp>
        <p:nvSpPr>
          <p:cNvPr id="1227" name="v10 edge:d4Badmission">
            <a:extLst>
              <a:ext uri="{FF2B5EF4-FFF2-40B4-BE49-F238E27FC236}">
                <ns2:creationId id="{02D3DF33-E46F-4A72-8869-50115215A9A5}"/>
              </a:ext>
            </a:extLst>
          </p:cNvPr>
          <p:cNvSpPr>
            <a:spLocks noGrp="1"/>
          </p:cNvSpPr>
          <p:nvPr/>
        </p:nvSpPr>
        <p:spPr>
          <a:xfrm>
            <a:off x="9591675" y="4933950"/>
            <a:ext cx="676275" cy="953"/>
          </a:xfrm>
          <a:custGeom>
            <a:pathLst>
              <a:path w="676275" h="953">
                <a:moveTo>
                  <a:pt x="0" y="0"/>
                </a:moveTo>
                <a:lnTo>
                  <a:pt x="676275" y="0"/>
                </a:lnTo>
              </a:path>
            </a:pathLst>
          </a:custGeom>
          <a:noFill/>
          <a:ln w="17145">
            <a:solidFill>
              <a:srgbClr val="111111"/>
            </a:solidFill>
            <a:prstDash val="solid"/>
          </a:ln>
        </p:spPr>
      </p:sp>
      <p:sp>
        <p:nvSpPr>
          <p:cNvPr id="1228" name="v10 arrow:d4Badmission">
            <a:extLst>
              <a:ext uri="{FF2B5EF4-FFF2-40B4-BE49-F238E27FC236}">
                <ns2:creationId id="{F148D48A-8540-42BE-9848-2C8C7C8C50B2}"/>
              </a:ext>
            </a:extLst>
          </p:cNvPr>
          <p:cNvSpPr>
            <a:spLocks noGrp="1"/>
          </p:cNvSpPr>
          <p:nvPr/>
        </p:nvSpPr>
        <p:spPr>
          <a:xfrm>
            <a:off x="10182225" y="4895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29" name="v10 label 3 허가">
            <a:extLst>
              <a:ext uri="{FF2B5EF4-FFF2-40B4-BE49-F238E27FC236}">
                <ns2:creationId id="{69282BD4-FA83-43B5-B15C-FC8E0A49E928}"/>
              </a:ext>
            </a:extLst>
          </p:cNvPr>
          <p:cNvSpPr>
            <a:spLocks noGrp="1"/>
          </p:cNvSpPr>
          <p:nvPr/>
        </p:nvSpPr>
        <p:spPr>
          <a:xfrm>
            <a:off x="9677400" y="4619625"/>
            <a:ext cx="542925" cy="2381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3 허가</a:t>
            </a:r>
            <a:endParaRPr lang="ko-KR">
              <a:latin typeface="Calibri"/>
              <a:ea typeface="Calibri"/>
              <a:cs typeface="Calibri"/>
            </a:endParaRPr>
          </a:p>
        </p:txBody>
      </p:sp>
      <p:sp>
        <p:nvSpPr>
          <p:cNvPr id="1230" name="v10 edge:d4Bcommand-send">
            <a:extLst>
              <a:ext uri="{FF2B5EF4-FFF2-40B4-BE49-F238E27FC236}">
                <ns2:creationId id="{4DCDC671-EC90-4E04-8345-5D4E98C5F44E}"/>
              </a:ext>
            </a:extLst>
          </p:cNvPr>
          <p:cNvSpPr>
            <a:spLocks noGrp="1"/>
          </p:cNvSpPr>
          <p:nvPr/>
        </p:nvSpPr>
        <p:spPr>
          <a:xfrm>
            <a:off x="9591675" y="5048250"/>
            <a:ext cx="1714500" cy="885825"/>
          </a:xfrm>
          <a:custGeom>
            <a:pathLst>
              <a:path w="1714500" h="885825">
                <a:moveTo>
                  <a:pt x="1714500" y="0"/>
                </a:moveTo>
                <a:lnTo>
                  <a:pt x="1714500" y="152400"/>
                </a:lnTo>
                <a:lnTo>
                  <a:pt x="314325" y="152400"/>
                </a:lnTo>
                <a:lnTo>
                  <a:pt x="314325" y="885825"/>
                </a:lnTo>
                <a:lnTo>
                  <a:pt x="0" y="885825"/>
                </a:lnTo>
              </a:path>
            </a:pathLst>
          </a:custGeom>
          <a:noFill/>
          <a:ln w="17145">
            <a:solidFill>
              <a:srgbClr val="111111"/>
            </a:solidFill>
            <a:prstDash val="solid"/>
          </a:ln>
        </p:spPr>
      </p:sp>
      <p:sp>
        <p:nvSpPr>
          <p:cNvPr id="1231" name="v10 arrow:d4Bcommand-send">
            <a:extLst>
              <a:ext uri="{FF2B5EF4-FFF2-40B4-BE49-F238E27FC236}">
                <ns2:creationId id="{4DB52BC6-8E0D-4380-90E8-FDCB26C15AB6}"/>
              </a:ext>
            </a:extLst>
          </p:cNvPr>
          <p:cNvSpPr>
            <a:spLocks noGrp="1"/>
          </p:cNvSpPr>
          <p:nvPr/>
        </p:nvSpPr>
        <p:spPr>
          <a:xfrm>
            <a:off x="9591675" y="58959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32" name="v10 label 4 명령">
            <a:extLst>
              <a:ext uri="{FF2B5EF4-FFF2-40B4-BE49-F238E27FC236}">
                <ns2:creationId id="{751AD96B-8D2C-4421-BECD-B23039960C74}"/>
              </a:ext>
            </a:extLst>
          </p:cNvPr>
          <p:cNvSpPr>
            <a:spLocks noGrp="1"/>
          </p:cNvSpPr>
          <p:nvPr/>
        </p:nvSpPr>
        <p:spPr>
          <a:xfrm>
            <a:off x="10020300" y="5095875"/>
            <a:ext cx="10001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4 명령</a:t>
            </a:r>
            <a:endParaRPr lang="ko-KR">
              <a:latin typeface="Calibri"/>
              <a:ea typeface="Calibri"/>
              <a:cs typeface="Calibri"/>
            </a:endParaRPr>
          </a:p>
        </p:txBody>
      </p:sp>
      <p:sp>
        <p:nvSpPr>
          <p:cNvPr id="1233" name="v10 edge:d4Bdispatch">
            <a:extLst>
              <a:ext uri="{FF2B5EF4-FFF2-40B4-BE49-F238E27FC236}">
                <ns2:creationId id="{3261DDB8-A629-40E8-BE40-443E64E040EF}"/>
              </a:ext>
            </a:extLst>
          </p:cNvPr>
          <p:cNvSpPr>
            <a:spLocks noGrp="1"/>
          </p:cNvSpPr>
          <p:nvPr/>
        </p:nvSpPr>
        <p:spPr>
          <a:xfrm>
            <a:off x="9591675" y="5848350"/>
            <a:ext cx="552450" cy="953"/>
          </a:xfrm>
          <a:custGeom>
            <a:pathLst>
              <a:path w="552450" h="953">
                <a:moveTo>
                  <a:pt x="0" y="0"/>
                </a:moveTo>
                <a:lnTo>
                  <a:pt x="552450" y="0"/>
                </a:lnTo>
              </a:path>
            </a:pathLst>
          </a:custGeom>
          <a:noFill/>
          <a:ln w="17145">
            <a:solidFill>
              <a:srgbClr val="111111"/>
            </a:solidFill>
            <a:prstDash val="solid"/>
          </a:ln>
        </p:spPr>
      </p:sp>
      <p:sp>
        <p:nvSpPr>
          <p:cNvPr id="1234" name="v10 arrow:d4Bdispatch">
            <a:extLst>
              <a:ext uri="{FF2B5EF4-FFF2-40B4-BE49-F238E27FC236}">
                <ns2:creationId id="{21AA2780-ECCA-466C-9924-7A5B351A5BD1}"/>
              </a:ext>
            </a:extLst>
          </p:cNvPr>
          <p:cNvSpPr>
            <a:spLocks noGrp="1"/>
          </p:cNvSpPr>
          <p:nvPr/>
        </p:nvSpPr>
        <p:spPr>
          <a:xfrm>
            <a:off x="10058400" y="58102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35" name="v10 label 5 전송">
            <a:extLst>
              <a:ext uri="{FF2B5EF4-FFF2-40B4-BE49-F238E27FC236}">
                <ns2:creationId id="{EEC038C4-D421-4511-9D41-A87B36A4AB75}"/>
              </a:ext>
            </a:extLst>
          </p:cNvPr>
          <p:cNvSpPr>
            <a:spLocks noGrp="1"/>
          </p:cNvSpPr>
          <p:nvPr/>
        </p:nvSpPr>
        <p:spPr>
          <a:xfrm>
            <a:off x="9639300" y="5610225"/>
            <a:ext cx="485775" cy="19050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5 전송</a:t>
            </a:r>
            <a:endParaRPr lang="ko-KR">
              <a:latin typeface="Calibri"/>
              <a:ea typeface="Calibri"/>
              <a:cs typeface="Calibri"/>
            </a:endParaRPr>
          </a:p>
        </p:txBody>
      </p:sp>
      <p:sp>
        <p:nvSpPr>
          <p:cNvPr id="1236" name="v10 edge:d4Breceipt">
            <a:extLst>
              <a:ext uri="{FF2B5EF4-FFF2-40B4-BE49-F238E27FC236}">
                <ns2:creationId id="{CD62FCD1-93FD-4E7B-8F3D-FA35EEC0C09A}"/>
              </a:ext>
            </a:extLst>
          </p:cNvPr>
          <p:cNvSpPr>
            <a:spLocks noGrp="1"/>
          </p:cNvSpPr>
          <p:nvPr/>
        </p:nvSpPr>
        <p:spPr>
          <a:xfrm>
            <a:off x="9591675" y="6019800"/>
            <a:ext cx="552450" cy="953"/>
          </a:xfrm>
          <a:custGeom>
            <a:pathLst>
              <a:path w="552450" h="953">
                <a:moveTo>
                  <a:pt x="552450" y="0"/>
                </a:moveTo>
                <a:lnTo>
                  <a:pt x="0" y="0"/>
                </a:lnTo>
              </a:path>
            </a:pathLst>
          </a:custGeom>
          <a:noFill/>
          <a:ln w="17145">
            <a:solidFill>
              <a:srgbClr val="111111"/>
            </a:solidFill>
            <a:prstDash val="dash"/>
          </a:ln>
        </p:spPr>
      </p:sp>
      <p:sp>
        <p:nvSpPr>
          <p:cNvPr id="1237" name="v10 arrow:d4Breceipt">
            <a:extLst>
              <a:ext uri="{FF2B5EF4-FFF2-40B4-BE49-F238E27FC236}">
                <ns2:creationId id="{5D391A20-9CCC-4C0D-BCFC-23AACF8E1896}"/>
              </a:ext>
            </a:extLst>
          </p:cNvPr>
          <p:cNvSpPr>
            <a:spLocks noGrp="1"/>
          </p:cNvSpPr>
          <p:nvPr/>
        </p:nvSpPr>
        <p:spPr>
          <a:xfrm>
            <a:off x="9591675" y="59817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38" name="v10 label 확인">
            <a:extLst>
              <a:ext uri="{FF2B5EF4-FFF2-40B4-BE49-F238E27FC236}">
                <ns2:creationId id="{9ADFB73D-43CA-4847-8DA9-F63C0D3CE328}"/>
              </a:ext>
            </a:extLst>
          </p:cNvPr>
          <p:cNvSpPr>
            <a:spLocks noGrp="1"/>
          </p:cNvSpPr>
          <p:nvPr/>
        </p:nvSpPr>
        <p:spPr>
          <a:xfrm>
            <a:off x="9705975" y="5972175"/>
            <a:ext cx="400050" cy="17145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확인</a:t>
            </a:r>
            <a:endParaRPr lang="ko-KR">
              <a:latin typeface="Calibri"/>
              <a:ea typeface="Calibri"/>
              <a:cs typeface="Calibri"/>
            </a:endParaRPr>
          </a:p>
        </p:txBody>
      </p:sp>
      <p:sp>
        <p:nvSpPr>
          <p:cNvPr id="1239" name="v10 node:d4Csource">
            <a:extLst>
              <a:ext uri="{FF2B5EF4-FFF2-40B4-BE49-F238E27FC236}">
                <ns2:creationId id="{D395B980-8104-40B0-AEFD-B374B99F089D}"/>
              </a:ext>
            </a:extLst>
          </p:cNvPr>
          <p:cNvSpPr>
            <a:spLocks noGrp="1"/>
          </p:cNvSpPr>
          <p:nvPr/>
        </p:nvSpPr>
        <p:spPr>
          <a:xfrm>
            <a:off x="12792075" y="2162175"/>
            <a:ext cx="5095875" cy="2762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400" b="1" lang="ko-KR">
                <a:solidFill>
                  <a:srgbClr val="111111"/>
                </a:solidFill>
                <a:latin typeface="Calibri"/>
                <a:ea typeface="Calibri"/>
                <a:cs typeface="Calibri"/>
              </a:defRPr>
            </a:defPPr>
            <a:lvl1pPr algn="ctr">
              <a:defRPr sz="1400" b="1" lang="ko-KR">
                <a:solidFill>
                  <a:srgbClr val="111111"/>
                </a:solidFill>
                <a:latin typeface="Calibri"/>
                <a:ea typeface="Calibri"/>
                <a:cs typeface="Calibri"/>
              </a:defRPr>
            </a:lvl1pPr>
            <a:lvl2pPr algn="ctr">
              <a:defRPr sz="1400" b="1" lang="ko-KR">
                <a:solidFill>
                  <a:srgbClr val="111111"/>
                </a:solidFill>
                <a:latin typeface="Calibri"/>
                <a:ea typeface="Calibri"/>
                <a:cs typeface="Calibri"/>
              </a:defRPr>
            </a:lvl2pPr>
            <a:lvl3pPr algn="ctr">
              <a:defRPr sz="1400" b="1" lang="ko-KR">
                <a:solidFill>
                  <a:srgbClr val="111111"/>
                </a:solidFill>
                <a:latin typeface="Calibri"/>
                <a:ea typeface="Calibri"/>
                <a:cs typeface="Calibri"/>
              </a:defRPr>
            </a:lvl3pPr>
            <a:lvl4pPr algn="ctr">
              <a:defRPr sz="1400" b="1" lang="ko-KR">
                <a:solidFill>
                  <a:srgbClr val="111111"/>
                </a:solidFill>
                <a:latin typeface="Calibri"/>
                <a:ea typeface="Calibri"/>
                <a:cs typeface="Calibri"/>
              </a:defRPr>
            </a:lvl4pPr>
            <a:lvl5pPr algn="ctr">
              <a:defRPr sz="1400" b="1" lang="ko-KR">
                <a:solidFill>
                  <a:srgbClr val="111111"/>
                </a:solidFill>
                <a:latin typeface="Calibri"/>
                <a:ea typeface="Calibri"/>
                <a:cs typeface="Calibri"/>
              </a:defRPr>
            </a:lvl5pPr>
            <a:lvl6pPr algn="ctr">
              <a:defRPr sz="1400" b="1" lang="ko-KR">
                <a:solidFill>
                  <a:srgbClr val="111111"/>
                </a:solidFill>
                <a:latin typeface="Calibri"/>
                <a:ea typeface="Calibri"/>
                <a:cs typeface="Calibri"/>
              </a:defRPr>
            </a:lvl6pPr>
            <a:lvl7pPr algn="ctr">
              <a:defRPr sz="1400" b="1" lang="ko-KR">
                <a:solidFill>
                  <a:srgbClr val="111111"/>
                </a:solidFill>
                <a:latin typeface="Calibri"/>
                <a:ea typeface="Calibri"/>
                <a:cs typeface="Calibri"/>
              </a:defRPr>
            </a:lvl7pPr>
            <a:lvl8pPr algn="ctr">
              <a:defRPr sz="1400" b="1" lang="ko-KR">
                <a:solidFill>
                  <a:srgbClr val="111111"/>
                </a:solidFill>
                <a:latin typeface="Calibri"/>
                <a:ea typeface="Calibri"/>
                <a:cs typeface="Calibri"/>
              </a:defRPr>
            </a:lvl8pPr>
            <a:lvl9pPr algn="ctr">
              <a:defRPr sz="1400" b="1" lang="ko-KR">
                <a:solidFill>
                  <a:srgbClr val="111111"/>
                </a:solidFill>
                <a:latin typeface="Calibri"/>
                <a:ea typeface="Calibri"/>
                <a:cs typeface="Calibri"/>
              </a:defRPr>
            </a:lvl9pPr>
          </a:lstStyle>
          <a:p>
            <a:pPr algn="ctr">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공통 원본 owner (VIA 내부)</a:t>
            </a:r>
            <a:endParaRPr lang="ko-KR">
              <a:latin typeface="Calibri"/>
              <a:ea typeface="Calibri"/>
              <a:cs typeface="Calibri"/>
            </a:endParaRPr>
          </a:p>
        </p:txBody>
      </p:sp>
      <p:sp>
        <p:nvSpPr>
          <p:cNvPr id="1240" name="v10 node:d4Ccm">
            <a:extLst>
              <a:ext uri="{FF2B5EF4-FFF2-40B4-BE49-F238E27FC236}">
                <ns2:creationId id="{FC06502A-8A96-4F50-BA6B-29C058B28E97}"/>
              </a:ext>
            </a:extLst>
          </p:cNvPr>
          <p:cNvSpPr>
            <a:spLocks noGrp="1"/>
          </p:cNvSpPr>
          <p:nvPr/>
        </p:nvSpPr>
        <p:spPr>
          <a:xfrm>
            <a:off x="12792075" y="2533650"/>
            <a:ext cx="5095875" cy="1543050"/>
          </a:xfrm>
          <a:prstGeom prst="rect">
            <a:avLst/>
          </a:prstGeom>
          <a:solidFill>
            <a:srgbClr val="FFF6DD"/>
          </a:solidFill>
          <a:ln w="16193">
            <a:solidFill>
              <a:srgbClr val="111111"/>
            </a:solidFill>
          </a:ln>
        </p:spPr>
        <p:txBody>
          <a:bodyPr wrap="none" lIns="47625" tIns="19050" rIns="47625" bIns="12001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241" name="v10 divider d4Ccm">
            <a:extLst>
              <a:ext uri="{FF2B5EF4-FFF2-40B4-BE49-F238E27FC236}">
                <ns2:creationId id="{68F68BFE-6AD0-4443-86FC-FD56B7307CEC}"/>
              </a:ext>
            </a:extLst>
          </p:cNvPr>
          <p:cNvSpPr>
            <a:spLocks noGrp="1"/>
          </p:cNvSpPr>
          <p:nvPr/>
        </p:nvSpPr>
        <p:spPr>
          <a:xfrm>
            <a:off x="12792075" y="2895600"/>
            <a:ext cx="5095875" cy="953"/>
          </a:xfrm>
          <a:custGeom>
            <a:pathLst>
              <a:path w="5095875" h="953">
                <a:moveTo>
                  <a:pt x="0" y="0"/>
                </a:moveTo>
                <a:lnTo>
                  <a:pt x="5095875" y="0"/>
                </a:lnTo>
              </a:path>
            </a:pathLst>
          </a:custGeom>
          <a:noFill/>
          <a:ln w="9525">
            <a:solidFill>
              <a:srgbClr val="111111"/>
            </a:solidFill>
            <a:prstDash val="solid"/>
          </a:ln>
        </p:spPr>
      </p:sp>
      <p:sp>
        <p:nvSpPr>
          <p:cNvPr id="1242" name="v10 node:d4Ccompose">
            <a:extLst>
              <a:ext uri="{FF2B5EF4-FFF2-40B4-BE49-F238E27FC236}">
                <ns2:creationId id="{3DBCD265-7C8B-4588-80B5-C242902CAB60}"/>
              </a:ext>
            </a:extLst>
          </p:cNvPr>
          <p:cNvSpPr>
            <a:spLocks noGrp="1"/>
          </p:cNvSpPr>
          <p:nvPr/>
        </p:nvSpPr>
        <p:spPr>
          <a:xfrm>
            <a:off x="12915900" y="2952750"/>
            <a:ext cx="2362200" cy="323850"/>
          </a:xfrm>
          <a:prstGeom prst="roundRect">
            <a:avLst>
              <a:gd name="adj" fmla="val 23529"/>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필수 명세 구성기</a:t>
            </a:r>
            <a:endParaRPr lang="ko-KR">
              <a:latin typeface="Calibri"/>
              <a:ea typeface="Calibri"/>
              <a:cs typeface="Calibri"/>
            </a:endParaRPr>
          </a:p>
        </p:txBody>
      </p:sp>
      <p:sp>
        <p:nvSpPr>
          <p:cNvPr id="1243" name="v10 node:d4Creader">
            <a:extLst>
              <a:ext uri="{FF2B5EF4-FFF2-40B4-BE49-F238E27FC236}">
                <ns2:creationId id="{32B6982B-2173-48F6-BB36-041C15DD4B94}"/>
              </a:ext>
            </a:extLst>
          </p:cNvPr>
          <p:cNvSpPr>
            <a:spLocks noGrp="1"/>
          </p:cNvSpPr>
          <p:nvPr/>
        </p:nvSpPr>
        <p:spPr>
          <a:xfrm>
            <a:off x="15601950" y="2952750"/>
            <a:ext cx="2143125" cy="323850"/>
          </a:xfrm>
          <a:prstGeom prst="roundRect">
            <a:avLst>
              <a:gd name="adj" fmla="val 23529"/>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자료 읽기 제공기</a:t>
            </a:r>
            <a:endParaRPr lang="ko-KR">
              <a:latin typeface="Calibri"/>
              <a:ea typeface="Calibri"/>
              <a:cs typeface="Calibri"/>
            </a:endParaRPr>
          </a:p>
        </p:txBody>
      </p:sp>
      <p:sp>
        <p:nvSpPr>
          <p:cNvPr id="1244" name="v10 node:d4Cmanifest">
            <a:extLst>
              <a:ext uri="{FF2B5EF4-FFF2-40B4-BE49-F238E27FC236}">
                <ns2:creationId id="{2ED8565F-9E9F-4AE1-A4E6-9AA5805DBAD6}"/>
              </a:ext>
            </a:extLst>
          </p:cNvPr>
          <p:cNvSpPr>
            <a:spLocks noGrp="1"/>
          </p:cNvSpPr>
          <p:nvPr/>
        </p:nvSpPr>
        <p:spPr>
          <a:xfrm>
            <a:off x="12915900" y="3524250"/>
            <a:ext cx="2362200" cy="47625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필수 명세 / 자료 목록</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RAM / 위임 수명</a:t>
            </a:r>
            <a:endParaRPr lang="ko-KR">
              <a:latin typeface="Calibri"/>
              <a:ea typeface="Calibri"/>
              <a:cs typeface="Calibri"/>
            </a:endParaRPr>
          </a:p>
        </p:txBody>
      </p:sp>
      <p:sp>
        <p:nvSpPr>
          <p:cNvPr id="1245" name="v10 node:d4Clease">
            <a:extLst>
              <a:ext uri="{FF2B5EF4-FFF2-40B4-BE49-F238E27FC236}">
                <ns2:creationId id="{765B04C2-1372-4727-B3BE-179FB4810351}"/>
              </a:ext>
            </a:extLst>
          </p:cNvPr>
          <p:cNvSpPr>
            <a:spLocks noGrp="1"/>
          </p:cNvSpPr>
          <p:nvPr/>
        </p:nvSpPr>
        <p:spPr>
          <a:xfrm>
            <a:off x="15601950" y="3524250"/>
            <a:ext cx="2143125" cy="47625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접근 원장 / 읽기 영수증</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접근 수명</a:t>
            </a:r>
            <a:endParaRPr lang="ko-KR">
              <a:latin typeface="Calibri"/>
              <a:ea typeface="Calibri"/>
              <a:cs typeface="Calibri"/>
            </a:endParaRPr>
          </a:p>
        </p:txBody>
      </p:sp>
      <p:sp>
        <p:nvSpPr>
          <p:cNvPr id="1246" name="v10 edge:d4Cmanifest-save">
            <a:extLst>
              <a:ext uri="{FF2B5EF4-FFF2-40B4-BE49-F238E27FC236}">
                <ns2:creationId id="{FDF6C2EB-C88E-4332-8AA0-418645ED2423}"/>
              </a:ext>
            </a:extLst>
          </p:cNvPr>
          <p:cNvSpPr>
            <a:spLocks noGrp="1"/>
          </p:cNvSpPr>
          <p:nvPr/>
        </p:nvSpPr>
        <p:spPr>
          <a:xfrm>
            <a:off x="14030325" y="3276600"/>
            <a:ext cx="953" cy="247650"/>
          </a:xfrm>
          <a:custGeom>
            <a:pathLst>
              <a:path w="953" h="247650">
                <a:moveTo>
                  <a:pt x="0" y="0"/>
                </a:moveTo>
                <a:lnTo>
                  <a:pt x="0" y="247650"/>
                </a:lnTo>
              </a:path>
            </a:pathLst>
          </a:custGeom>
          <a:noFill/>
          <a:ln w="17145">
            <a:solidFill>
              <a:srgbClr val="111111"/>
            </a:solidFill>
            <a:prstDash val="solid"/>
          </a:ln>
        </p:spPr>
      </p:sp>
      <p:sp>
        <p:nvSpPr>
          <p:cNvPr id="1247" name="v10 arrow:d4Cmanifest-save">
            <a:extLst>
              <a:ext uri="{FF2B5EF4-FFF2-40B4-BE49-F238E27FC236}">
                <ns2:creationId id="{F3671B73-A21F-419E-8600-3B74D1E14DA7}"/>
              </a:ext>
            </a:extLst>
          </p:cNvPr>
          <p:cNvSpPr>
            <a:spLocks noGrp="1"/>
          </p:cNvSpPr>
          <p:nvPr/>
        </p:nvSpPr>
        <p:spPr>
          <a:xfrm>
            <a:off x="13992225" y="34385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48" name="v10 label 필수 조건">
            <a:extLst>
              <a:ext uri="{FF2B5EF4-FFF2-40B4-BE49-F238E27FC236}">
                <ns2:creationId id="{510CF2DC-DE59-4B09-9C49-E71B96AF3B4A}"/>
              </a:ext>
            </a:extLst>
          </p:cNvPr>
          <p:cNvSpPr>
            <a:spLocks noGrp="1"/>
          </p:cNvSpPr>
          <p:nvPr/>
        </p:nvSpPr>
        <p:spPr>
          <a:xfrm>
            <a:off x="12915900" y="3305175"/>
            <a:ext cx="2314575" cy="20955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필수 조건</a:t>
            </a:r>
            <a:endParaRPr lang="ko-KR">
              <a:latin typeface="Calibri"/>
              <a:ea typeface="Calibri"/>
              <a:cs typeface="Calibri"/>
            </a:endParaRPr>
          </a:p>
        </p:txBody>
      </p:sp>
      <p:sp>
        <p:nvSpPr>
          <p:cNvPr id="1249" name="v10 edge:d4Clease-save">
            <a:extLst>
              <a:ext uri="{FF2B5EF4-FFF2-40B4-BE49-F238E27FC236}">
                <ns2:creationId id="{D950DAD4-9680-4824-B7DE-974676A4169C}"/>
              </a:ext>
            </a:extLst>
          </p:cNvPr>
          <p:cNvSpPr>
            <a:spLocks noGrp="1"/>
          </p:cNvSpPr>
          <p:nvPr/>
        </p:nvSpPr>
        <p:spPr>
          <a:xfrm>
            <a:off x="16697325" y="3276600"/>
            <a:ext cx="953" cy="247650"/>
          </a:xfrm>
          <a:custGeom>
            <a:pathLst>
              <a:path w="953" h="247650">
                <a:moveTo>
                  <a:pt x="0" y="0"/>
                </a:moveTo>
                <a:lnTo>
                  <a:pt x="0" y="247650"/>
                </a:lnTo>
              </a:path>
            </a:pathLst>
          </a:custGeom>
          <a:noFill/>
          <a:ln w="17145">
            <a:solidFill>
              <a:srgbClr val="32824A"/>
            </a:solidFill>
            <a:prstDash val="solid"/>
          </a:ln>
        </p:spPr>
      </p:sp>
      <p:sp>
        <p:nvSpPr>
          <p:cNvPr id="1250" name="v10 arrow:d4Clease-save">
            <a:extLst>
              <a:ext uri="{FF2B5EF4-FFF2-40B4-BE49-F238E27FC236}">
                <ns2:creationId id="{BF69F8B4-02A2-43DA-A271-6B615F73C212}"/>
              </a:ext>
            </a:extLst>
          </p:cNvPr>
          <p:cNvSpPr>
            <a:spLocks noGrp="1"/>
          </p:cNvSpPr>
          <p:nvPr/>
        </p:nvSpPr>
        <p:spPr>
          <a:xfrm>
            <a:off x="16659225" y="34385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51" name="v10 label 권한 / 판본 검사">
            <a:extLst>
              <a:ext uri="{FF2B5EF4-FFF2-40B4-BE49-F238E27FC236}">
                <ns2:creationId id="{4E3B2674-E54F-4662-B51F-472696765000}"/>
              </a:ext>
            </a:extLst>
          </p:cNvPr>
          <p:cNvSpPr>
            <a:spLocks noGrp="1"/>
          </p:cNvSpPr>
          <p:nvPr/>
        </p:nvSpPr>
        <p:spPr>
          <a:xfrm>
            <a:off x="15601950" y="3305175"/>
            <a:ext cx="2143125" cy="20955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권한 / 판본 검사</a:t>
            </a:r>
            <a:endParaRPr lang="ko-KR">
              <a:latin typeface="Calibri"/>
              <a:ea typeface="Calibri"/>
              <a:cs typeface="Calibri"/>
            </a:endParaRPr>
          </a:p>
        </p:txBody>
      </p:sp>
      <p:sp>
        <p:nvSpPr>
          <p:cNvPr id="1252" name="v10 edge:d4Csource-read">
            <a:extLst>
              <a:ext uri="{FF2B5EF4-FFF2-40B4-BE49-F238E27FC236}">
                <ns2:creationId id="{CA0971D9-2E30-4388-A1C3-B23DB93D6931}"/>
              </a:ext>
            </a:extLst>
          </p:cNvPr>
          <p:cNvSpPr>
            <a:spLocks noGrp="1"/>
          </p:cNvSpPr>
          <p:nvPr/>
        </p:nvSpPr>
        <p:spPr>
          <a:xfrm>
            <a:off x="17106900" y="2438400"/>
            <a:ext cx="953" cy="514350"/>
          </a:xfrm>
          <a:custGeom>
            <a:pathLst>
              <a:path w="953" h="514350">
                <a:moveTo>
                  <a:pt x="0" y="514350"/>
                </a:moveTo>
                <a:lnTo>
                  <a:pt x="0" y="0"/>
                </a:lnTo>
              </a:path>
            </a:pathLst>
          </a:custGeom>
          <a:noFill/>
          <a:ln w="17145">
            <a:solidFill>
              <a:srgbClr val="32824A"/>
            </a:solidFill>
            <a:prstDash val="solid"/>
          </a:ln>
        </p:spPr>
      </p:sp>
      <p:sp>
        <p:nvSpPr>
          <p:cNvPr id="1253" name="v10 arrow:d4Csource-read">
            <a:extLst>
              <a:ext uri="{FF2B5EF4-FFF2-40B4-BE49-F238E27FC236}">
                <ns2:creationId id="{3098E6EA-CFD3-47B1-9964-E4798AC3AC10}"/>
              </a:ext>
            </a:extLst>
          </p:cNvPr>
          <p:cNvSpPr>
            <a:spLocks noGrp="1"/>
          </p:cNvSpPr>
          <p:nvPr/>
        </p:nvSpPr>
        <p:spPr>
          <a:xfrm>
            <a:off x="17068800" y="2438400"/>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1254" name="v10 label 읽기">
            <a:extLst>
              <a:ext uri="{FF2B5EF4-FFF2-40B4-BE49-F238E27FC236}">
                <ns2:creationId id="{280B3E3F-D9CD-4F04-85E2-4F977EABAD65}"/>
              </a:ext>
            </a:extLst>
          </p:cNvPr>
          <p:cNvSpPr>
            <a:spLocks noGrp="1"/>
          </p:cNvSpPr>
          <p:nvPr/>
        </p:nvSpPr>
        <p:spPr>
          <a:xfrm>
            <a:off x="17135475" y="2600325"/>
            <a:ext cx="49530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255" name="v10 edge:d4Csource-return">
            <a:extLst>
              <a:ext uri="{FF2B5EF4-FFF2-40B4-BE49-F238E27FC236}">
                <ns2:creationId id="{B5305C93-638C-47A0-8599-3BDCDB258139}"/>
              </a:ext>
            </a:extLst>
          </p:cNvPr>
          <p:cNvSpPr>
            <a:spLocks noGrp="1"/>
          </p:cNvSpPr>
          <p:nvPr/>
        </p:nvSpPr>
        <p:spPr>
          <a:xfrm>
            <a:off x="17640300" y="2438400"/>
            <a:ext cx="953" cy="514350"/>
          </a:xfrm>
          <a:custGeom>
            <a:pathLst>
              <a:path w="953" h="514350">
                <a:moveTo>
                  <a:pt x="0" y="0"/>
                </a:moveTo>
                <a:lnTo>
                  <a:pt x="0" y="514350"/>
                </a:lnTo>
              </a:path>
            </a:pathLst>
          </a:custGeom>
          <a:noFill/>
          <a:ln w="17145">
            <a:solidFill>
              <a:srgbClr val="32824A"/>
            </a:solidFill>
            <a:prstDash val="dash"/>
          </a:ln>
        </p:spPr>
      </p:sp>
      <p:sp>
        <p:nvSpPr>
          <p:cNvPr id="1256" name="v10 arrow:d4Csource-return">
            <a:extLst>
              <a:ext uri="{FF2B5EF4-FFF2-40B4-BE49-F238E27FC236}">
                <ns2:creationId id="{409C0E10-1B99-42C1-8CFB-6F9BE9C5AAEF}"/>
              </a:ext>
            </a:extLst>
          </p:cNvPr>
          <p:cNvSpPr>
            <a:spLocks noGrp="1"/>
          </p:cNvSpPr>
          <p:nvPr/>
        </p:nvSpPr>
        <p:spPr>
          <a:xfrm>
            <a:off x="17602200" y="28670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57" name="v10 edge:d4Craw-read">
            <a:extLst>
              <a:ext uri="{FF2B5EF4-FFF2-40B4-BE49-F238E27FC236}">
                <ns2:creationId id="{B0BD3EF1-381C-4964-92A7-CAA92FA6C4C5}"/>
              </a:ext>
            </a:extLst>
          </p:cNvPr>
          <p:cNvSpPr>
            <a:spLocks noGrp="1"/>
          </p:cNvSpPr>
          <p:nvPr/>
        </p:nvSpPr>
        <p:spPr>
          <a:xfrm>
            <a:off x="13268325" y="2438400"/>
            <a:ext cx="953" cy="514350"/>
          </a:xfrm>
          <a:custGeom>
            <a:pathLst>
              <a:path w="953" h="514350">
                <a:moveTo>
                  <a:pt x="0" y="514350"/>
                </a:moveTo>
                <a:lnTo>
                  <a:pt x="0" y="0"/>
                </a:lnTo>
              </a:path>
            </a:pathLst>
          </a:custGeom>
          <a:noFill/>
          <a:ln w="17145">
            <a:solidFill>
              <a:srgbClr val="111111"/>
            </a:solidFill>
            <a:prstDash val="solid"/>
          </a:ln>
        </p:spPr>
      </p:sp>
      <p:sp>
        <p:nvSpPr>
          <p:cNvPr id="1258" name="v10 arrow:d4Craw-read">
            <a:extLst>
              <a:ext uri="{FF2B5EF4-FFF2-40B4-BE49-F238E27FC236}">
                <ns2:creationId id="{5EA69673-9838-4C60-AB55-683F15E33BB6}"/>
              </a:ext>
            </a:extLst>
          </p:cNvPr>
          <p:cNvSpPr>
            <a:spLocks noGrp="1"/>
          </p:cNvSpPr>
          <p:nvPr/>
        </p:nvSpPr>
        <p:spPr>
          <a:xfrm>
            <a:off x="13230225" y="24384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259" name="v10 label 읽기">
            <a:extLst>
              <a:ext uri="{FF2B5EF4-FFF2-40B4-BE49-F238E27FC236}">
                <ns2:creationId id="{535D403C-F76F-455D-B5FE-E7F89D71E76B}"/>
              </a:ext>
            </a:extLst>
          </p:cNvPr>
          <p:cNvSpPr>
            <a:spLocks noGrp="1"/>
          </p:cNvSpPr>
          <p:nvPr/>
        </p:nvSpPr>
        <p:spPr>
          <a:xfrm>
            <a:off x="12868275" y="2600325"/>
            <a:ext cx="38100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260" name="v10 edge:d4Craw-result">
            <a:extLst>
              <a:ext uri="{FF2B5EF4-FFF2-40B4-BE49-F238E27FC236}">
                <ns2:creationId id="{D52E8089-E700-460E-A4DF-E367BD401A20}"/>
              </a:ext>
            </a:extLst>
          </p:cNvPr>
          <p:cNvSpPr>
            <a:spLocks noGrp="1"/>
          </p:cNvSpPr>
          <p:nvPr/>
        </p:nvSpPr>
        <p:spPr>
          <a:xfrm>
            <a:off x="13706475" y="2438400"/>
            <a:ext cx="953" cy="514350"/>
          </a:xfrm>
          <a:custGeom>
            <a:pathLst>
              <a:path w="953" h="514350">
                <a:moveTo>
                  <a:pt x="0" y="0"/>
                </a:moveTo>
                <a:lnTo>
                  <a:pt x="0" y="514350"/>
                </a:lnTo>
              </a:path>
            </a:pathLst>
          </a:custGeom>
          <a:noFill/>
          <a:ln w="17145">
            <a:solidFill>
              <a:srgbClr val="111111"/>
            </a:solidFill>
            <a:prstDash val="dash"/>
          </a:ln>
        </p:spPr>
      </p:sp>
      <p:sp>
        <p:nvSpPr>
          <p:cNvPr id="1261" name="v10 arrow:d4Craw-result">
            <a:extLst>
              <a:ext uri="{FF2B5EF4-FFF2-40B4-BE49-F238E27FC236}">
                <ns2:creationId id="{3CA9E48C-AEA4-49BC-BEE0-A6F971DE3ED5}"/>
              </a:ext>
            </a:extLst>
          </p:cNvPr>
          <p:cNvSpPr>
            <a:spLocks noGrp="1"/>
          </p:cNvSpPr>
          <p:nvPr/>
        </p:nvSpPr>
        <p:spPr>
          <a:xfrm>
            <a:off x="13668375" y="2867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62" name="v10 label 원본">
            <a:extLst>
              <a:ext uri="{FF2B5EF4-FFF2-40B4-BE49-F238E27FC236}">
                <ns2:creationId id="{2C45F412-611A-417F-9A2C-7F5CB58DC9E7}"/>
              </a:ext>
            </a:extLst>
          </p:cNvPr>
          <p:cNvSpPr>
            <a:spLocks noGrp="1"/>
          </p:cNvSpPr>
          <p:nvPr/>
        </p:nvSpPr>
        <p:spPr>
          <a:xfrm>
            <a:off x="13735050" y="2562225"/>
            <a:ext cx="752475" cy="3143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원본</a:t>
            </a:r>
            <a:endParaRPr lang="ko-KR">
              <a:latin typeface="Calibri"/>
              <a:ea typeface="Calibri"/>
              <a:cs typeface="Calibri"/>
            </a:endParaRPr>
          </a:p>
        </p:txBody>
      </p:sp>
      <p:sp>
        <p:nvSpPr>
          <p:cNvPr id="1263" name="v10 node:d4Crc">
            <a:extLst>
              <a:ext uri="{FF2B5EF4-FFF2-40B4-BE49-F238E27FC236}">
                <ns2:creationId id="{5648B9AF-3C2F-479D-8751-76B4EFB8E1DF}"/>
              </a:ext>
            </a:extLst>
          </p:cNvPr>
          <p:cNvSpPr>
            <a:spLocks noGrp="1"/>
          </p:cNvSpPr>
          <p:nvPr/>
        </p:nvSpPr>
        <p:spPr>
          <a:xfrm>
            <a:off x="12792075" y="4352925"/>
            <a:ext cx="2333625" cy="723900"/>
          </a:xfrm>
          <a:prstGeom prst="rect">
            <a:avLst/>
          </a:prstGeom>
          <a:solidFill>
            <a:srgbClr val="FFF6DD"/>
          </a:solidFill>
          <a:ln w="16193">
            <a:solidFill>
              <a:srgbClr val="111111"/>
            </a:solidFill>
          </a:ln>
        </p:spPr>
        <p:txBody>
          <a:bodyPr wrap="none" lIns="47625" tIns="19050" rIns="47625" bIns="3810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264" name="v10 divider d4Crc">
            <a:extLst>
              <a:ext uri="{FF2B5EF4-FFF2-40B4-BE49-F238E27FC236}">
                <ns2:creationId id="{AB3852D5-0616-465B-A97E-8FBC284ABDE6}"/>
              </a:ext>
            </a:extLst>
          </p:cNvPr>
          <p:cNvSpPr>
            <a:spLocks noGrp="1"/>
          </p:cNvSpPr>
          <p:nvPr/>
        </p:nvSpPr>
        <p:spPr>
          <a:xfrm>
            <a:off x="12792075" y="4714875"/>
            <a:ext cx="2333625" cy="953"/>
          </a:xfrm>
          <a:custGeom>
            <a:pathLst>
              <a:path w="2333625" h="953">
                <a:moveTo>
                  <a:pt x="0" y="0"/>
                </a:moveTo>
                <a:lnTo>
                  <a:pt x="2333625" y="0"/>
                </a:lnTo>
              </a:path>
            </a:pathLst>
          </a:custGeom>
          <a:noFill/>
          <a:ln w="9525">
            <a:solidFill>
              <a:srgbClr val="111111"/>
            </a:solidFill>
            <a:prstDash val="solid"/>
          </a:ln>
        </p:spPr>
      </p:sp>
      <p:sp>
        <p:nvSpPr>
          <p:cNvPr id="1265" name="v10 node:d4Cpermit">
            <a:extLst>
              <a:ext uri="{FF2B5EF4-FFF2-40B4-BE49-F238E27FC236}">
                <ns2:creationId id="{8116CE59-3DD7-43A0-8865-7337D7D0E010}"/>
              </a:ext>
            </a:extLst>
          </p:cNvPr>
          <p:cNvSpPr>
            <a:spLocks noGrp="1"/>
          </p:cNvSpPr>
          <p:nvPr/>
        </p:nvSpPr>
        <p:spPr>
          <a:xfrm>
            <a:off x="12915900" y="477202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전송 검증 및 허가기</a:t>
            </a:r>
            <a:endParaRPr lang="ko-KR">
              <a:latin typeface="Calibri"/>
              <a:ea typeface="Calibri"/>
              <a:cs typeface="Calibri"/>
            </a:endParaRPr>
          </a:p>
        </p:txBody>
      </p:sp>
      <p:sp>
        <p:nvSpPr>
          <p:cNvPr id="1266" name="v10 node:d4Ctm">
            <a:extLst>
              <a:ext uri="{FF2B5EF4-FFF2-40B4-BE49-F238E27FC236}">
                <ns2:creationId id="{FEF19150-8CBC-4C9C-91F3-AC1B24961C44}"/>
              </a:ext>
            </a:extLst>
          </p:cNvPr>
          <p:cNvSpPr>
            <a:spLocks noGrp="1"/>
          </p:cNvSpPr>
          <p:nvPr/>
        </p:nvSpPr>
        <p:spPr>
          <a:xfrm>
            <a:off x="15554325" y="4352925"/>
            <a:ext cx="2333625" cy="723900"/>
          </a:xfrm>
          <a:prstGeom prst="rect">
            <a:avLst/>
          </a:prstGeom>
          <a:solidFill>
            <a:srgbClr val="FFF6DD"/>
          </a:solidFill>
          <a:ln w="16193">
            <a:solidFill>
              <a:srgbClr val="111111"/>
            </a:solidFill>
          </a:ln>
        </p:spPr>
        <p:txBody>
          <a:bodyPr wrap="none" lIns="47625" tIns="19050" rIns="47625" bIns="3810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Task Manager</a:t>
            </a:r>
            <a:endParaRPr lang="ko-KR">
              <a:latin typeface="Calibri"/>
              <a:ea typeface="Calibri"/>
              <a:cs typeface="Calibri"/>
            </a:endParaRPr>
          </a:p>
        </p:txBody>
      </p:sp>
      <p:sp>
        <p:nvSpPr>
          <p:cNvPr id="1267" name="v10 divider d4Ctm">
            <a:extLst>
              <a:ext uri="{FF2B5EF4-FFF2-40B4-BE49-F238E27FC236}">
                <ns2:creationId id="{8CA490AA-D776-4E57-A9BC-7468AEA6AC84}"/>
              </a:ext>
            </a:extLst>
          </p:cNvPr>
          <p:cNvSpPr>
            <a:spLocks noGrp="1"/>
          </p:cNvSpPr>
          <p:nvPr/>
        </p:nvSpPr>
        <p:spPr>
          <a:xfrm>
            <a:off x="15554325" y="4714875"/>
            <a:ext cx="2333625" cy="953"/>
          </a:xfrm>
          <a:custGeom>
            <a:pathLst>
              <a:path w="2333625" h="953">
                <a:moveTo>
                  <a:pt x="0" y="0"/>
                </a:moveTo>
                <a:lnTo>
                  <a:pt x="2333625" y="0"/>
                </a:lnTo>
              </a:path>
            </a:pathLst>
          </a:custGeom>
          <a:noFill/>
          <a:ln w="9525">
            <a:solidFill>
              <a:srgbClr val="111111"/>
            </a:solidFill>
            <a:prstDash val="solid"/>
          </a:ln>
        </p:spPr>
      </p:sp>
      <p:sp>
        <p:nvSpPr>
          <p:cNvPr id="1268" name="v10 node:d4Ccommand">
            <a:extLst>
              <a:ext uri="{FF2B5EF4-FFF2-40B4-BE49-F238E27FC236}">
                <ns2:creationId id="{BB6E8A4A-3343-4C08-AD9B-E25BBEDCA676}"/>
              </a:ext>
            </a:extLst>
          </p:cNvPr>
          <p:cNvSpPr>
            <a:spLocks noGrp="1"/>
          </p:cNvSpPr>
          <p:nvPr/>
        </p:nvSpPr>
        <p:spPr>
          <a:xfrm>
            <a:off x="15678150" y="477202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Agent 명령 확정기</a:t>
            </a:r>
            <a:endParaRPr lang="ko-KR">
              <a:latin typeface="Calibri"/>
              <a:ea typeface="Calibri"/>
              <a:cs typeface="Calibri"/>
            </a:endParaRPr>
          </a:p>
        </p:txBody>
      </p:sp>
      <p:sp>
        <p:nvSpPr>
          <p:cNvPr id="1269" name="v10 node:d4Cag">
            <a:extLst>
              <a:ext uri="{FF2B5EF4-FFF2-40B4-BE49-F238E27FC236}">
                <ns2:creationId id="{4679199C-73F0-4F5B-9626-5E0B44407125}"/>
              </a:ext>
            </a:extLst>
          </p:cNvPr>
          <p:cNvSpPr>
            <a:spLocks noGrp="1"/>
          </p:cNvSpPr>
          <p:nvPr/>
        </p:nvSpPr>
        <p:spPr>
          <a:xfrm>
            <a:off x="12792075" y="5391150"/>
            <a:ext cx="2333625" cy="733425"/>
          </a:xfrm>
          <a:prstGeom prst="rect">
            <a:avLst/>
          </a:prstGeom>
          <a:solidFill>
            <a:srgbClr val="FFF6DD"/>
          </a:solidFill>
          <a:ln w="16193">
            <a:solidFill>
              <a:srgbClr val="111111"/>
            </a:solidFill>
          </a:ln>
        </p:spPr>
        <p:txBody>
          <a:bodyPr wrap="none" lIns="47625" tIns="19050" rIns="47625" bIns="39052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Agent Gateway</a:t>
            </a:r>
            <a:endParaRPr lang="ko-KR">
              <a:latin typeface="Calibri"/>
              <a:ea typeface="Calibri"/>
              <a:cs typeface="Calibri"/>
            </a:endParaRPr>
          </a:p>
        </p:txBody>
      </p:sp>
      <p:sp>
        <p:nvSpPr>
          <p:cNvPr id="1270" name="v10 divider d4Cag">
            <a:extLst>
              <a:ext uri="{FF2B5EF4-FFF2-40B4-BE49-F238E27FC236}">
                <ns2:creationId id="{AF168F7C-7368-4CCA-AB05-B4713957F2E5}"/>
              </a:ext>
            </a:extLst>
          </p:cNvPr>
          <p:cNvSpPr>
            <a:spLocks noGrp="1"/>
          </p:cNvSpPr>
          <p:nvPr/>
        </p:nvSpPr>
        <p:spPr>
          <a:xfrm>
            <a:off x="12792075" y="5753100"/>
            <a:ext cx="2333625" cy="953"/>
          </a:xfrm>
          <a:custGeom>
            <a:pathLst>
              <a:path w="2333625" h="953">
                <a:moveTo>
                  <a:pt x="0" y="0"/>
                </a:moveTo>
                <a:lnTo>
                  <a:pt x="2333625" y="0"/>
                </a:lnTo>
              </a:path>
            </a:pathLst>
          </a:custGeom>
          <a:noFill/>
          <a:ln w="9525">
            <a:solidFill>
              <a:srgbClr val="111111"/>
            </a:solidFill>
            <a:prstDash val="solid"/>
          </a:ln>
        </p:spPr>
      </p:sp>
      <p:sp>
        <p:nvSpPr>
          <p:cNvPr id="1271" name="v10 node:d4Csend">
            <a:extLst>
              <a:ext uri="{FF2B5EF4-FFF2-40B4-BE49-F238E27FC236}">
                <ns2:creationId id="{581E7D95-7403-4E33-9409-09558742F41F}"/>
              </a:ext>
            </a:extLst>
          </p:cNvPr>
          <p:cNvSpPr>
            <a:spLocks noGrp="1"/>
          </p:cNvSpPr>
          <p:nvPr/>
        </p:nvSpPr>
        <p:spPr>
          <a:xfrm>
            <a:off x="12915900" y="5810250"/>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전송 및 수신 관리기</a:t>
            </a:r>
            <a:endParaRPr lang="ko-KR">
              <a:latin typeface="Calibri"/>
              <a:ea typeface="Calibri"/>
              <a:cs typeface="Calibri"/>
            </a:endParaRPr>
          </a:p>
        </p:txBody>
      </p:sp>
      <p:sp>
        <p:nvSpPr>
          <p:cNvPr id="1272" name="v10 node:d4Cagent">
            <a:extLst>
              <a:ext uri="{FF2B5EF4-FFF2-40B4-BE49-F238E27FC236}">
                <ns2:creationId id="{5040C01B-1736-4DC4-AB1D-313BFB680353}"/>
              </a:ext>
            </a:extLst>
          </p:cNvPr>
          <p:cNvSpPr>
            <a:spLocks noGrp="1"/>
          </p:cNvSpPr>
          <p:nvPr/>
        </p:nvSpPr>
        <p:spPr>
          <a:xfrm>
            <a:off x="15554325" y="5629275"/>
            <a:ext cx="2333625" cy="428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300" b="1" lang="ko-KR">
                <a:solidFill>
                  <a:srgbClr val="111111"/>
                </a:solidFill>
                <a:latin typeface="Calibri"/>
                <a:ea typeface="Calibri"/>
                <a:cs typeface="Calibri"/>
              </a:defRPr>
            </a:defPPr>
            <a:lvl1pPr algn="ctr">
              <a:defRPr sz="1300" b="1" lang="ko-KR">
                <a:solidFill>
                  <a:srgbClr val="111111"/>
                </a:solidFill>
                <a:latin typeface="Calibri"/>
                <a:ea typeface="Calibri"/>
                <a:cs typeface="Calibri"/>
              </a:defRPr>
            </a:lvl1pPr>
            <a:lvl2pPr algn="ctr">
              <a:defRPr sz="1300" b="1" lang="ko-KR">
                <a:solidFill>
                  <a:srgbClr val="111111"/>
                </a:solidFill>
                <a:latin typeface="Calibri"/>
                <a:ea typeface="Calibri"/>
                <a:cs typeface="Calibri"/>
              </a:defRPr>
            </a:lvl2pPr>
            <a:lvl3pPr algn="ctr">
              <a:defRPr sz="1300" b="1" lang="ko-KR">
                <a:solidFill>
                  <a:srgbClr val="111111"/>
                </a:solidFill>
                <a:latin typeface="Calibri"/>
                <a:ea typeface="Calibri"/>
                <a:cs typeface="Calibri"/>
              </a:defRPr>
            </a:lvl3pPr>
            <a:lvl4pPr algn="ctr">
              <a:defRPr sz="1300" b="1" lang="ko-KR">
                <a:solidFill>
                  <a:srgbClr val="111111"/>
                </a:solidFill>
                <a:latin typeface="Calibri"/>
                <a:ea typeface="Calibri"/>
                <a:cs typeface="Calibri"/>
              </a:defRPr>
            </a:lvl4pPr>
            <a:lvl5pPr algn="ctr">
              <a:defRPr sz="1300" b="1" lang="ko-KR">
                <a:solidFill>
                  <a:srgbClr val="111111"/>
                </a:solidFill>
                <a:latin typeface="Calibri"/>
                <a:ea typeface="Calibri"/>
                <a:cs typeface="Calibri"/>
              </a:defRPr>
            </a:lvl5pPr>
            <a:lvl6pPr algn="ctr">
              <a:defRPr sz="1300" b="1" lang="ko-KR">
                <a:solidFill>
                  <a:srgbClr val="111111"/>
                </a:solidFill>
                <a:latin typeface="Calibri"/>
                <a:ea typeface="Calibri"/>
                <a:cs typeface="Calibri"/>
              </a:defRPr>
            </a:lvl6pPr>
            <a:lvl7pPr algn="ctr">
              <a:defRPr sz="1300" b="1" lang="ko-KR">
                <a:solidFill>
                  <a:srgbClr val="111111"/>
                </a:solidFill>
                <a:latin typeface="Calibri"/>
                <a:ea typeface="Calibri"/>
                <a:cs typeface="Calibri"/>
              </a:defRPr>
            </a:lvl7pPr>
            <a:lvl8pPr algn="ctr">
              <a:defRPr sz="1300" b="1" lang="ko-KR">
                <a:solidFill>
                  <a:srgbClr val="111111"/>
                </a:solidFill>
                <a:latin typeface="Calibri"/>
                <a:ea typeface="Calibri"/>
                <a:cs typeface="Calibri"/>
              </a:defRPr>
            </a:lvl8pPr>
            <a:lvl9pPr algn="ctr">
              <a:defRPr sz="1300" b="1" lang="ko-KR">
                <a:solidFill>
                  <a:srgbClr val="111111"/>
                </a:solidFill>
                <a:latin typeface="Calibri"/>
                <a:ea typeface="Calibri"/>
                <a:cs typeface="Calibri"/>
              </a:defRPr>
            </a:lvl9pPr>
          </a:lstStyle>
          <a:p>
            <a:pPr algn="ctr">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1273" name="v10 edge:d4Cprepare">
            <a:extLst>
              <a:ext uri="{FF2B5EF4-FFF2-40B4-BE49-F238E27FC236}">
                <ns2:creationId id="{324ACE4A-AF28-426E-94FF-6DF4B3325A9A}"/>
              </a:ext>
            </a:extLst>
          </p:cNvPr>
          <p:cNvSpPr>
            <a:spLocks noGrp="1"/>
          </p:cNvSpPr>
          <p:nvPr/>
        </p:nvSpPr>
        <p:spPr>
          <a:xfrm>
            <a:off x="15001875" y="3209925"/>
            <a:ext cx="361950" cy="1647825"/>
          </a:xfrm>
          <a:custGeom>
            <a:pathLst>
              <a:path w="361950" h="1647825">
                <a:moveTo>
                  <a:pt x="0" y="1647825"/>
                </a:moveTo>
                <a:lnTo>
                  <a:pt x="361950" y="1647825"/>
                </a:lnTo>
                <a:lnTo>
                  <a:pt x="361950" y="0"/>
                </a:lnTo>
                <a:lnTo>
                  <a:pt x="276225" y="0"/>
                </a:lnTo>
              </a:path>
            </a:pathLst>
          </a:custGeom>
          <a:noFill/>
          <a:ln w="17145">
            <a:solidFill>
              <a:srgbClr val="111111"/>
            </a:solidFill>
            <a:prstDash val="solid"/>
          </a:ln>
        </p:spPr>
      </p:sp>
      <p:sp>
        <p:nvSpPr>
          <p:cNvPr id="1274" name="v10 arrow:d4Cprepare">
            <a:extLst>
              <a:ext uri="{FF2B5EF4-FFF2-40B4-BE49-F238E27FC236}">
                <ns2:creationId id="{CE31AD3B-9F71-4E78-B371-7B82CF2E9DB4}"/>
              </a:ext>
            </a:extLst>
          </p:cNvPr>
          <p:cNvSpPr>
            <a:spLocks noGrp="1"/>
          </p:cNvSpPr>
          <p:nvPr/>
        </p:nvSpPr>
        <p:spPr>
          <a:xfrm>
            <a:off x="15278100" y="31718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75" name="v10 label 1 현재 목적 / 구성 요청">
            <a:extLst>
              <a:ext uri="{FF2B5EF4-FFF2-40B4-BE49-F238E27FC236}">
                <ns2:creationId id="{4FB5F5B8-52C4-49C6-AE27-E0386A277BF1}"/>
              </a:ext>
            </a:extLst>
          </p:cNvPr>
          <p:cNvSpPr>
            <a:spLocks noGrp="1"/>
          </p:cNvSpPr>
          <p:nvPr/>
        </p:nvSpPr>
        <p:spPr>
          <a:xfrm>
            <a:off x="14077950" y="4114800"/>
            <a:ext cx="1809750"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1 현재 목적 / 구성 요청</a:t>
            </a:r>
            <a:endParaRPr lang="ko-KR">
              <a:latin typeface="Calibri"/>
              <a:ea typeface="Calibri"/>
              <a:cs typeface="Calibri"/>
            </a:endParaRPr>
          </a:p>
        </p:txBody>
      </p:sp>
      <p:sp>
        <p:nvSpPr>
          <p:cNvPr id="1276" name="v10 edge:d4Cprepared">
            <a:extLst>
              <a:ext uri="{FF2B5EF4-FFF2-40B4-BE49-F238E27FC236}">
                <ns2:creationId id="{809D8687-4E45-447E-ABC9-0B236813F737}"/>
              </a:ext>
            </a:extLst>
          </p:cNvPr>
          <p:cNvSpPr>
            <a:spLocks noGrp="1"/>
          </p:cNvSpPr>
          <p:nvPr/>
        </p:nvSpPr>
        <p:spPr>
          <a:xfrm>
            <a:off x="12696825" y="3209925"/>
            <a:ext cx="219075" cy="1724025"/>
          </a:xfrm>
          <a:custGeom>
            <a:pathLst>
              <a:path w="219075" h="1724025">
                <a:moveTo>
                  <a:pt x="219075" y="0"/>
                </a:moveTo>
                <a:lnTo>
                  <a:pt x="0" y="0"/>
                </a:lnTo>
                <a:lnTo>
                  <a:pt x="0" y="1724025"/>
                </a:lnTo>
                <a:lnTo>
                  <a:pt x="219075" y="1724025"/>
                </a:lnTo>
              </a:path>
            </a:pathLst>
          </a:custGeom>
          <a:noFill/>
          <a:ln w="17145">
            <a:solidFill>
              <a:srgbClr val="111111"/>
            </a:solidFill>
            <a:prstDash val="dash"/>
          </a:ln>
        </p:spPr>
      </p:sp>
      <p:sp>
        <p:nvSpPr>
          <p:cNvPr id="1277" name="v10 arrow:d4Cprepared">
            <a:extLst>
              <a:ext uri="{FF2B5EF4-FFF2-40B4-BE49-F238E27FC236}">
                <ns2:creationId id="{F6082332-7ACD-47E8-BE4F-7F6202386143}"/>
              </a:ext>
            </a:extLst>
          </p:cNvPr>
          <p:cNvSpPr>
            <a:spLocks noGrp="1"/>
          </p:cNvSpPr>
          <p:nvPr/>
        </p:nvSpPr>
        <p:spPr>
          <a:xfrm>
            <a:off x="12830175" y="4895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78" name="v10 label 2 인계 후보">
            <a:extLst>
              <a:ext uri="{FF2B5EF4-FFF2-40B4-BE49-F238E27FC236}">
                <ns2:creationId id="{EE26D08B-DB0C-4AAB-85A7-A2AB9643B0C4}"/>
              </a:ext>
            </a:extLst>
          </p:cNvPr>
          <p:cNvSpPr>
            <a:spLocks noGrp="1"/>
          </p:cNvSpPr>
          <p:nvPr/>
        </p:nvSpPr>
        <p:spPr>
          <a:xfrm>
            <a:off x="12744450" y="4133850"/>
            <a:ext cx="128587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2 인계 후보</a:t>
            </a:r>
            <a:endParaRPr lang="ko-KR">
              <a:latin typeface="Calibri"/>
              <a:ea typeface="Calibri"/>
              <a:cs typeface="Calibri"/>
            </a:endParaRPr>
          </a:p>
        </p:txBody>
      </p:sp>
      <p:sp>
        <p:nvSpPr>
          <p:cNvPr id="1279" name="v10 edge:d4Cadmission">
            <a:extLst>
              <a:ext uri="{FF2B5EF4-FFF2-40B4-BE49-F238E27FC236}">
                <ns2:creationId id="{1F4F6618-8446-4A49-9368-1A56DF3027E9}"/>
              </a:ext>
            </a:extLst>
          </p:cNvPr>
          <p:cNvSpPr>
            <a:spLocks noGrp="1"/>
          </p:cNvSpPr>
          <p:nvPr/>
        </p:nvSpPr>
        <p:spPr>
          <a:xfrm>
            <a:off x="15001875" y="4933950"/>
            <a:ext cx="676275" cy="953"/>
          </a:xfrm>
          <a:custGeom>
            <a:pathLst>
              <a:path w="676275" h="953">
                <a:moveTo>
                  <a:pt x="0" y="0"/>
                </a:moveTo>
                <a:lnTo>
                  <a:pt x="676275" y="0"/>
                </a:lnTo>
              </a:path>
            </a:pathLst>
          </a:custGeom>
          <a:noFill/>
          <a:ln w="17145">
            <a:solidFill>
              <a:srgbClr val="111111"/>
            </a:solidFill>
            <a:prstDash val="solid"/>
          </a:ln>
        </p:spPr>
      </p:sp>
      <p:sp>
        <p:nvSpPr>
          <p:cNvPr id="1280" name="v10 arrow:d4Cadmission">
            <a:extLst>
              <a:ext uri="{FF2B5EF4-FFF2-40B4-BE49-F238E27FC236}">
                <ns2:creationId id="{2A48BD8E-AE34-4423-94F1-814D38F6F0D1}"/>
              </a:ext>
            </a:extLst>
          </p:cNvPr>
          <p:cNvSpPr>
            <a:spLocks noGrp="1"/>
          </p:cNvSpPr>
          <p:nvPr/>
        </p:nvSpPr>
        <p:spPr>
          <a:xfrm>
            <a:off x="15592425" y="4895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81" name="v10 label 3 허가">
            <a:extLst>
              <a:ext uri="{FF2B5EF4-FFF2-40B4-BE49-F238E27FC236}">
                <ns2:creationId id="{384B3E36-EB47-45A6-89E2-008BE752BF4E}"/>
              </a:ext>
            </a:extLst>
          </p:cNvPr>
          <p:cNvSpPr>
            <a:spLocks noGrp="1"/>
          </p:cNvSpPr>
          <p:nvPr/>
        </p:nvSpPr>
        <p:spPr>
          <a:xfrm>
            <a:off x="15087600" y="4619625"/>
            <a:ext cx="542925" cy="2381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3 허가</a:t>
            </a:r>
            <a:endParaRPr lang="ko-KR">
              <a:latin typeface="Calibri"/>
              <a:ea typeface="Calibri"/>
              <a:cs typeface="Calibri"/>
            </a:endParaRPr>
          </a:p>
        </p:txBody>
      </p:sp>
      <p:sp>
        <p:nvSpPr>
          <p:cNvPr id="1282" name="v10 edge:d4Ccommand-send">
            <a:extLst>
              <a:ext uri="{FF2B5EF4-FFF2-40B4-BE49-F238E27FC236}">
                <ns2:creationId id="{034D7ACF-EC35-43C8-A86A-03B934C2E21F}"/>
              </a:ext>
            </a:extLst>
          </p:cNvPr>
          <p:cNvSpPr>
            <a:spLocks noGrp="1"/>
          </p:cNvSpPr>
          <p:nvPr/>
        </p:nvSpPr>
        <p:spPr>
          <a:xfrm>
            <a:off x="15001875" y="5048250"/>
            <a:ext cx="1714500" cy="885825"/>
          </a:xfrm>
          <a:custGeom>
            <a:pathLst>
              <a:path w="1714500" h="885825">
                <a:moveTo>
                  <a:pt x="1714500" y="0"/>
                </a:moveTo>
                <a:lnTo>
                  <a:pt x="1714500" y="152400"/>
                </a:lnTo>
                <a:lnTo>
                  <a:pt x="314325" y="152400"/>
                </a:lnTo>
                <a:lnTo>
                  <a:pt x="314325" y="885825"/>
                </a:lnTo>
                <a:lnTo>
                  <a:pt x="0" y="885825"/>
                </a:lnTo>
              </a:path>
            </a:pathLst>
          </a:custGeom>
          <a:noFill/>
          <a:ln w="17145">
            <a:solidFill>
              <a:srgbClr val="111111"/>
            </a:solidFill>
            <a:prstDash val="solid"/>
          </a:ln>
        </p:spPr>
      </p:sp>
      <p:sp>
        <p:nvSpPr>
          <p:cNvPr id="1283" name="v10 arrow:d4Ccommand-send">
            <a:extLst>
              <a:ext uri="{FF2B5EF4-FFF2-40B4-BE49-F238E27FC236}">
                <ns2:creationId id="{77D85F1F-D8E1-4E1F-8BCF-B1FF3733A752}"/>
              </a:ext>
            </a:extLst>
          </p:cNvPr>
          <p:cNvSpPr>
            <a:spLocks noGrp="1"/>
          </p:cNvSpPr>
          <p:nvPr/>
        </p:nvSpPr>
        <p:spPr>
          <a:xfrm>
            <a:off x="15001875" y="58959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84" name="v10 label 4 명령">
            <a:extLst>
              <a:ext uri="{FF2B5EF4-FFF2-40B4-BE49-F238E27FC236}">
                <ns2:creationId id="{67510A44-BE21-4D08-A97F-007D2B270C5A}"/>
              </a:ext>
            </a:extLst>
          </p:cNvPr>
          <p:cNvSpPr>
            <a:spLocks noGrp="1"/>
          </p:cNvSpPr>
          <p:nvPr/>
        </p:nvSpPr>
        <p:spPr>
          <a:xfrm>
            <a:off x="15430500" y="5095875"/>
            <a:ext cx="10001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4 명령</a:t>
            </a:r>
            <a:endParaRPr lang="ko-KR">
              <a:latin typeface="Calibri"/>
              <a:ea typeface="Calibri"/>
              <a:cs typeface="Calibri"/>
            </a:endParaRPr>
          </a:p>
        </p:txBody>
      </p:sp>
      <p:sp>
        <p:nvSpPr>
          <p:cNvPr id="1285" name="v10 edge:d4Cdispatch">
            <a:extLst>
              <a:ext uri="{FF2B5EF4-FFF2-40B4-BE49-F238E27FC236}">
                <ns2:creationId id="{31D9CF20-5AF2-4346-9AF7-2C401D1B879B}"/>
              </a:ext>
            </a:extLst>
          </p:cNvPr>
          <p:cNvSpPr>
            <a:spLocks noGrp="1"/>
          </p:cNvSpPr>
          <p:nvPr/>
        </p:nvSpPr>
        <p:spPr>
          <a:xfrm>
            <a:off x="15001875" y="5848350"/>
            <a:ext cx="552450" cy="953"/>
          </a:xfrm>
          <a:custGeom>
            <a:pathLst>
              <a:path w="552450" h="953">
                <a:moveTo>
                  <a:pt x="0" y="0"/>
                </a:moveTo>
                <a:lnTo>
                  <a:pt x="552450" y="0"/>
                </a:lnTo>
              </a:path>
            </a:pathLst>
          </a:custGeom>
          <a:noFill/>
          <a:ln w="17145">
            <a:solidFill>
              <a:srgbClr val="111111"/>
            </a:solidFill>
            <a:prstDash val="solid"/>
          </a:ln>
        </p:spPr>
      </p:sp>
      <p:sp>
        <p:nvSpPr>
          <p:cNvPr id="1286" name="v10 arrow:d4Cdispatch">
            <a:extLst>
              <a:ext uri="{FF2B5EF4-FFF2-40B4-BE49-F238E27FC236}">
                <ns2:creationId id="{B581241A-4A1E-45A1-A70F-046110B2D047}"/>
              </a:ext>
            </a:extLst>
          </p:cNvPr>
          <p:cNvSpPr>
            <a:spLocks noGrp="1"/>
          </p:cNvSpPr>
          <p:nvPr/>
        </p:nvSpPr>
        <p:spPr>
          <a:xfrm>
            <a:off x="15468600" y="58102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87" name="v10 label 5 전송">
            <a:extLst>
              <a:ext uri="{FF2B5EF4-FFF2-40B4-BE49-F238E27FC236}">
                <ns2:creationId id="{99BFDB9B-6168-40AC-9FE5-095176FB0A40}"/>
              </a:ext>
            </a:extLst>
          </p:cNvPr>
          <p:cNvSpPr>
            <a:spLocks noGrp="1"/>
          </p:cNvSpPr>
          <p:nvPr/>
        </p:nvSpPr>
        <p:spPr>
          <a:xfrm>
            <a:off x="15049500" y="5610225"/>
            <a:ext cx="485775" cy="19050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5 전송</a:t>
            </a:r>
            <a:endParaRPr lang="ko-KR">
              <a:latin typeface="Calibri"/>
              <a:ea typeface="Calibri"/>
              <a:cs typeface="Calibri"/>
            </a:endParaRPr>
          </a:p>
        </p:txBody>
      </p:sp>
      <p:sp>
        <p:nvSpPr>
          <p:cNvPr id="1288" name="v10 edge:d4Cread-command">
            <a:extLst>
              <a:ext uri="{FF2B5EF4-FFF2-40B4-BE49-F238E27FC236}">
                <ns2:creationId id="{7D5249C6-400B-4950-8B15-6E7EEFE91EBB}"/>
              </a:ext>
            </a:extLst>
          </p:cNvPr>
          <p:cNvSpPr>
            <a:spLocks noGrp="1"/>
          </p:cNvSpPr>
          <p:nvPr/>
        </p:nvSpPr>
        <p:spPr>
          <a:xfrm>
            <a:off x="14963775" y="5476875"/>
            <a:ext cx="2066925" cy="333375"/>
          </a:xfrm>
          <a:custGeom>
            <a:pathLst>
              <a:path w="2066925" h="333375">
                <a:moveTo>
                  <a:pt x="2066925" y="152400"/>
                </a:moveTo>
                <a:lnTo>
                  <a:pt x="2066925" y="0"/>
                </a:lnTo>
                <a:lnTo>
                  <a:pt x="0" y="0"/>
                </a:lnTo>
                <a:lnTo>
                  <a:pt x="0" y="333375"/>
                </a:lnTo>
              </a:path>
            </a:pathLst>
          </a:custGeom>
          <a:noFill/>
          <a:ln w="17145">
            <a:solidFill>
              <a:srgbClr val="32824A"/>
            </a:solidFill>
            <a:prstDash val="solid"/>
          </a:ln>
        </p:spPr>
      </p:sp>
      <p:sp>
        <p:nvSpPr>
          <p:cNvPr id="1289" name="v10 arrow:d4Cread-command">
            <a:extLst>
              <a:ext uri="{FF2B5EF4-FFF2-40B4-BE49-F238E27FC236}">
                <ns2:creationId id="{257FD663-B50A-4F16-894C-83C27EC1C0D2}"/>
              </a:ext>
            </a:extLst>
          </p:cNvPr>
          <p:cNvSpPr>
            <a:spLocks noGrp="1"/>
          </p:cNvSpPr>
          <p:nvPr/>
        </p:nvSpPr>
        <p:spPr>
          <a:xfrm>
            <a:off x="14925675" y="57245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90" name="v10 label 6 READ 요청">
            <a:extLst>
              <a:ext uri="{FF2B5EF4-FFF2-40B4-BE49-F238E27FC236}">
                <ns2:creationId id="{20E03C01-C8A5-4F02-AAA4-AF726A397135}"/>
              </a:ext>
            </a:extLst>
          </p:cNvPr>
          <p:cNvSpPr>
            <a:spLocks noGrp="1"/>
          </p:cNvSpPr>
          <p:nvPr/>
        </p:nvSpPr>
        <p:spPr>
          <a:xfrm>
            <a:off x="15459075" y="5467350"/>
            <a:ext cx="1447800" cy="1714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6 READ 요청</a:t>
            </a:r>
            <a:endParaRPr lang="ko-KR">
              <a:latin typeface="Calibri"/>
              <a:ea typeface="Calibri"/>
              <a:cs typeface="Calibri"/>
            </a:endParaRPr>
          </a:p>
        </p:txBody>
      </p:sp>
      <p:sp>
        <p:nvSpPr>
          <p:cNvPr id="1291" name="v10 edge:d4Cread-adapter">
            <a:extLst>
              <a:ext uri="{FF2B5EF4-FFF2-40B4-BE49-F238E27FC236}">
                <ns2:creationId id="{3688BADD-533E-4985-9905-F4553517370A}"/>
              </a:ext>
            </a:extLst>
          </p:cNvPr>
          <p:cNvSpPr>
            <a:spLocks noGrp="1"/>
          </p:cNvSpPr>
          <p:nvPr/>
        </p:nvSpPr>
        <p:spPr>
          <a:xfrm>
            <a:off x="15001875" y="3105150"/>
            <a:ext cx="3000375" cy="2943225"/>
          </a:xfrm>
          <a:custGeom>
            <a:pathLst>
              <a:path w="3000375" h="2943225">
                <a:moveTo>
                  <a:pt x="0" y="2943225"/>
                </a:moveTo>
                <a:lnTo>
                  <a:pt x="400050" y="2943225"/>
                </a:lnTo>
                <a:lnTo>
                  <a:pt x="400050" y="1190625"/>
                </a:lnTo>
                <a:lnTo>
                  <a:pt x="3000375" y="1190625"/>
                </a:lnTo>
                <a:lnTo>
                  <a:pt x="3000375" y="0"/>
                </a:lnTo>
                <a:lnTo>
                  <a:pt x="2743200" y="0"/>
                </a:lnTo>
              </a:path>
            </a:pathLst>
          </a:custGeom>
          <a:noFill/>
          <a:ln w="17145">
            <a:solidFill>
              <a:srgbClr val="32824A"/>
            </a:solidFill>
            <a:prstDash val="solid"/>
          </a:ln>
        </p:spPr>
      </p:sp>
      <p:sp>
        <p:nvSpPr>
          <p:cNvPr id="1292" name="v10 arrow:d4Cread-adapter">
            <a:extLst>
              <a:ext uri="{FF2B5EF4-FFF2-40B4-BE49-F238E27FC236}">
                <ns2:creationId id="{C78D06F3-36BB-4314-98BE-FBB177BC64BA}"/>
              </a:ext>
            </a:extLst>
          </p:cNvPr>
          <p:cNvSpPr>
            <a:spLocks noGrp="1"/>
          </p:cNvSpPr>
          <p:nvPr/>
        </p:nvSpPr>
        <p:spPr>
          <a:xfrm>
            <a:off x="17745075" y="306705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93" name="v10 label 7 범위 / 현재 권한">
            <a:extLst>
              <a:ext uri="{FF2B5EF4-FFF2-40B4-BE49-F238E27FC236}">
                <ns2:creationId id="{7BC52F6F-CE45-4FD7-A321-E5A760396114}"/>
              </a:ext>
            </a:extLst>
          </p:cNvPr>
          <p:cNvSpPr>
            <a:spLocks noGrp="1"/>
          </p:cNvSpPr>
          <p:nvPr/>
        </p:nvSpPr>
        <p:spPr>
          <a:xfrm>
            <a:off x="15906750" y="4105275"/>
            <a:ext cx="2009775"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7 범위 / 현재 권한</a:t>
            </a:r>
            <a:endParaRPr lang="ko-KR">
              <a:latin typeface="Calibri"/>
              <a:ea typeface="Calibri"/>
              <a:cs typeface="Calibri"/>
            </a:endParaRPr>
          </a:p>
        </p:txBody>
      </p:sp>
      <p:sp>
        <p:nvSpPr>
          <p:cNvPr id="1294" name="v10 edge:d4Cread-result">
            <a:extLst>
              <a:ext uri="{FF2B5EF4-FFF2-40B4-BE49-F238E27FC236}">
                <ns2:creationId id="{BEB567E1-8968-43A9-8271-73A5D6B20988}"/>
              </a:ext>
            </a:extLst>
          </p:cNvPr>
          <p:cNvSpPr>
            <a:spLocks noGrp="1"/>
          </p:cNvSpPr>
          <p:nvPr/>
        </p:nvSpPr>
        <p:spPr>
          <a:xfrm>
            <a:off x="15001875" y="3238500"/>
            <a:ext cx="2943225" cy="2743200"/>
          </a:xfrm>
          <a:custGeom>
            <a:pathLst>
              <a:path w="2943225" h="2743200">
                <a:moveTo>
                  <a:pt x="2743200" y="0"/>
                </a:moveTo>
                <a:lnTo>
                  <a:pt x="2943225" y="0"/>
                </a:lnTo>
                <a:lnTo>
                  <a:pt x="2943225" y="2047875"/>
                </a:lnTo>
                <a:lnTo>
                  <a:pt x="219075" y="2047875"/>
                </a:lnTo>
                <a:lnTo>
                  <a:pt x="219075" y="2743200"/>
                </a:lnTo>
                <a:lnTo>
                  <a:pt x="0" y="2743200"/>
                </a:lnTo>
              </a:path>
            </a:pathLst>
          </a:custGeom>
          <a:noFill/>
          <a:ln w="17145">
            <a:solidFill>
              <a:srgbClr val="32824A"/>
            </a:solidFill>
            <a:prstDash val="dash"/>
          </a:ln>
        </p:spPr>
      </p:sp>
      <p:sp>
        <p:nvSpPr>
          <p:cNvPr id="1295" name="v10 arrow:d4Cread-result">
            <a:extLst>
              <a:ext uri="{FF2B5EF4-FFF2-40B4-BE49-F238E27FC236}">
                <ns2:creationId id="{5A37D789-1870-4128-BE00-EE93AD4C94F2}"/>
              </a:ext>
            </a:extLst>
          </p:cNvPr>
          <p:cNvSpPr>
            <a:spLocks noGrp="1"/>
          </p:cNvSpPr>
          <p:nvPr/>
        </p:nvSpPr>
        <p:spPr>
          <a:xfrm>
            <a:off x="15001875" y="594360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96" name="v10 label 8 원본 / 거절">
            <a:extLst>
              <a:ext uri="{FF2B5EF4-FFF2-40B4-BE49-F238E27FC236}">
                <ns2:creationId id="{6DAA3D18-E21E-4973-833C-C49A6D25A84D}"/>
              </a:ext>
            </a:extLst>
          </p:cNvPr>
          <p:cNvSpPr>
            <a:spLocks noGrp="1"/>
          </p:cNvSpPr>
          <p:nvPr/>
        </p:nvSpPr>
        <p:spPr>
          <a:xfrm>
            <a:off x="16554450" y="5257800"/>
            <a:ext cx="131445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8 원본 / 거절</a:t>
            </a:r>
            <a:endParaRPr lang="ko-KR">
              <a:latin typeface="Calibri"/>
              <a:ea typeface="Calibri"/>
              <a:cs typeface="Calibri"/>
            </a:endParaRPr>
          </a:p>
        </p:txBody>
      </p:sp>
      <p:sp>
        <p:nvSpPr>
          <p:cNvPr id="1297" name="v10 edge:d4Cread-delivery">
            <a:extLst>
              <a:ext uri="{FF2B5EF4-FFF2-40B4-BE49-F238E27FC236}">
                <ns2:creationId id="{C619A807-A408-4212-A2A2-CE2A76721872}"/>
              </a:ext>
            </a:extLst>
          </p:cNvPr>
          <p:cNvSpPr>
            <a:spLocks noGrp="1"/>
          </p:cNvSpPr>
          <p:nvPr/>
        </p:nvSpPr>
        <p:spPr>
          <a:xfrm>
            <a:off x="15001875" y="5934075"/>
            <a:ext cx="552450" cy="142875"/>
          </a:xfrm>
          <a:custGeom>
            <a:pathLst>
              <a:path w="552450" h="142875">
                <a:moveTo>
                  <a:pt x="0" y="142875"/>
                </a:moveTo>
                <a:lnTo>
                  <a:pt x="457200" y="142875"/>
                </a:lnTo>
                <a:lnTo>
                  <a:pt x="457200" y="0"/>
                </a:lnTo>
                <a:lnTo>
                  <a:pt x="552450" y="0"/>
                </a:lnTo>
              </a:path>
            </a:pathLst>
          </a:custGeom>
          <a:noFill/>
          <a:ln w="17145">
            <a:solidFill>
              <a:srgbClr val="32824A"/>
            </a:solidFill>
            <a:prstDash val="dash"/>
          </a:ln>
        </p:spPr>
      </p:sp>
      <p:sp>
        <p:nvSpPr>
          <p:cNvPr id="1298" name="v10 arrow:d4Cread-delivery">
            <a:extLst>
              <a:ext uri="{FF2B5EF4-FFF2-40B4-BE49-F238E27FC236}">
                <ns2:creationId id="{C61E1EE2-C039-4FD4-BB2F-C272DF9FE898}"/>
              </a:ext>
            </a:extLst>
          </p:cNvPr>
          <p:cNvSpPr>
            <a:spLocks noGrp="1"/>
          </p:cNvSpPr>
          <p:nvPr/>
        </p:nvSpPr>
        <p:spPr>
          <a:xfrm>
            <a:off x="15468600" y="589597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299" name="v10 edge:d4Creceipt">
            <a:extLst>
              <a:ext uri="{FF2B5EF4-FFF2-40B4-BE49-F238E27FC236}">
                <ns2:creationId id="{D64EB444-14E2-48DA-B4F5-635B15F18431}"/>
              </a:ext>
            </a:extLst>
          </p:cNvPr>
          <p:cNvSpPr>
            <a:spLocks noGrp="1"/>
          </p:cNvSpPr>
          <p:nvPr/>
        </p:nvSpPr>
        <p:spPr>
          <a:xfrm>
            <a:off x="15001875" y="6019800"/>
            <a:ext cx="552450" cy="953"/>
          </a:xfrm>
          <a:custGeom>
            <a:pathLst>
              <a:path w="552450" h="953">
                <a:moveTo>
                  <a:pt x="552450" y="0"/>
                </a:moveTo>
                <a:lnTo>
                  <a:pt x="0" y="0"/>
                </a:lnTo>
              </a:path>
            </a:pathLst>
          </a:custGeom>
          <a:noFill/>
          <a:ln w="17145">
            <a:solidFill>
              <a:srgbClr val="111111"/>
            </a:solidFill>
            <a:prstDash val="dash"/>
          </a:ln>
        </p:spPr>
      </p:sp>
      <p:sp>
        <p:nvSpPr>
          <p:cNvPr id="1300" name="v10 arrow:d4Creceipt">
            <a:extLst>
              <a:ext uri="{FF2B5EF4-FFF2-40B4-BE49-F238E27FC236}">
                <ns2:creationId id="{56AAF826-AB31-4E16-844A-A5F6E14A3FBA}"/>
              </a:ext>
            </a:extLst>
          </p:cNvPr>
          <p:cNvSpPr>
            <a:spLocks noGrp="1"/>
          </p:cNvSpPr>
          <p:nvPr/>
        </p:nvSpPr>
        <p:spPr>
          <a:xfrm>
            <a:off x="15001875" y="59817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301" name="v10 label 확인">
            <a:extLst>
              <a:ext uri="{FF2B5EF4-FFF2-40B4-BE49-F238E27FC236}">
                <ns2:creationId id="{80847C5B-9C75-4C29-9E8A-11776C2B74CE}"/>
              </a:ext>
            </a:extLst>
          </p:cNvPr>
          <p:cNvSpPr>
            <a:spLocks noGrp="1"/>
          </p:cNvSpPr>
          <p:nvPr/>
        </p:nvSpPr>
        <p:spPr>
          <a:xfrm>
            <a:off x="15116175" y="5972175"/>
            <a:ext cx="400050" cy="17145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확인</a:t>
            </a:r>
            <a:endParaRPr lang="ko-KR">
              <a:latin typeface="Calibri"/>
              <a:ea typeface="Calibri"/>
              <a:cs typeface="Calibri"/>
            </a:endParaRPr>
          </a:p>
        </p:txBody>
      </p:sp>
    </p:spTree>
    <p:extLst>
      <p:ext uri="{BB962C8B-B14F-4D97-AF65-F5344CB8AC3E}">
        <p14:creationId val="815294882"/>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9" name="Unified slide title">
            <a:extLst>
              <a:ext uri="{FF2B5EF4-FFF2-40B4-BE49-F238E27FC236}">
                <ns2:creationId id="{9C3FE15A-0361-4617-89A4-9C116116C1C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(선택 및 보완)</a:t>
            </a:r>
            <a:endParaRPr lang="ko-KR">
              <a:latin typeface="Calibri"/>
              <a:ea typeface="Calibri"/>
              <a:cs typeface="Calibri"/>
            </a:endParaRPr>
          </a:p>
        </p:txBody>
      </p:sp>
      <p:sp>
        <p:nvSpPr>
          <p:cNvPr id="2" name="Workflow 과제 소개">
            <a:extLst>
              <a:ext uri="{FF2B5EF4-FFF2-40B4-BE49-F238E27FC236}">
                <ns2:creationId id="{62F2C4D0-F4D7-48B0-8A57-1B96C41B6EB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1F032004-0EDD-437A-84D6-2677B5264BA1}"/>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B7C5FEE5-298B-4981-9B6F-05C118126C0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E34D356-EFF5-4887-A8AA-1925B6279D19}"/>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C3711FB-EDD8-43F9-A9F1-2AC81EDB371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3DE08F7-6A92-4B55-BBC1-1E02F04E7A8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1D58FD9-B680-415F-9336-27CE1A48C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39FBB65-9AC1-4A4C-BCED-DE2073F4B5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E26BAC7-972B-44EF-B092-084CF1CBD77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DB5585-068A-41E0-8D0D-4AE60396326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CA055E04-D85A-441B-AF47-66968E5C848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9C1CB9-4AB7-4230-8433-BCDBB191A41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18 / 36</a:t>
            </a:r>
            <a:endParaRPr lang="ko-KR">
              <a:latin typeface="Calibri"/>
              <a:ea typeface="Calibri"/>
              <a:cs typeface="Calibri"/>
            </a:endParaRPr>
          </a:p>
        </p:txBody>
      </p:sp>
      <p:sp>
        <p:nvSpPr>
          <p:cNvPr id="14" name="DP4 object 144">
            <a:extLst>
              <a:ext uri="{FF2B5EF4-FFF2-40B4-BE49-F238E27FC236}">
                <ns2:creationId id="{F2E73E61-7758-4A54-81AD-97B7A7528F4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읽기 지원 수신자에 조건부 C 선택 / C1은 이미 채택된 조건의 원문 제공 보완</a:t>
            </a:r>
            <a:endParaRPr lang="ko-KR">
              <a:latin typeface="Calibri"/>
              <a:ea typeface="Calibri"/>
              <a:cs typeface="Calibri"/>
            </a:endParaRPr>
          </a:p>
        </p:txBody>
      </p:sp>
      <p:graphicFrame>
        <p:nvGraphicFramePr>
          <p:cNvPr id="15" name="">
            <a:extLst>
              <a:ext uri="{FF2B5EF4-FFF2-40B4-BE49-F238E27FC236}">
                <ns2:creationId id="{9972FA4B-E795-4E89-82F5-CADF75F38A8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[C1] 조건 출처가 있을 때 원문 첨부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4.329 (19/21)</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4.302(8/9) → 4.301(9/9)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0.0757928</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0.0407024 → 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12/18 (기본)</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저자 대조] 4/9 →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145">
            <a:extLst>
              <a:ext uri="{FF2B5EF4-FFF2-40B4-BE49-F238E27FC236}">
                <ns2:creationId id="{1E69DC4C-909E-491E-8716-2E9C3AEFA6D7}"/>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txBody>
          <a:bodyPr wrap="none" lIns="38100" tIns="28575" rIns="38100" bIns="390525"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147">
            <a:extLst>
              <a:ext uri="{FF2B5EF4-FFF2-40B4-BE49-F238E27FC236}">
                <ns2:creationId id="{06229EFD-ED07-4CF2-BA8C-A0FD05C08815}"/>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txBody>
          <a:bodyPr wrap="none" lIns="28575" tIns="0" rIns="28575"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A91E36A8-59D1-4079-8CBB-BD39731DF930}"/>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txBody>
          <a:bodyPr wrap="none" lIns="47625" tIns="11811" rIns="47625" bIns="10668"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150">
            <a:extLst>
              <a:ext uri="{FF2B5EF4-FFF2-40B4-BE49-F238E27FC236}">
                <ns2:creationId id="{040D0D68-45CF-493C-A24F-A072982AB727}"/>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요청 / 전달</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결과 / 반환</a:t>
            </a:r>
            <a:endParaRPr lang="ko-KR">
              <a:latin typeface="Calibri"/>
              <a:ea typeface="Calibri"/>
              <a:cs typeface="Calibri"/>
            </a:endParaRPr>
          </a:p>
        </p:txBody>
      </p:sp>
      <p:sp>
        <p:nvSpPr>
          <p:cNvPr id="23" name="DP4 object 151">
            <a:extLst>
              <a:ext uri="{FF2B5EF4-FFF2-40B4-BE49-F238E27FC236}">
                <ns2:creationId id="{104E2A77-6A1F-4133-A23D-C6FD67068526}"/>
              </a:ext>
            </a:extLst>
          </p:cNvPr>
          <p:cNvSpPr>
            <a:spLocks noGrp="1"/>
          </p:cNvSpPr>
          <p:nvPr/>
        </p:nvSpPr>
        <p:spPr>
          <a:xfrm>
            <a:off x="304800" y="5238750"/>
            <a:ext cx="1466850" cy="857250"/>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200" b="0" lang="ko-KR">
                <a:solidFill>
                  <a:srgbClr val="50555B"/>
                </a:solidFill>
                <a:latin typeface="Calibri"/>
                <a:ea typeface="Calibri"/>
                <a:cs typeface="Calibri"/>
              </a:rPr>
              <a:t>검정 공통</a:t>
            </a:r>
            <a:endParaRPr lang="ko-KR">
              <a:latin typeface="Calibri"/>
              <a:ea typeface="Calibri"/>
              <a:cs typeface="Calibri"/>
            </a:endParaRPr>
          </a:p>
          <a:p>
            <a:pPr algn="ctr">
              <a:defRPr sz="1400" b="0" lang="ko-KR">
                <a:solidFill>
                  <a:srgbClr val="50555B"/>
                </a:solidFill>
                <a:latin typeface="Calibri"/>
                <a:ea typeface="Calibri"/>
                <a:cs typeface="Calibri"/>
              </a:defRPr>
            </a:pPr>
            <a:r>
              <a:rPr sz="1200" b="0" lang="ko-KR">
                <a:solidFill>
                  <a:srgbClr val="50555B"/>
                </a:solidFill>
                <a:latin typeface="Calibri"/>
                <a:ea typeface="Calibri"/>
                <a:cs typeface="Calibri"/>
              </a:rPr>
              <a:t>파랑 A / 보완 C1</a:t>
            </a:r>
            <a:endParaRPr lang="ko-KR">
              <a:latin typeface="Calibri"/>
              <a:ea typeface="Calibri"/>
              <a:cs typeface="Calibri"/>
            </a:endParaRPr>
          </a:p>
          <a:p>
            <a:pPr algn="ctr">
              <a:defRPr sz="1400" b="0" lang="ko-KR">
                <a:solidFill>
                  <a:srgbClr val="50555B"/>
                </a:solidFill>
                <a:latin typeface="Calibri"/>
                <a:ea typeface="Calibri"/>
                <a:cs typeface="Calibri"/>
              </a:defRPr>
            </a:pPr>
            <a:r>
              <a:rPr sz="1200" b="0" lang="ko-KR">
                <a:solidFill>
                  <a:srgbClr val="50555B"/>
                </a:solidFill>
                <a:latin typeface="Calibri"/>
                <a:ea typeface="Calibri"/>
                <a:cs typeface="Calibri"/>
              </a:rPr>
              <a:t>초록 B/C</a:t>
            </a:r>
            <a:endParaRPr lang="ko-KR">
              <a:latin typeface="Calibri"/>
              <a:ea typeface="Calibri"/>
              <a:cs typeface="Calibri"/>
            </a:endParaRPr>
          </a:p>
          <a:p>
            <a:pPr algn="ctr">
              <a:defRPr sz="1400" b="0" lang="ko-KR">
                <a:solidFill>
                  <a:srgbClr val="50555B"/>
                </a:solidFill>
                <a:latin typeface="Calibri"/>
                <a:ea typeface="Calibri"/>
                <a:cs typeface="Calibri"/>
              </a:defRPr>
            </a:pPr>
            <a:r>
              <a:rPr sz="1200" b="0" lang="ko-KR">
                <a:solidFill>
                  <a:srgbClr val="50555B"/>
                </a:solidFill>
                <a:latin typeface="Calibri"/>
                <a:ea typeface="Calibri"/>
                <a:cs typeface="Calibri"/>
              </a:rPr>
              <a:t>Task와 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2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146" name="Selected C column">
            <a:extLst>
              <a:ext uri="{FF2B5EF4-FFF2-40B4-BE49-F238E27FC236}">
                <ns2:creationId id="{4BE2A311-AAF7-4218-881D-828A33F29C5E}"/>
              </a:ext>
            </a:extLst>
          </p:cNvPr>
          <p:cNvSpPr>
            <a:spLocks noGrp="1"/>
          </p:cNvSpPr>
          <p:nvPr/>
        </p:nvSpPr>
        <p:spPr>
          <a:xfrm>
            <a:off x="12649200" y="1657350"/>
            <a:ext cx="5410200" cy="8324850"/>
          </a:xfrm>
          <a:prstGeom prst="rect">
            <a:avLst/>
          </a:prstGeom>
          <a:noFill/>
          <a:ln w="40005">
            <a:solidFill>
              <a:srgbClr val="4676CB"/>
            </a:solidFill>
            <a:prstDash val="solid"/>
          </a:ln>
        </p:spPr>
      </p:sp>
      <p:sp>
        <p:nvSpPr>
          <p:cNvPr id="147" name="DP4 object 248">
            <a:extLst>
              <a:ext uri="{FF2B5EF4-FFF2-40B4-BE49-F238E27FC236}">
                <ns2:creationId id="{7487F4CE-C2A1-43DF-B601-E4CAAF1F18BA}"/>
              </a:ext>
            </a:extLst>
          </p:cNvPr>
          <p:cNvSpPr>
            <a:spLocks noGrp="1"/>
          </p:cNvSpPr>
          <p:nvPr/>
        </p:nvSpPr>
        <p:spPr>
          <a:xfrm>
            <a:off x="12725400" y="1400175"/>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48" name="DP4 object 249">
            <a:extLst>
              <a:ext uri="{FF2B5EF4-FFF2-40B4-BE49-F238E27FC236}">
                <ns2:creationId id="{1724D6A6-F52F-49DE-B06A-8F52E390386A}"/>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0" lang="ko-KR">
                <a:solidFill>
                  <a:srgbClr val="4676CB"/>
                </a:solidFill>
                <a:latin typeface="Calibri"/>
                <a:ea typeface="Calibri"/>
                <a:cs typeface="Calibri"/>
              </a:defRPr>
            </a:defPPr>
            <a:lvl1pPr algn="l">
              <a:defRPr sz="1200" b="0" lang="ko-KR">
                <a:solidFill>
                  <a:srgbClr val="4676CB"/>
                </a:solidFill>
                <a:latin typeface="Calibri"/>
                <a:ea typeface="Calibri"/>
                <a:cs typeface="Calibri"/>
              </a:defRPr>
            </a:lvl1pPr>
            <a:lvl2pPr algn="l">
              <a:defRPr sz="1200" b="0" lang="ko-KR">
                <a:solidFill>
                  <a:srgbClr val="4676CB"/>
                </a:solidFill>
                <a:latin typeface="Calibri"/>
                <a:ea typeface="Calibri"/>
                <a:cs typeface="Calibri"/>
              </a:defRPr>
            </a:lvl2pPr>
            <a:lvl3pPr algn="l">
              <a:defRPr sz="1200" b="0" lang="ko-KR">
                <a:solidFill>
                  <a:srgbClr val="4676CB"/>
                </a:solidFill>
                <a:latin typeface="Calibri"/>
                <a:ea typeface="Calibri"/>
                <a:cs typeface="Calibri"/>
              </a:defRPr>
            </a:lvl3pPr>
            <a:lvl4pPr algn="l">
              <a:defRPr sz="1200" b="0" lang="ko-KR">
                <a:solidFill>
                  <a:srgbClr val="4676CB"/>
                </a:solidFill>
                <a:latin typeface="Calibri"/>
                <a:ea typeface="Calibri"/>
                <a:cs typeface="Calibri"/>
              </a:defRPr>
            </a:lvl4pPr>
            <a:lvl5pPr algn="l">
              <a:defRPr sz="1200" b="0" lang="ko-KR">
                <a:solidFill>
                  <a:srgbClr val="4676CB"/>
                </a:solidFill>
                <a:latin typeface="Calibri"/>
                <a:ea typeface="Calibri"/>
                <a:cs typeface="Calibri"/>
              </a:defRPr>
            </a:lvl5pPr>
            <a:lvl6pPr algn="l">
              <a:defRPr sz="1200" b="0" lang="ko-KR">
                <a:solidFill>
                  <a:srgbClr val="4676CB"/>
                </a:solidFill>
                <a:latin typeface="Calibri"/>
                <a:ea typeface="Calibri"/>
                <a:cs typeface="Calibri"/>
              </a:defRPr>
            </a:lvl6pPr>
            <a:lvl7pPr algn="l">
              <a:defRPr sz="1200" b="0" lang="ko-KR">
                <a:solidFill>
                  <a:srgbClr val="4676CB"/>
                </a:solidFill>
                <a:latin typeface="Calibri"/>
                <a:ea typeface="Calibri"/>
                <a:cs typeface="Calibri"/>
              </a:defRPr>
            </a:lvl7pPr>
            <a:lvl8pPr algn="l">
              <a:defRPr sz="1200" b="0" lang="ko-KR">
                <a:solidFill>
                  <a:srgbClr val="4676CB"/>
                </a:solidFill>
                <a:latin typeface="Calibri"/>
                <a:ea typeface="Calibri"/>
                <a:cs typeface="Calibri"/>
              </a:defRPr>
            </a:lvl8pPr>
            <a:lvl9pPr algn="l">
              <a:defRPr sz="1200" b="0" lang="ko-KR">
                <a:solidFill>
                  <a:srgbClr val="4676CB"/>
                </a:solidFill>
                <a:latin typeface="Calibri"/>
                <a:ea typeface="Calibri"/>
                <a:cs typeface="Calibri"/>
              </a:defRPr>
            </a:lvl9pPr>
          </a:lstStyle>
          <a:p>
            <a:pPr algn="l">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C1은 조건 누락 보완 / 적용 QA 열세 미확인 / E3는 별도 실험 / PoC 4사례×3</a:t>
            </a:r>
            <a:endParaRPr lang="ko-KR">
              <a:latin typeface="Calibri"/>
              <a:ea typeface="Calibri"/>
              <a:cs typeface="Calibri"/>
            </a:endParaRPr>
          </a:p>
        </p:txBody>
      </p:sp>
      <p:sp>
        <p:nvSpPr>
          <p:cNvPr id="1150" name="v10 node:d4Asource">
            <a:extLst>
              <a:ext uri="{FF2B5EF4-FFF2-40B4-BE49-F238E27FC236}">
                <ns2:creationId id="{63895D63-E46A-43E4-8A98-784E357AA251}"/>
              </a:ext>
            </a:extLst>
          </p:cNvPr>
          <p:cNvSpPr>
            <a:spLocks noGrp="1"/>
          </p:cNvSpPr>
          <p:nvPr/>
        </p:nvSpPr>
        <p:spPr>
          <a:xfrm>
            <a:off x="1971675" y="2162175"/>
            <a:ext cx="5095875" cy="2762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400" b="1" lang="ko-KR">
                <a:solidFill>
                  <a:srgbClr val="111111"/>
                </a:solidFill>
                <a:latin typeface="Calibri"/>
                <a:ea typeface="Calibri"/>
                <a:cs typeface="Calibri"/>
              </a:defRPr>
            </a:defPPr>
            <a:lvl1pPr algn="ctr">
              <a:defRPr sz="1400" b="1" lang="ko-KR">
                <a:solidFill>
                  <a:srgbClr val="111111"/>
                </a:solidFill>
                <a:latin typeface="Calibri"/>
                <a:ea typeface="Calibri"/>
                <a:cs typeface="Calibri"/>
              </a:defRPr>
            </a:lvl1pPr>
            <a:lvl2pPr algn="ctr">
              <a:defRPr sz="1400" b="1" lang="ko-KR">
                <a:solidFill>
                  <a:srgbClr val="111111"/>
                </a:solidFill>
                <a:latin typeface="Calibri"/>
                <a:ea typeface="Calibri"/>
                <a:cs typeface="Calibri"/>
              </a:defRPr>
            </a:lvl2pPr>
            <a:lvl3pPr algn="ctr">
              <a:defRPr sz="1400" b="1" lang="ko-KR">
                <a:solidFill>
                  <a:srgbClr val="111111"/>
                </a:solidFill>
                <a:latin typeface="Calibri"/>
                <a:ea typeface="Calibri"/>
                <a:cs typeface="Calibri"/>
              </a:defRPr>
            </a:lvl3pPr>
            <a:lvl4pPr algn="ctr">
              <a:defRPr sz="1400" b="1" lang="ko-KR">
                <a:solidFill>
                  <a:srgbClr val="111111"/>
                </a:solidFill>
                <a:latin typeface="Calibri"/>
                <a:ea typeface="Calibri"/>
                <a:cs typeface="Calibri"/>
              </a:defRPr>
            </a:lvl4pPr>
            <a:lvl5pPr algn="ctr">
              <a:defRPr sz="1400" b="1" lang="ko-KR">
                <a:solidFill>
                  <a:srgbClr val="111111"/>
                </a:solidFill>
                <a:latin typeface="Calibri"/>
                <a:ea typeface="Calibri"/>
                <a:cs typeface="Calibri"/>
              </a:defRPr>
            </a:lvl5pPr>
            <a:lvl6pPr algn="ctr">
              <a:defRPr sz="1400" b="1" lang="ko-KR">
                <a:solidFill>
                  <a:srgbClr val="111111"/>
                </a:solidFill>
                <a:latin typeface="Calibri"/>
                <a:ea typeface="Calibri"/>
                <a:cs typeface="Calibri"/>
              </a:defRPr>
            </a:lvl6pPr>
            <a:lvl7pPr algn="ctr">
              <a:defRPr sz="1400" b="1" lang="ko-KR">
                <a:solidFill>
                  <a:srgbClr val="111111"/>
                </a:solidFill>
                <a:latin typeface="Calibri"/>
                <a:ea typeface="Calibri"/>
                <a:cs typeface="Calibri"/>
              </a:defRPr>
            </a:lvl7pPr>
            <a:lvl8pPr algn="ctr">
              <a:defRPr sz="1400" b="1" lang="ko-KR">
                <a:solidFill>
                  <a:srgbClr val="111111"/>
                </a:solidFill>
                <a:latin typeface="Calibri"/>
                <a:ea typeface="Calibri"/>
                <a:cs typeface="Calibri"/>
              </a:defRPr>
            </a:lvl8pPr>
            <a:lvl9pPr algn="ctr">
              <a:defRPr sz="1400" b="1" lang="ko-KR">
                <a:solidFill>
                  <a:srgbClr val="111111"/>
                </a:solidFill>
                <a:latin typeface="Calibri"/>
                <a:ea typeface="Calibri"/>
                <a:cs typeface="Calibri"/>
              </a:defRPr>
            </a:lvl9pPr>
          </a:lstStyle>
          <a:p>
            <a:pPr algn="ctr">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공통 원본 owner (VIA 내부)</a:t>
            </a:r>
            <a:endParaRPr lang="ko-KR">
              <a:latin typeface="Calibri"/>
              <a:ea typeface="Calibri"/>
              <a:cs typeface="Calibri"/>
            </a:endParaRPr>
          </a:p>
        </p:txBody>
      </p:sp>
      <p:sp>
        <p:nvSpPr>
          <p:cNvPr id="1151" name="v10 node:d4Acm">
            <a:extLst>
              <a:ext uri="{FF2B5EF4-FFF2-40B4-BE49-F238E27FC236}">
                <ns2:creationId id="{D3FC7E64-4ACB-4532-9C36-9BCB435E7EB6}"/>
              </a:ext>
            </a:extLst>
          </p:cNvPr>
          <p:cNvSpPr>
            <a:spLocks noGrp="1"/>
          </p:cNvSpPr>
          <p:nvPr/>
        </p:nvSpPr>
        <p:spPr>
          <a:xfrm>
            <a:off x="1971675" y="2533650"/>
            <a:ext cx="5095875" cy="1543050"/>
          </a:xfrm>
          <a:prstGeom prst="rect">
            <a:avLst/>
          </a:prstGeom>
          <a:solidFill>
            <a:srgbClr val="FFF6DD"/>
          </a:solidFill>
          <a:ln w="16193">
            <a:solidFill>
              <a:srgbClr val="111111"/>
            </a:solidFill>
          </a:ln>
        </p:spPr>
        <p:txBody>
          <a:bodyPr wrap="none" lIns="47625" tIns="19050" rIns="47625" bIns="12001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152" name="v10 divider d4Acm">
            <a:extLst>
              <a:ext uri="{FF2B5EF4-FFF2-40B4-BE49-F238E27FC236}">
                <ns2:creationId id="{1B751C3D-F4F2-4FCC-A092-A2E447C7C6DA}"/>
              </a:ext>
            </a:extLst>
          </p:cNvPr>
          <p:cNvSpPr>
            <a:spLocks noGrp="1"/>
          </p:cNvSpPr>
          <p:nvPr/>
        </p:nvSpPr>
        <p:spPr>
          <a:xfrm>
            <a:off x="1971675" y="2895600"/>
            <a:ext cx="5095875" cy="953"/>
          </a:xfrm>
          <a:custGeom>
            <a:pathLst>
              <a:path w="5095875" h="953">
                <a:moveTo>
                  <a:pt x="0" y="0"/>
                </a:moveTo>
                <a:lnTo>
                  <a:pt x="5095875" y="0"/>
                </a:lnTo>
              </a:path>
            </a:pathLst>
          </a:custGeom>
          <a:noFill/>
          <a:ln w="9525">
            <a:solidFill>
              <a:srgbClr val="111111"/>
            </a:solidFill>
            <a:prstDash val="solid"/>
          </a:ln>
        </p:spPr>
      </p:sp>
      <p:sp>
        <p:nvSpPr>
          <p:cNvPr id="1153" name="v10 node:d4Acompose">
            <a:extLst>
              <a:ext uri="{FF2B5EF4-FFF2-40B4-BE49-F238E27FC236}">
                <ns2:creationId id="{AE664159-AA6A-4C50-91ED-9BA708E9573E}"/>
              </a:ext>
            </a:extLst>
          </p:cNvPr>
          <p:cNvSpPr>
            <a:spLocks noGrp="1"/>
          </p:cNvSpPr>
          <p:nvPr/>
        </p:nvSpPr>
        <p:spPr>
          <a:xfrm>
            <a:off x="2095500" y="2952750"/>
            <a:ext cx="2362200" cy="323850"/>
          </a:xfrm>
          <a:prstGeom prst="roundRect">
            <a:avLst>
              <a:gd name="adj" fmla="val 23529"/>
            </a:avLst>
          </a:prstGeom>
          <a:solidFill>
            <a:srgbClr val="FFFFFF"/>
          </a:solidFill>
          <a:ln w="16193">
            <a:solidFill>
              <a:srgbClr val="4676CB"/>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인계 묶음 구성기</a:t>
            </a:r>
            <a:endParaRPr lang="ko-KR">
              <a:latin typeface="Calibri"/>
              <a:ea typeface="Calibri"/>
              <a:cs typeface="Calibri"/>
            </a:endParaRPr>
          </a:p>
        </p:txBody>
      </p:sp>
      <p:sp>
        <p:nvSpPr>
          <p:cNvPr id="1154" name="v10 node:d4Acapsule">
            <a:extLst>
              <a:ext uri="{FF2B5EF4-FFF2-40B4-BE49-F238E27FC236}">
                <ns2:creationId id="{DAE8FC1C-404E-48F5-A3A4-B002D03DFD42}"/>
              </a:ext>
            </a:extLst>
          </p:cNvPr>
          <p:cNvSpPr>
            <a:spLocks noGrp="1"/>
          </p:cNvSpPr>
          <p:nvPr/>
        </p:nvSpPr>
        <p:spPr>
          <a:xfrm>
            <a:off x="4781550" y="2952750"/>
            <a:ext cx="2143125" cy="561975"/>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인계 묶음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RAM / 위임 수명</a:t>
            </a:r>
            <a:endParaRPr lang="ko-KR">
              <a:latin typeface="Calibri"/>
              <a:ea typeface="Calibri"/>
              <a:cs typeface="Calibri"/>
            </a:endParaRPr>
          </a:p>
        </p:txBody>
      </p:sp>
      <p:sp>
        <p:nvSpPr>
          <p:cNvPr id="1155" name="v10 edge:d4Acapsule-save">
            <a:extLst>
              <a:ext uri="{FF2B5EF4-FFF2-40B4-BE49-F238E27FC236}">
                <ns2:creationId id="{AE2A1BE1-AC53-4F2F-80E0-383941D29953}"/>
              </a:ext>
            </a:extLst>
          </p:cNvPr>
          <p:cNvSpPr>
            <a:spLocks noGrp="1"/>
          </p:cNvSpPr>
          <p:nvPr/>
        </p:nvSpPr>
        <p:spPr>
          <a:xfrm>
            <a:off x="4457700" y="3095625"/>
            <a:ext cx="323850" cy="953"/>
          </a:xfrm>
          <a:custGeom>
            <a:pathLst>
              <a:path w="323850" h="953">
                <a:moveTo>
                  <a:pt x="0" y="0"/>
                </a:moveTo>
                <a:lnTo>
                  <a:pt x="323850" y="0"/>
                </a:lnTo>
              </a:path>
            </a:pathLst>
          </a:custGeom>
          <a:noFill/>
          <a:ln w="17145">
            <a:solidFill>
              <a:srgbClr val="4676CB"/>
            </a:solidFill>
            <a:prstDash val="solid"/>
          </a:ln>
        </p:spPr>
      </p:sp>
      <p:sp>
        <p:nvSpPr>
          <p:cNvPr id="1156" name="v10 arrow:d4Acapsule-save">
            <a:extLst>
              <a:ext uri="{FF2B5EF4-FFF2-40B4-BE49-F238E27FC236}">
                <ns2:creationId id="{A12138B8-7BBC-4306-BC8A-4228D32B099F}"/>
              </a:ext>
            </a:extLst>
          </p:cNvPr>
          <p:cNvSpPr>
            <a:spLocks noGrp="1"/>
          </p:cNvSpPr>
          <p:nvPr/>
        </p:nvSpPr>
        <p:spPr>
          <a:xfrm>
            <a:off x="4695825" y="305752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57" name="v10 edge:d4Acapsule-read">
            <a:extLst>
              <a:ext uri="{FF2B5EF4-FFF2-40B4-BE49-F238E27FC236}">
                <ns2:creationId id="{0DA3DC89-8E9C-47D6-9C36-8E96080AAEA2}"/>
              </a:ext>
            </a:extLst>
          </p:cNvPr>
          <p:cNvSpPr>
            <a:spLocks noGrp="1"/>
          </p:cNvSpPr>
          <p:nvPr/>
        </p:nvSpPr>
        <p:spPr>
          <a:xfrm>
            <a:off x="4457700" y="3238500"/>
            <a:ext cx="323850" cy="953"/>
          </a:xfrm>
          <a:custGeom>
            <a:pathLst>
              <a:path w="323850" h="953">
                <a:moveTo>
                  <a:pt x="323850" y="0"/>
                </a:moveTo>
                <a:lnTo>
                  <a:pt x="0" y="0"/>
                </a:lnTo>
              </a:path>
            </a:pathLst>
          </a:custGeom>
          <a:noFill/>
          <a:ln w="17145">
            <a:solidFill>
              <a:srgbClr val="4676CB"/>
            </a:solidFill>
            <a:prstDash val="dash"/>
          </a:ln>
        </p:spPr>
      </p:sp>
      <p:sp>
        <p:nvSpPr>
          <p:cNvPr id="1158" name="v10 arrow:d4Acapsule-read">
            <a:extLst>
              <a:ext uri="{FF2B5EF4-FFF2-40B4-BE49-F238E27FC236}">
                <ns2:creationId id="{AC326F0C-9F94-41B8-B163-38CBEBE2D284}"/>
              </a:ext>
            </a:extLst>
          </p:cNvPr>
          <p:cNvSpPr>
            <a:spLocks noGrp="1"/>
          </p:cNvSpPr>
          <p:nvPr/>
        </p:nvSpPr>
        <p:spPr>
          <a:xfrm>
            <a:off x="4457700" y="320040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1159" name="v10 edge:d4Araw-read">
            <a:extLst>
              <a:ext uri="{FF2B5EF4-FFF2-40B4-BE49-F238E27FC236}">
                <ns2:creationId id="{EA399610-C46A-4567-A1E6-28F26B7BD505}"/>
              </a:ext>
            </a:extLst>
          </p:cNvPr>
          <p:cNvSpPr>
            <a:spLocks noGrp="1"/>
          </p:cNvSpPr>
          <p:nvPr/>
        </p:nvSpPr>
        <p:spPr>
          <a:xfrm>
            <a:off x="2447925" y="2438400"/>
            <a:ext cx="953" cy="514350"/>
          </a:xfrm>
          <a:custGeom>
            <a:pathLst>
              <a:path w="953" h="514350">
                <a:moveTo>
                  <a:pt x="0" y="514350"/>
                </a:moveTo>
                <a:lnTo>
                  <a:pt x="0" y="0"/>
                </a:lnTo>
              </a:path>
            </a:pathLst>
          </a:custGeom>
          <a:noFill/>
          <a:ln w="17145">
            <a:solidFill>
              <a:srgbClr val="111111"/>
            </a:solidFill>
            <a:prstDash val="solid"/>
          </a:ln>
        </p:spPr>
      </p:sp>
      <p:sp>
        <p:nvSpPr>
          <p:cNvPr id="1160" name="v10 arrow:d4Araw-read">
            <a:extLst>
              <a:ext uri="{FF2B5EF4-FFF2-40B4-BE49-F238E27FC236}">
                <ns2:creationId id="{A9F95C8E-CE50-415F-89DA-B1284A87AA2D}"/>
              </a:ext>
            </a:extLst>
          </p:cNvPr>
          <p:cNvSpPr>
            <a:spLocks noGrp="1"/>
          </p:cNvSpPr>
          <p:nvPr/>
        </p:nvSpPr>
        <p:spPr>
          <a:xfrm>
            <a:off x="2409825" y="24384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61" name="v10 label 읽기">
            <a:extLst>
              <a:ext uri="{FF2B5EF4-FFF2-40B4-BE49-F238E27FC236}">
                <ns2:creationId id="{F9256ECD-81F9-4A93-BC40-2249018CD1B3}"/>
              </a:ext>
            </a:extLst>
          </p:cNvPr>
          <p:cNvSpPr>
            <a:spLocks noGrp="1"/>
          </p:cNvSpPr>
          <p:nvPr/>
        </p:nvSpPr>
        <p:spPr>
          <a:xfrm>
            <a:off x="2047875" y="2600325"/>
            <a:ext cx="38100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162" name="v10 edge:d4Araw-result">
            <a:extLst>
              <a:ext uri="{FF2B5EF4-FFF2-40B4-BE49-F238E27FC236}">
                <ns2:creationId id="{F32CDD75-54EF-45D4-B7C1-1D286125AE2C}"/>
              </a:ext>
            </a:extLst>
          </p:cNvPr>
          <p:cNvSpPr>
            <a:spLocks noGrp="1"/>
          </p:cNvSpPr>
          <p:nvPr/>
        </p:nvSpPr>
        <p:spPr>
          <a:xfrm>
            <a:off x="2886075" y="2438400"/>
            <a:ext cx="953" cy="514350"/>
          </a:xfrm>
          <a:custGeom>
            <a:pathLst>
              <a:path w="953" h="514350">
                <a:moveTo>
                  <a:pt x="0" y="0"/>
                </a:moveTo>
                <a:lnTo>
                  <a:pt x="0" y="514350"/>
                </a:lnTo>
              </a:path>
            </a:pathLst>
          </a:custGeom>
          <a:noFill/>
          <a:ln w="17145">
            <a:solidFill>
              <a:srgbClr val="111111"/>
            </a:solidFill>
            <a:prstDash val="dash"/>
          </a:ln>
        </p:spPr>
      </p:sp>
      <p:sp>
        <p:nvSpPr>
          <p:cNvPr id="1163" name="v10 arrow:d4Araw-result">
            <a:extLst>
              <a:ext uri="{FF2B5EF4-FFF2-40B4-BE49-F238E27FC236}">
                <ns2:creationId id="{38F65CF3-3858-49C0-A458-D1E050C37611}"/>
              </a:ext>
            </a:extLst>
          </p:cNvPr>
          <p:cNvSpPr>
            <a:spLocks noGrp="1"/>
          </p:cNvSpPr>
          <p:nvPr/>
        </p:nvSpPr>
        <p:spPr>
          <a:xfrm>
            <a:off x="2847975" y="2867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64" name="v10 label 원본">
            <a:extLst>
              <a:ext uri="{FF2B5EF4-FFF2-40B4-BE49-F238E27FC236}">
                <ns2:creationId id="{07A76E90-5979-4B34-A275-1CA5A3488DF7}"/>
              </a:ext>
            </a:extLst>
          </p:cNvPr>
          <p:cNvSpPr>
            <a:spLocks noGrp="1"/>
          </p:cNvSpPr>
          <p:nvPr/>
        </p:nvSpPr>
        <p:spPr>
          <a:xfrm>
            <a:off x="2914650" y="2562225"/>
            <a:ext cx="752475" cy="3143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원본</a:t>
            </a:r>
            <a:endParaRPr lang="ko-KR">
              <a:latin typeface="Calibri"/>
              <a:ea typeface="Calibri"/>
              <a:cs typeface="Calibri"/>
            </a:endParaRPr>
          </a:p>
        </p:txBody>
      </p:sp>
      <p:sp>
        <p:nvSpPr>
          <p:cNvPr id="1165" name="v10 node:d4Arc">
            <a:extLst>
              <a:ext uri="{FF2B5EF4-FFF2-40B4-BE49-F238E27FC236}">
                <ns2:creationId id="{81073506-A258-4FF0-B3B0-114A0F211650}"/>
              </a:ext>
            </a:extLst>
          </p:cNvPr>
          <p:cNvSpPr>
            <a:spLocks noGrp="1"/>
          </p:cNvSpPr>
          <p:nvPr/>
        </p:nvSpPr>
        <p:spPr>
          <a:xfrm>
            <a:off x="1971675" y="4352925"/>
            <a:ext cx="2333625" cy="723900"/>
          </a:xfrm>
          <a:prstGeom prst="rect">
            <a:avLst/>
          </a:prstGeom>
          <a:solidFill>
            <a:srgbClr val="FFF6DD"/>
          </a:solidFill>
          <a:ln w="16193">
            <a:solidFill>
              <a:srgbClr val="111111"/>
            </a:solidFill>
          </a:ln>
        </p:spPr>
        <p:txBody>
          <a:bodyPr wrap="none" lIns="47625" tIns="19050" rIns="47625" bIns="3810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166" name="v10 divider d4Arc">
            <a:extLst>
              <a:ext uri="{FF2B5EF4-FFF2-40B4-BE49-F238E27FC236}">
                <ns2:creationId id="{F165D7D1-7B3A-40C2-955A-73680AA9DD77}"/>
              </a:ext>
            </a:extLst>
          </p:cNvPr>
          <p:cNvSpPr>
            <a:spLocks noGrp="1"/>
          </p:cNvSpPr>
          <p:nvPr/>
        </p:nvSpPr>
        <p:spPr>
          <a:xfrm>
            <a:off x="1971675" y="4714875"/>
            <a:ext cx="2333625" cy="953"/>
          </a:xfrm>
          <a:custGeom>
            <a:pathLst>
              <a:path w="2333625" h="953">
                <a:moveTo>
                  <a:pt x="0" y="0"/>
                </a:moveTo>
                <a:lnTo>
                  <a:pt x="2333625" y="0"/>
                </a:lnTo>
              </a:path>
            </a:pathLst>
          </a:custGeom>
          <a:noFill/>
          <a:ln w="9525">
            <a:solidFill>
              <a:srgbClr val="111111"/>
            </a:solidFill>
            <a:prstDash val="solid"/>
          </a:ln>
        </p:spPr>
      </p:sp>
      <p:sp>
        <p:nvSpPr>
          <p:cNvPr id="1167" name="v10 node:d4Apermit">
            <a:extLst>
              <a:ext uri="{FF2B5EF4-FFF2-40B4-BE49-F238E27FC236}">
                <ns2:creationId id="{74E578BE-5510-4FB8-82A2-0AE418046870}"/>
              </a:ext>
            </a:extLst>
          </p:cNvPr>
          <p:cNvSpPr>
            <a:spLocks noGrp="1"/>
          </p:cNvSpPr>
          <p:nvPr/>
        </p:nvSpPr>
        <p:spPr>
          <a:xfrm>
            <a:off x="2095500" y="477202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전송 검증 및 허가기</a:t>
            </a:r>
            <a:endParaRPr lang="ko-KR">
              <a:latin typeface="Calibri"/>
              <a:ea typeface="Calibri"/>
              <a:cs typeface="Calibri"/>
            </a:endParaRPr>
          </a:p>
        </p:txBody>
      </p:sp>
      <p:sp>
        <p:nvSpPr>
          <p:cNvPr id="1168" name="v10 node:d4Atm">
            <a:extLst>
              <a:ext uri="{FF2B5EF4-FFF2-40B4-BE49-F238E27FC236}">
                <ns2:creationId id="{F8AA16A4-28D2-444C-81AA-B50519CA4723}"/>
              </a:ext>
            </a:extLst>
          </p:cNvPr>
          <p:cNvSpPr>
            <a:spLocks noGrp="1"/>
          </p:cNvSpPr>
          <p:nvPr/>
        </p:nvSpPr>
        <p:spPr>
          <a:xfrm>
            <a:off x="4733925" y="4352925"/>
            <a:ext cx="2333625" cy="723900"/>
          </a:xfrm>
          <a:prstGeom prst="rect">
            <a:avLst/>
          </a:prstGeom>
          <a:solidFill>
            <a:srgbClr val="FFF6DD"/>
          </a:solidFill>
          <a:ln w="16193">
            <a:solidFill>
              <a:srgbClr val="111111"/>
            </a:solidFill>
          </a:ln>
        </p:spPr>
        <p:txBody>
          <a:bodyPr wrap="none" lIns="47625" tIns="19050" rIns="47625" bIns="3810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Task Manager</a:t>
            </a:r>
            <a:endParaRPr lang="ko-KR">
              <a:latin typeface="Calibri"/>
              <a:ea typeface="Calibri"/>
              <a:cs typeface="Calibri"/>
            </a:endParaRPr>
          </a:p>
        </p:txBody>
      </p:sp>
      <p:sp>
        <p:nvSpPr>
          <p:cNvPr id="1169" name="v10 divider d4Atm">
            <a:extLst>
              <a:ext uri="{FF2B5EF4-FFF2-40B4-BE49-F238E27FC236}">
                <ns2:creationId id="{2C1258F7-0B67-407E-9F28-A704718FD9C9}"/>
              </a:ext>
            </a:extLst>
          </p:cNvPr>
          <p:cNvSpPr>
            <a:spLocks noGrp="1"/>
          </p:cNvSpPr>
          <p:nvPr/>
        </p:nvSpPr>
        <p:spPr>
          <a:xfrm>
            <a:off x="4733925" y="4714875"/>
            <a:ext cx="2333625" cy="953"/>
          </a:xfrm>
          <a:custGeom>
            <a:pathLst>
              <a:path w="2333625" h="953">
                <a:moveTo>
                  <a:pt x="0" y="0"/>
                </a:moveTo>
                <a:lnTo>
                  <a:pt x="2333625" y="0"/>
                </a:lnTo>
              </a:path>
            </a:pathLst>
          </a:custGeom>
          <a:noFill/>
          <a:ln w="9525">
            <a:solidFill>
              <a:srgbClr val="111111"/>
            </a:solidFill>
            <a:prstDash val="solid"/>
          </a:ln>
        </p:spPr>
      </p:sp>
      <p:sp>
        <p:nvSpPr>
          <p:cNvPr id="1170" name="v10 node:d4Acommand">
            <a:extLst>
              <a:ext uri="{FF2B5EF4-FFF2-40B4-BE49-F238E27FC236}">
                <ns2:creationId id="{5691D367-FAF0-4AA3-846F-8E4984629925}"/>
              </a:ext>
            </a:extLst>
          </p:cNvPr>
          <p:cNvSpPr>
            <a:spLocks noGrp="1"/>
          </p:cNvSpPr>
          <p:nvPr/>
        </p:nvSpPr>
        <p:spPr>
          <a:xfrm>
            <a:off x="4857750" y="477202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Agent 명령 확정기</a:t>
            </a:r>
            <a:endParaRPr lang="ko-KR">
              <a:latin typeface="Calibri"/>
              <a:ea typeface="Calibri"/>
              <a:cs typeface="Calibri"/>
            </a:endParaRPr>
          </a:p>
        </p:txBody>
      </p:sp>
      <p:sp>
        <p:nvSpPr>
          <p:cNvPr id="1171" name="v10 node:d4Aag">
            <a:extLst>
              <a:ext uri="{FF2B5EF4-FFF2-40B4-BE49-F238E27FC236}">
                <ns2:creationId id="{0A58E7C2-A0E7-468A-958B-5C93E9DCE5D9}"/>
              </a:ext>
            </a:extLst>
          </p:cNvPr>
          <p:cNvSpPr>
            <a:spLocks noGrp="1"/>
          </p:cNvSpPr>
          <p:nvPr/>
        </p:nvSpPr>
        <p:spPr>
          <a:xfrm>
            <a:off x="1971675" y="5391150"/>
            <a:ext cx="2333625" cy="733425"/>
          </a:xfrm>
          <a:prstGeom prst="rect">
            <a:avLst/>
          </a:prstGeom>
          <a:solidFill>
            <a:srgbClr val="FFF6DD"/>
          </a:solidFill>
          <a:ln w="16193">
            <a:solidFill>
              <a:srgbClr val="111111"/>
            </a:solidFill>
          </a:ln>
        </p:spPr>
        <p:txBody>
          <a:bodyPr wrap="none" lIns="47625" tIns="19050" rIns="47625" bIns="39052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Agent Gateway</a:t>
            </a:r>
            <a:endParaRPr lang="ko-KR">
              <a:latin typeface="Calibri"/>
              <a:ea typeface="Calibri"/>
              <a:cs typeface="Calibri"/>
            </a:endParaRPr>
          </a:p>
        </p:txBody>
      </p:sp>
      <p:sp>
        <p:nvSpPr>
          <p:cNvPr id="1172" name="v10 divider d4Aag">
            <a:extLst>
              <a:ext uri="{FF2B5EF4-FFF2-40B4-BE49-F238E27FC236}">
                <ns2:creationId id="{D9731213-C4A7-4D84-95E6-769E66AF0E2B}"/>
              </a:ext>
            </a:extLst>
          </p:cNvPr>
          <p:cNvSpPr>
            <a:spLocks noGrp="1"/>
          </p:cNvSpPr>
          <p:nvPr/>
        </p:nvSpPr>
        <p:spPr>
          <a:xfrm>
            <a:off x="1971675" y="5753100"/>
            <a:ext cx="2333625" cy="953"/>
          </a:xfrm>
          <a:custGeom>
            <a:pathLst>
              <a:path w="2333625" h="953">
                <a:moveTo>
                  <a:pt x="0" y="0"/>
                </a:moveTo>
                <a:lnTo>
                  <a:pt x="2333625" y="0"/>
                </a:lnTo>
              </a:path>
            </a:pathLst>
          </a:custGeom>
          <a:noFill/>
          <a:ln w="9525">
            <a:solidFill>
              <a:srgbClr val="111111"/>
            </a:solidFill>
            <a:prstDash val="solid"/>
          </a:ln>
        </p:spPr>
      </p:sp>
      <p:sp>
        <p:nvSpPr>
          <p:cNvPr id="1173" name="v10 node:d4Asend">
            <a:extLst>
              <a:ext uri="{FF2B5EF4-FFF2-40B4-BE49-F238E27FC236}">
                <ns2:creationId id="{59482F89-E4EE-421F-8855-6487D8780A8A}"/>
              </a:ext>
            </a:extLst>
          </p:cNvPr>
          <p:cNvSpPr>
            <a:spLocks noGrp="1"/>
          </p:cNvSpPr>
          <p:nvPr/>
        </p:nvSpPr>
        <p:spPr>
          <a:xfrm>
            <a:off x="2095500" y="5810250"/>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전송 및 수신 관리기</a:t>
            </a:r>
            <a:endParaRPr lang="ko-KR">
              <a:latin typeface="Calibri"/>
              <a:ea typeface="Calibri"/>
              <a:cs typeface="Calibri"/>
            </a:endParaRPr>
          </a:p>
        </p:txBody>
      </p:sp>
      <p:sp>
        <p:nvSpPr>
          <p:cNvPr id="1174" name="v10 node:d4Aagent">
            <a:extLst>
              <a:ext uri="{FF2B5EF4-FFF2-40B4-BE49-F238E27FC236}">
                <ns2:creationId id="{881976A1-134B-406D-83D9-F9A378027BD2}"/>
              </a:ext>
            </a:extLst>
          </p:cNvPr>
          <p:cNvSpPr>
            <a:spLocks noGrp="1"/>
          </p:cNvSpPr>
          <p:nvPr/>
        </p:nvSpPr>
        <p:spPr>
          <a:xfrm>
            <a:off x="4733925" y="5629275"/>
            <a:ext cx="2333625" cy="428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300" b="1" lang="ko-KR">
                <a:solidFill>
                  <a:srgbClr val="111111"/>
                </a:solidFill>
                <a:latin typeface="Calibri"/>
                <a:ea typeface="Calibri"/>
                <a:cs typeface="Calibri"/>
              </a:defRPr>
            </a:defPPr>
            <a:lvl1pPr algn="ctr">
              <a:defRPr sz="1300" b="1" lang="ko-KR">
                <a:solidFill>
                  <a:srgbClr val="111111"/>
                </a:solidFill>
                <a:latin typeface="Calibri"/>
                <a:ea typeface="Calibri"/>
                <a:cs typeface="Calibri"/>
              </a:defRPr>
            </a:lvl1pPr>
            <a:lvl2pPr algn="ctr">
              <a:defRPr sz="1300" b="1" lang="ko-KR">
                <a:solidFill>
                  <a:srgbClr val="111111"/>
                </a:solidFill>
                <a:latin typeface="Calibri"/>
                <a:ea typeface="Calibri"/>
                <a:cs typeface="Calibri"/>
              </a:defRPr>
            </a:lvl2pPr>
            <a:lvl3pPr algn="ctr">
              <a:defRPr sz="1300" b="1" lang="ko-KR">
                <a:solidFill>
                  <a:srgbClr val="111111"/>
                </a:solidFill>
                <a:latin typeface="Calibri"/>
                <a:ea typeface="Calibri"/>
                <a:cs typeface="Calibri"/>
              </a:defRPr>
            </a:lvl3pPr>
            <a:lvl4pPr algn="ctr">
              <a:defRPr sz="1300" b="1" lang="ko-KR">
                <a:solidFill>
                  <a:srgbClr val="111111"/>
                </a:solidFill>
                <a:latin typeface="Calibri"/>
                <a:ea typeface="Calibri"/>
                <a:cs typeface="Calibri"/>
              </a:defRPr>
            </a:lvl4pPr>
            <a:lvl5pPr algn="ctr">
              <a:defRPr sz="1300" b="1" lang="ko-KR">
                <a:solidFill>
                  <a:srgbClr val="111111"/>
                </a:solidFill>
                <a:latin typeface="Calibri"/>
                <a:ea typeface="Calibri"/>
                <a:cs typeface="Calibri"/>
              </a:defRPr>
            </a:lvl5pPr>
            <a:lvl6pPr algn="ctr">
              <a:defRPr sz="1300" b="1" lang="ko-KR">
                <a:solidFill>
                  <a:srgbClr val="111111"/>
                </a:solidFill>
                <a:latin typeface="Calibri"/>
                <a:ea typeface="Calibri"/>
                <a:cs typeface="Calibri"/>
              </a:defRPr>
            </a:lvl6pPr>
            <a:lvl7pPr algn="ctr">
              <a:defRPr sz="1300" b="1" lang="ko-KR">
                <a:solidFill>
                  <a:srgbClr val="111111"/>
                </a:solidFill>
                <a:latin typeface="Calibri"/>
                <a:ea typeface="Calibri"/>
                <a:cs typeface="Calibri"/>
              </a:defRPr>
            </a:lvl7pPr>
            <a:lvl8pPr algn="ctr">
              <a:defRPr sz="1300" b="1" lang="ko-KR">
                <a:solidFill>
                  <a:srgbClr val="111111"/>
                </a:solidFill>
                <a:latin typeface="Calibri"/>
                <a:ea typeface="Calibri"/>
                <a:cs typeface="Calibri"/>
              </a:defRPr>
            </a:lvl8pPr>
            <a:lvl9pPr algn="ctr">
              <a:defRPr sz="1300" b="1" lang="ko-KR">
                <a:solidFill>
                  <a:srgbClr val="111111"/>
                </a:solidFill>
                <a:latin typeface="Calibri"/>
                <a:ea typeface="Calibri"/>
                <a:cs typeface="Calibri"/>
              </a:defRPr>
            </a:lvl9pPr>
          </a:lstStyle>
          <a:p>
            <a:pPr algn="ctr">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1175" name="v10 edge:d4Aprepare">
            <a:extLst>
              <a:ext uri="{FF2B5EF4-FFF2-40B4-BE49-F238E27FC236}">
                <ns2:creationId id="{B0D5DE24-BD64-41CA-8227-832E7CFF787E}"/>
              </a:ext>
            </a:extLst>
          </p:cNvPr>
          <p:cNvSpPr>
            <a:spLocks noGrp="1"/>
          </p:cNvSpPr>
          <p:nvPr/>
        </p:nvSpPr>
        <p:spPr>
          <a:xfrm>
            <a:off x="3733800" y="3276600"/>
            <a:ext cx="809625" cy="1581150"/>
          </a:xfrm>
          <a:custGeom>
            <a:pathLst>
              <a:path w="809625" h="1581150">
                <a:moveTo>
                  <a:pt x="447675" y="1581150"/>
                </a:moveTo>
                <a:lnTo>
                  <a:pt x="809625" y="1581150"/>
                </a:lnTo>
                <a:lnTo>
                  <a:pt x="809625" y="933450"/>
                </a:lnTo>
                <a:lnTo>
                  <a:pt x="0" y="933450"/>
                </a:lnTo>
                <a:lnTo>
                  <a:pt x="0" y="0"/>
                </a:lnTo>
              </a:path>
            </a:pathLst>
          </a:custGeom>
          <a:noFill/>
          <a:ln w="17145">
            <a:solidFill>
              <a:srgbClr val="111111"/>
            </a:solidFill>
            <a:prstDash val="solid"/>
          </a:ln>
        </p:spPr>
      </p:sp>
      <p:sp>
        <p:nvSpPr>
          <p:cNvPr id="1176" name="v10 arrow:d4Aprepare">
            <a:extLst>
              <a:ext uri="{FF2B5EF4-FFF2-40B4-BE49-F238E27FC236}">
                <ns2:creationId id="{91407A83-B06D-487D-968D-2C0FB1901D2E}"/>
              </a:ext>
            </a:extLst>
          </p:cNvPr>
          <p:cNvSpPr>
            <a:spLocks noGrp="1"/>
          </p:cNvSpPr>
          <p:nvPr/>
        </p:nvSpPr>
        <p:spPr>
          <a:xfrm>
            <a:off x="3695700" y="32766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77" name="v10 label 1 현재 목적 / 구성 요청">
            <a:extLst>
              <a:ext uri="{FF2B5EF4-FFF2-40B4-BE49-F238E27FC236}">
                <ns2:creationId id="{B24248EA-96F4-4605-BEFB-FD0E376C5D7B}"/>
              </a:ext>
            </a:extLst>
          </p:cNvPr>
          <p:cNvSpPr>
            <a:spLocks noGrp="1"/>
          </p:cNvSpPr>
          <p:nvPr/>
        </p:nvSpPr>
        <p:spPr>
          <a:xfrm>
            <a:off x="3257550" y="4114800"/>
            <a:ext cx="1809750"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1 현재 목적 / 구성 요청</a:t>
            </a:r>
            <a:endParaRPr lang="ko-KR">
              <a:latin typeface="Calibri"/>
              <a:ea typeface="Calibri"/>
              <a:cs typeface="Calibri"/>
            </a:endParaRPr>
          </a:p>
        </p:txBody>
      </p:sp>
      <p:sp>
        <p:nvSpPr>
          <p:cNvPr id="1178" name="v10 edge:d4Aprepared">
            <a:extLst>
              <a:ext uri="{FF2B5EF4-FFF2-40B4-BE49-F238E27FC236}">
                <ns2:creationId id="{A84D9D6E-1467-40C2-951F-B02B2D22C434}"/>
              </a:ext>
            </a:extLst>
          </p:cNvPr>
          <p:cNvSpPr>
            <a:spLocks noGrp="1"/>
          </p:cNvSpPr>
          <p:nvPr/>
        </p:nvSpPr>
        <p:spPr>
          <a:xfrm>
            <a:off x="1876425" y="3209925"/>
            <a:ext cx="219075" cy="1724025"/>
          </a:xfrm>
          <a:custGeom>
            <a:pathLst>
              <a:path w="219075" h="1724025">
                <a:moveTo>
                  <a:pt x="219075" y="0"/>
                </a:moveTo>
                <a:lnTo>
                  <a:pt x="0" y="0"/>
                </a:lnTo>
                <a:lnTo>
                  <a:pt x="0" y="1724025"/>
                </a:lnTo>
                <a:lnTo>
                  <a:pt x="219075" y="1724025"/>
                </a:lnTo>
              </a:path>
            </a:pathLst>
          </a:custGeom>
          <a:noFill/>
          <a:ln w="17145">
            <a:solidFill>
              <a:srgbClr val="111111"/>
            </a:solidFill>
            <a:prstDash val="dash"/>
          </a:ln>
        </p:spPr>
      </p:sp>
      <p:sp>
        <p:nvSpPr>
          <p:cNvPr id="1179" name="v10 arrow:d4Aprepared">
            <a:extLst>
              <a:ext uri="{FF2B5EF4-FFF2-40B4-BE49-F238E27FC236}">
                <ns2:creationId id="{FDD041C3-CAC4-4784-B2FC-C10FBC27BE5A}"/>
              </a:ext>
            </a:extLst>
          </p:cNvPr>
          <p:cNvSpPr>
            <a:spLocks noGrp="1"/>
          </p:cNvSpPr>
          <p:nvPr/>
        </p:nvSpPr>
        <p:spPr>
          <a:xfrm>
            <a:off x="2009775" y="4895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80" name="v10 label 2 인계 후보">
            <a:extLst>
              <a:ext uri="{FF2B5EF4-FFF2-40B4-BE49-F238E27FC236}">
                <ns2:creationId id="{D9C4BCEB-9E95-4F2A-A617-FEDE187992B4}"/>
              </a:ext>
            </a:extLst>
          </p:cNvPr>
          <p:cNvSpPr>
            <a:spLocks noGrp="1"/>
          </p:cNvSpPr>
          <p:nvPr/>
        </p:nvSpPr>
        <p:spPr>
          <a:xfrm>
            <a:off x="1924050" y="4133850"/>
            <a:ext cx="128587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2 인계 후보</a:t>
            </a:r>
            <a:endParaRPr lang="ko-KR">
              <a:latin typeface="Calibri"/>
              <a:ea typeface="Calibri"/>
              <a:cs typeface="Calibri"/>
            </a:endParaRPr>
          </a:p>
        </p:txBody>
      </p:sp>
      <p:sp>
        <p:nvSpPr>
          <p:cNvPr id="1181" name="v10 edge:d4Aadmission">
            <a:extLst>
              <a:ext uri="{FF2B5EF4-FFF2-40B4-BE49-F238E27FC236}">
                <ns2:creationId id="{E6E74FAF-1486-4CCC-8663-5DBB354BE72F}"/>
              </a:ext>
            </a:extLst>
          </p:cNvPr>
          <p:cNvSpPr>
            <a:spLocks noGrp="1"/>
          </p:cNvSpPr>
          <p:nvPr/>
        </p:nvSpPr>
        <p:spPr>
          <a:xfrm>
            <a:off x="4181475" y="4933950"/>
            <a:ext cx="676275" cy="953"/>
          </a:xfrm>
          <a:custGeom>
            <a:pathLst>
              <a:path w="676275" h="953">
                <a:moveTo>
                  <a:pt x="0" y="0"/>
                </a:moveTo>
                <a:lnTo>
                  <a:pt x="676275" y="0"/>
                </a:lnTo>
              </a:path>
            </a:pathLst>
          </a:custGeom>
          <a:noFill/>
          <a:ln w="17145">
            <a:solidFill>
              <a:srgbClr val="111111"/>
            </a:solidFill>
            <a:prstDash val="solid"/>
          </a:ln>
        </p:spPr>
      </p:sp>
      <p:sp>
        <p:nvSpPr>
          <p:cNvPr id="1182" name="v10 arrow:d4Aadmission">
            <a:extLst>
              <a:ext uri="{FF2B5EF4-FFF2-40B4-BE49-F238E27FC236}">
                <ns2:creationId id="{E5060D96-6C59-44A3-AF62-5932D52AEC7E}"/>
              </a:ext>
            </a:extLst>
          </p:cNvPr>
          <p:cNvSpPr>
            <a:spLocks noGrp="1"/>
          </p:cNvSpPr>
          <p:nvPr/>
        </p:nvSpPr>
        <p:spPr>
          <a:xfrm>
            <a:off x="4772025" y="4895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83" name="v10 label 3 허가">
            <a:extLst>
              <a:ext uri="{FF2B5EF4-FFF2-40B4-BE49-F238E27FC236}">
                <ns2:creationId id="{27E360D4-CD29-4B93-8A53-8B2477CF4013}"/>
              </a:ext>
            </a:extLst>
          </p:cNvPr>
          <p:cNvSpPr>
            <a:spLocks noGrp="1"/>
          </p:cNvSpPr>
          <p:nvPr/>
        </p:nvSpPr>
        <p:spPr>
          <a:xfrm>
            <a:off x="4267200" y="4619625"/>
            <a:ext cx="542925" cy="2381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3 허가</a:t>
            </a:r>
            <a:endParaRPr lang="ko-KR">
              <a:latin typeface="Calibri"/>
              <a:ea typeface="Calibri"/>
              <a:cs typeface="Calibri"/>
            </a:endParaRPr>
          </a:p>
        </p:txBody>
      </p:sp>
      <p:sp>
        <p:nvSpPr>
          <p:cNvPr id="1184" name="v10 edge:d4Acommand-send">
            <a:extLst>
              <a:ext uri="{FF2B5EF4-FFF2-40B4-BE49-F238E27FC236}">
                <ns2:creationId id="{0E741101-ACA8-40F4-B21D-9E591750FABA}"/>
              </a:ext>
            </a:extLst>
          </p:cNvPr>
          <p:cNvSpPr>
            <a:spLocks noGrp="1"/>
          </p:cNvSpPr>
          <p:nvPr/>
        </p:nvSpPr>
        <p:spPr>
          <a:xfrm>
            <a:off x="4181475" y="5048250"/>
            <a:ext cx="1714500" cy="885825"/>
          </a:xfrm>
          <a:custGeom>
            <a:pathLst>
              <a:path w="1714500" h="885825">
                <a:moveTo>
                  <a:pt x="1714500" y="0"/>
                </a:moveTo>
                <a:lnTo>
                  <a:pt x="1714500" y="152400"/>
                </a:lnTo>
                <a:lnTo>
                  <a:pt x="314325" y="152400"/>
                </a:lnTo>
                <a:lnTo>
                  <a:pt x="314325" y="885825"/>
                </a:lnTo>
                <a:lnTo>
                  <a:pt x="0" y="885825"/>
                </a:lnTo>
              </a:path>
            </a:pathLst>
          </a:custGeom>
          <a:noFill/>
          <a:ln w="17145">
            <a:solidFill>
              <a:srgbClr val="111111"/>
            </a:solidFill>
            <a:prstDash val="solid"/>
          </a:ln>
        </p:spPr>
      </p:sp>
      <p:sp>
        <p:nvSpPr>
          <p:cNvPr id="1185" name="v10 arrow:d4Acommand-send">
            <a:extLst>
              <a:ext uri="{FF2B5EF4-FFF2-40B4-BE49-F238E27FC236}">
                <ns2:creationId id="{88CEB72D-C2C9-4D7A-BC6F-BBBF90501282}"/>
              </a:ext>
            </a:extLst>
          </p:cNvPr>
          <p:cNvSpPr>
            <a:spLocks noGrp="1"/>
          </p:cNvSpPr>
          <p:nvPr/>
        </p:nvSpPr>
        <p:spPr>
          <a:xfrm>
            <a:off x="4181475" y="58959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86" name="v10 label 4 명령">
            <a:extLst>
              <a:ext uri="{FF2B5EF4-FFF2-40B4-BE49-F238E27FC236}">
                <ns2:creationId id="{C2403BE6-D525-4461-AC45-C63780950A5A}"/>
              </a:ext>
            </a:extLst>
          </p:cNvPr>
          <p:cNvSpPr>
            <a:spLocks noGrp="1"/>
          </p:cNvSpPr>
          <p:nvPr/>
        </p:nvSpPr>
        <p:spPr>
          <a:xfrm>
            <a:off x="4610100" y="5095875"/>
            <a:ext cx="10001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4 명령</a:t>
            </a:r>
            <a:endParaRPr lang="ko-KR">
              <a:latin typeface="Calibri"/>
              <a:ea typeface="Calibri"/>
              <a:cs typeface="Calibri"/>
            </a:endParaRPr>
          </a:p>
        </p:txBody>
      </p:sp>
      <p:sp>
        <p:nvSpPr>
          <p:cNvPr id="1187" name="v10 edge:d4Adispatch">
            <a:extLst>
              <a:ext uri="{FF2B5EF4-FFF2-40B4-BE49-F238E27FC236}">
                <ns2:creationId id="{7F300157-1E13-4C43-A5A7-85344522D078}"/>
              </a:ext>
            </a:extLst>
          </p:cNvPr>
          <p:cNvSpPr>
            <a:spLocks noGrp="1"/>
          </p:cNvSpPr>
          <p:nvPr/>
        </p:nvSpPr>
        <p:spPr>
          <a:xfrm>
            <a:off x="4181475" y="5848350"/>
            <a:ext cx="552450" cy="953"/>
          </a:xfrm>
          <a:custGeom>
            <a:pathLst>
              <a:path w="552450" h="953">
                <a:moveTo>
                  <a:pt x="0" y="0"/>
                </a:moveTo>
                <a:lnTo>
                  <a:pt x="552450" y="0"/>
                </a:lnTo>
              </a:path>
            </a:pathLst>
          </a:custGeom>
          <a:noFill/>
          <a:ln w="17145">
            <a:solidFill>
              <a:srgbClr val="111111"/>
            </a:solidFill>
            <a:prstDash val="solid"/>
          </a:ln>
        </p:spPr>
      </p:sp>
      <p:sp>
        <p:nvSpPr>
          <p:cNvPr id="1188" name="v10 arrow:d4Adispatch">
            <a:extLst>
              <a:ext uri="{FF2B5EF4-FFF2-40B4-BE49-F238E27FC236}">
                <ns2:creationId id="{866958BC-77B3-4D4D-A590-BCA7B1414E02}"/>
              </a:ext>
            </a:extLst>
          </p:cNvPr>
          <p:cNvSpPr>
            <a:spLocks noGrp="1"/>
          </p:cNvSpPr>
          <p:nvPr/>
        </p:nvSpPr>
        <p:spPr>
          <a:xfrm>
            <a:off x="4648200" y="58102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89" name="v10 label 5 전송">
            <a:extLst>
              <a:ext uri="{FF2B5EF4-FFF2-40B4-BE49-F238E27FC236}">
                <ns2:creationId id="{196CB3CC-1586-4FD4-9190-222A4A75821F}"/>
              </a:ext>
            </a:extLst>
          </p:cNvPr>
          <p:cNvSpPr>
            <a:spLocks noGrp="1"/>
          </p:cNvSpPr>
          <p:nvPr/>
        </p:nvSpPr>
        <p:spPr>
          <a:xfrm>
            <a:off x="4229100" y="5610225"/>
            <a:ext cx="485775" cy="19050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5 전송</a:t>
            </a:r>
            <a:endParaRPr lang="ko-KR">
              <a:latin typeface="Calibri"/>
              <a:ea typeface="Calibri"/>
              <a:cs typeface="Calibri"/>
            </a:endParaRPr>
          </a:p>
        </p:txBody>
      </p:sp>
      <p:sp>
        <p:nvSpPr>
          <p:cNvPr id="1190" name="v10 edge:d4Areceipt">
            <a:extLst>
              <a:ext uri="{FF2B5EF4-FFF2-40B4-BE49-F238E27FC236}">
                <ns2:creationId id="{C8CAF7CD-43EA-46A2-B365-3944EF968820}"/>
              </a:ext>
            </a:extLst>
          </p:cNvPr>
          <p:cNvSpPr>
            <a:spLocks noGrp="1"/>
          </p:cNvSpPr>
          <p:nvPr/>
        </p:nvSpPr>
        <p:spPr>
          <a:xfrm>
            <a:off x="4181475" y="6019800"/>
            <a:ext cx="552450" cy="953"/>
          </a:xfrm>
          <a:custGeom>
            <a:pathLst>
              <a:path w="552450" h="953">
                <a:moveTo>
                  <a:pt x="552450" y="0"/>
                </a:moveTo>
                <a:lnTo>
                  <a:pt x="0" y="0"/>
                </a:lnTo>
              </a:path>
            </a:pathLst>
          </a:custGeom>
          <a:noFill/>
          <a:ln w="17145">
            <a:solidFill>
              <a:srgbClr val="111111"/>
            </a:solidFill>
            <a:prstDash val="dash"/>
          </a:ln>
        </p:spPr>
      </p:sp>
      <p:sp>
        <p:nvSpPr>
          <p:cNvPr id="1191" name="v10 arrow:d4Areceipt">
            <a:extLst>
              <a:ext uri="{FF2B5EF4-FFF2-40B4-BE49-F238E27FC236}">
                <ns2:creationId id="{6C63B979-0B35-4DE4-91F4-3E7E4DAD7AF9}"/>
              </a:ext>
            </a:extLst>
          </p:cNvPr>
          <p:cNvSpPr>
            <a:spLocks noGrp="1"/>
          </p:cNvSpPr>
          <p:nvPr/>
        </p:nvSpPr>
        <p:spPr>
          <a:xfrm>
            <a:off x="4181475" y="59817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92" name="v10 label 확인">
            <a:extLst>
              <a:ext uri="{FF2B5EF4-FFF2-40B4-BE49-F238E27FC236}">
                <ns2:creationId id="{A059ABD3-60C0-418E-B758-44CF60DC80EB}"/>
              </a:ext>
            </a:extLst>
          </p:cNvPr>
          <p:cNvSpPr>
            <a:spLocks noGrp="1"/>
          </p:cNvSpPr>
          <p:nvPr/>
        </p:nvSpPr>
        <p:spPr>
          <a:xfrm>
            <a:off x="4295775" y="5972175"/>
            <a:ext cx="400050" cy="17145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확인</a:t>
            </a:r>
            <a:endParaRPr lang="ko-KR">
              <a:latin typeface="Calibri"/>
              <a:ea typeface="Calibri"/>
              <a:cs typeface="Calibri"/>
            </a:endParaRPr>
          </a:p>
        </p:txBody>
      </p:sp>
      <p:sp>
        <p:nvSpPr>
          <p:cNvPr id="1193" name="v10 node:d4Bsource">
            <a:extLst>
              <a:ext uri="{FF2B5EF4-FFF2-40B4-BE49-F238E27FC236}">
                <ns2:creationId id="{82D26109-7956-42B3-B0CE-BFA69FBDECF6}"/>
              </a:ext>
            </a:extLst>
          </p:cNvPr>
          <p:cNvSpPr>
            <a:spLocks noGrp="1"/>
          </p:cNvSpPr>
          <p:nvPr/>
        </p:nvSpPr>
        <p:spPr>
          <a:xfrm>
            <a:off x="7381875" y="2162175"/>
            <a:ext cx="5095875" cy="2762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400" b="1" lang="ko-KR">
                <a:solidFill>
                  <a:srgbClr val="111111"/>
                </a:solidFill>
                <a:latin typeface="Calibri"/>
                <a:ea typeface="Calibri"/>
                <a:cs typeface="Calibri"/>
              </a:defRPr>
            </a:defPPr>
            <a:lvl1pPr algn="ctr">
              <a:defRPr sz="1400" b="1" lang="ko-KR">
                <a:solidFill>
                  <a:srgbClr val="111111"/>
                </a:solidFill>
                <a:latin typeface="Calibri"/>
                <a:ea typeface="Calibri"/>
                <a:cs typeface="Calibri"/>
              </a:defRPr>
            </a:lvl1pPr>
            <a:lvl2pPr algn="ctr">
              <a:defRPr sz="1400" b="1" lang="ko-KR">
                <a:solidFill>
                  <a:srgbClr val="111111"/>
                </a:solidFill>
                <a:latin typeface="Calibri"/>
                <a:ea typeface="Calibri"/>
                <a:cs typeface="Calibri"/>
              </a:defRPr>
            </a:lvl2pPr>
            <a:lvl3pPr algn="ctr">
              <a:defRPr sz="1400" b="1" lang="ko-KR">
                <a:solidFill>
                  <a:srgbClr val="111111"/>
                </a:solidFill>
                <a:latin typeface="Calibri"/>
                <a:ea typeface="Calibri"/>
                <a:cs typeface="Calibri"/>
              </a:defRPr>
            </a:lvl3pPr>
            <a:lvl4pPr algn="ctr">
              <a:defRPr sz="1400" b="1" lang="ko-KR">
                <a:solidFill>
                  <a:srgbClr val="111111"/>
                </a:solidFill>
                <a:latin typeface="Calibri"/>
                <a:ea typeface="Calibri"/>
                <a:cs typeface="Calibri"/>
              </a:defRPr>
            </a:lvl4pPr>
            <a:lvl5pPr algn="ctr">
              <a:defRPr sz="1400" b="1" lang="ko-KR">
                <a:solidFill>
                  <a:srgbClr val="111111"/>
                </a:solidFill>
                <a:latin typeface="Calibri"/>
                <a:ea typeface="Calibri"/>
                <a:cs typeface="Calibri"/>
              </a:defRPr>
            </a:lvl5pPr>
            <a:lvl6pPr algn="ctr">
              <a:defRPr sz="1400" b="1" lang="ko-KR">
                <a:solidFill>
                  <a:srgbClr val="111111"/>
                </a:solidFill>
                <a:latin typeface="Calibri"/>
                <a:ea typeface="Calibri"/>
                <a:cs typeface="Calibri"/>
              </a:defRPr>
            </a:lvl6pPr>
            <a:lvl7pPr algn="ctr">
              <a:defRPr sz="1400" b="1" lang="ko-KR">
                <a:solidFill>
                  <a:srgbClr val="111111"/>
                </a:solidFill>
                <a:latin typeface="Calibri"/>
                <a:ea typeface="Calibri"/>
                <a:cs typeface="Calibri"/>
              </a:defRPr>
            </a:lvl7pPr>
            <a:lvl8pPr algn="ctr">
              <a:defRPr sz="1400" b="1" lang="ko-KR">
                <a:solidFill>
                  <a:srgbClr val="111111"/>
                </a:solidFill>
                <a:latin typeface="Calibri"/>
                <a:ea typeface="Calibri"/>
                <a:cs typeface="Calibri"/>
              </a:defRPr>
            </a:lvl8pPr>
            <a:lvl9pPr algn="ctr">
              <a:defRPr sz="1400" b="1" lang="ko-KR">
                <a:solidFill>
                  <a:srgbClr val="111111"/>
                </a:solidFill>
                <a:latin typeface="Calibri"/>
                <a:ea typeface="Calibri"/>
                <a:cs typeface="Calibri"/>
              </a:defRPr>
            </a:lvl9pPr>
          </a:lstStyle>
          <a:p>
            <a:pPr algn="ctr">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공통 원본 owner (VIA 내부)</a:t>
            </a:r>
            <a:endParaRPr lang="ko-KR">
              <a:latin typeface="Calibri"/>
              <a:ea typeface="Calibri"/>
              <a:cs typeface="Calibri"/>
            </a:endParaRPr>
          </a:p>
        </p:txBody>
      </p:sp>
      <p:sp>
        <p:nvSpPr>
          <p:cNvPr id="1194" name="v10 node:d4Bcm">
            <a:extLst>
              <a:ext uri="{FF2B5EF4-FFF2-40B4-BE49-F238E27FC236}">
                <ns2:creationId id="{6C73C008-C14D-42A6-952E-FAEB86F4432D}"/>
              </a:ext>
            </a:extLst>
          </p:cNvPr>
          <p:cNvSpPr>
            <a:spLocks noGrp="1"/>
          </p:cNvSpPr>
          <p:nvPr/>
        </p:nvSpPr>
        <p:spPr>
          <a:xfrm>
            <a:off x="7381875" y="2533650"/>
            <a:ext cx="5095875" cy="1543050"/>
          </a:xfrm>
          <a:prstGeom prst="rect">
            <a:avLst/>
          </a:prstGeom>
          <a:solidFill>
            <a:srgbClr val="FFF6DD"/>
          </a:solidFill>
          <a:ln w="16193">
            <a:solidFill>
              <a:srgbClr val="111111"/>
            </a:solidFill>
          </a:ln>
        </p:spPr>
        <p:txBody>
          <a:bodyPr wrap="none" lIns="47625" tIns="19050" rIns="47625" bIns="12001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195" name="v10 divider d4Bcm">
            <a:extLst>
              <a:ext uri="{FF2B5EF4-FFF2-40B4-BE49-F238E27FC236}">
                <ns2:creationId id="{EFF87440-238D-4BA4-82BD-C591836DF44C}"/>
              </a:ext>
            </a:extLst>
          </p:cNvPr>
          <p:cNvSpPr>
            <a:spLocks noGrp="1"/>
          </p:cNvSpPr>
          <p:nvPr/>
        </p:nvSpPr>
        <p:spPr>
          <a:xfrm>
            <a:off x="7381875" y="2895600"/>
            <a:ext cx="5095875" cy="953"/>
          </a:xfrm>
          <a:custGeom>
            <a:pathLst>
              <a:path w="5095875" h="953">
                <a:moveTo>
                  <a:pt x="0" y="0"/>
                </a:moveTo>
                <a:lnTo>
                  <a:pt x="5095875" y="0"/>
                </a:lnTo>
              </a:path>
            </a:pathLst>
          </a:custGeom>
          <a:noFill/>
          <a:ln w="9525">
            <a:solidFill>
              <a:srgbClr val="111111"/>
            </a:solidFill>
            <a:prstDash val="solid"/>
          </a:ln>
        </p:spPr>
      </p:sp>
      <p:sp>
        <p:nvSpPr>
          <p:cNvPr id="1196" name="v10 node:d4Bcompose">
            <a:extLst>
              <a:ext uri="{FF2B5EF4-FFF2-40B4-BE49-F238E27FC236}">
                <ns2:creationId id="{1793EB08-A633-4442-8CEB-FA835118B39D}"/>
              </a:ext>
            </a:extLst>
          </p:cNvPr>
          <p:cNvSpPr>
            <a:spLocks noGrp="1"/>
          </p:cNvSpPr>
          <p:nvPr/>
        </p:nvSpPr>
        <p:spPr>
          <a:xfrm>
            <a:off x="7505700" y="2952750"/>
            <a:ext cx="2362200" cy="323850"/>
          </a:xfrm>
          <a:prstGeom prst="roundRect">
            <a:avLst>
              <a:gd name="adj" fmla="val 23529"/>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업무 기록 생산기</a:t>
            </a:r>
            <a:endParaRPr lang="ko-KR">
              <a:latin typeface="Calibri"/>
              <a:ea typeface="Calibri"/>
              <a:cs typeface="Calibri"/>
            </a:endParaRPr>
          </a:p>
        </p:txBody>
      </p:sp>
      <p:sp>
        <p:nvSpPr>
          <p:cNvPr id="1197" name="v10 node:d4Brecord">
            <a:extLst>
              <a:ext uri="{FF2B5EF4-FFF2-40B4-BE49-F238E27FC236}">
                <ns2:creationId id="{0E1494AC-32EF-45C4-AF50-B41A34BDB3CF}"/>
              </a:ext>
            </a:extLst>
          </p:cNvPr>
          <p:cNvSpPr>
            <a:spLocks noGrp="1"/>
          </p:cNvSpPr>
          <p:nvPr/>
        </p:nvSpPr>
        <p:spPr>
          <a:xfrm>
            <a:off x="10191750" y="2952750"/>
            <a:ext cx="2143125" cy="561975"/>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업무 기록 / 의존 판본</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내구 기록</a:t>
            </a:r>
            <a:endParaRPr lang="ko-KR">
              <a:latin typeface="Calibri"/>
              <a:ea typeface="Calibri"/>
              <a:cs typeface="Calibri"/>
            </a:endParaRPr>
          </a:p>
        </p:txBody>
      </p:sp>
      <p:sp>
        <p:nvSpPr>
          <p:cNvPr id="1198" name="v10 node:d4Bextract">
            <a:extLst>
              <a:ext uri="{FF2B5EF4-FFF2-40B4-BE49-F238E27FC236}">
                <ns2:creationId id="{2900E856-0151-44D2-9322-CDA7F27B5AC3}"/>
              </a:ext>
            </a:extLst>
          </p:cNvPr>
          <p:cNvSpPr>
            <a:spLocks noGrp="1"/>
          </p:cNvSpPr>
          <p:nvPr/>
        </p:nvSpPr>
        <p:spPr>
          <a:xfrm>
            <a:off x="7505700" y="3638550"/>
            <a:ext cx="4829175" cy="323850"/>
          </a:xfrm>
          <a:prstGeom prst="roundRect">
            <a:avLst>
              <a:gd name="adj" fmla="val 23529"/>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목적별 추출 및 원본 보완기</a:t>
            </a:r>
            <a:endParaRPr lang="ko-KR">
              <a:latin typeface="Calibri"/>
              <a:ea typeface="Calibri"/>
              <a:cs typeface="Calibri"/>
            </a:endParaRPr>
          </a:p>
        </p:txBody>
      </p:sp>
      <p:sp>
        <p:nvSpPr>
          <p:cNvPr id="1199" name="v10 edge:d4Brecord-publish">
            <a:extLst>
              <a:ext uri="{FF2B5EF4-FFF2-40B4-BE49-F238E27FC236}">
                <ns2:creationId id="{2024C325-A248-482D-A46D-3EABFE337E3D}"/>
              </a:ext>
            </a:extLst>
          </p:cNvPr>
          <p:cNvSpPr>
            <a:spLocks noGrp="1"/>
          </p:cNvSpPr>
          <p:nvPr/>
        </p:nvSpPr>
        <p:spPr>
          <a:xfrm>
            <a:off x="9867900" y="3095625"/>
            <a:ext cx="323850" cy="953"/>
          </a:xfrm>
          <a:custGeom>
            <a:pathLst>
              <a:path w="323850" h="953">
                <a:moveTo>
                  <a:pt x="0" y="0"/>
                </a:moveTo>
                <a:lnTo>
                  <a:pt x="323850" y="0"/>
                </a:lnTo>
              </a:path>
            </a:pathLst>
          </a:custGeom>
          <a:noFill/>
          <a:ln w="17145">
            <a:solidFill>
              <a:srgbClr val="32824A"/>
            </a:solidFill>
            <a:prstDash val="solid"/>
          </a:ln>
        </p:spPr>
      </p:sp>
      <p:sp>
        <p:nvSpPr>
          <p:cNvPr id="1200" name="v10 arrow:d4Brecord-publish">
            <a:extLst>
              <a:ext uri="{FF2B5EF4-FFF2-40B4-BE49-F238E27FC236}">
                <ns2:creationId id="{20148DFD-D0BC-4F01-A381-323864CA06B2}"/>
              </a:ext>
            </a:extLst>
          </p:cNvPr>
          <p:cNvSpPr>
            <a:spLocks noGrp="1"/>
          </p:cNvSpPr>
          <p:nvPr/>
        </p:nvSpPr>
        <p:spPr>
          <a:xfrm>
            <a:off x="10106025" y="305752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201" name="v10 edge:d4Brecord-read">
            <a:extLst>
              <a:ext uri="{FF2B5EF4-FFF2-40B4-BE49-F238E27FC236}">
                <ns2:creationId id="{51CA468B-C869-40C8-86BE-DCE478457208}"/>
              </a:ext>
            </a:extLst>
          </p:cNvPr>
          <p:cNvSpPr>
            <a:spLocks noGrp="1"/>
          </p:cNvSpPr>
          <p:nvPr/>
        </p:nvSpPr>
        <p:spPr>
          <a:xfrm>
            <a:off x="11287125" y="3514725"/>
            <a:ext cx="953" cy="123825"/>
          </a:xfrm>
          <a:custGeom>
            <a:pathLst>
              <a:path w="953" h="123825">
                <a:moveTo>
                  <a:pt x="0" y="0"/>
                </a:moveTo>
                <a:lnTo>
                  <a:pt x="0" y="123825"/>
                </a:lnTo>
              </a:path>
            </a:pathLst>
          </a:custGeom>
          <a:noFill/>
          <a:ln w="17145">
            <a:solidFill>
              <a:srgbClr val="32824A"/>
            </a:solidFill>
            <a:prstDash val="dash"/>
          </a:ln>
        </p:spPr>
      </p:sp>
      <p:sp>
        <p:nvSpPr>
          <p:cNvPr id="1202" name="v10 arrow:d4Brecord-read">
            <a:extLst>
              <a:ext uri="{FF2B5EF4-FFF2-40B4-BE49-F238E27FC236}">
                <ns2:creationId id="{7DD8A142-7BB7-4857-9F8D-5F47262EBDA3}"/>
              </a:ext>
            </a:extLst>
          </p:cNvPr>
          <p:cNvSpPr>
            <a:spLocks noGrp="1"/>
          </p:cNvSpPr>
          <p:nvPr/>
        </p:nvSpPr>
        <p:spPr>
          <a:xfrm>
            <a:off x="11249025" y="35528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03" name="v10 edge:d4Bextract-raw-read">
            <a:extLst>
              <a:ext uri="{FF2B5EF4-FFF2-40B4-BE49-F238E27FC236}">
                <ns2:creationId id="{861FA42E-DCC8-432F-8536-01BBC1456662}"/>
              </a:ext>
            </a:extLst>
          </p:cNvPr>
          <p:cNvSpPr>
            <a:spLocks noGrp="1"/>
          </p:cNvSpPr>
          <p:nvPr/>
        </p:nvSpPr>
        <p:spPr>
          <a:xfrm>
            <a:off x="12334875" y="2438400"/>
            <a:ext cx="123825" cy="1304925"/>
          </a:xfrm>
          <a:custGeom>
            <a:pathLst>
              <a:path w="123825" h="1304925">
                <a:moveTo>
                  <a:pt x="0" y="1304925"/>
                </a:moveTo>
                <a:lnTo>
                  <a:pt x="123825" y="1304925"/>
                </a:lnTo>
                <a:lnTo>
                  <a:pt x="123825" y="0"/>
                </a:lnTo>
              </a:path>
            </a:pathLst>
          </a:custGeom>
          <a:noFill/>
          <a:ln w="17145">
            <a:solidFill>
              <a:srgbClr val="32824A"/>
            </a:solidFill>
            <a:prstDash val="solid"/>
          </a:ln>
        </p:spPr>
      </p:sp>
      <p:sp>
        <p:nvSpPr>
          <p:cNvPr id="1204" name="v10 arrow:d4Bextract-raw-read">
            <a:extLst>
              <a:ext uri="{FF2B5EF4-FFF2-40B4-BE49-F238E27FC236}">
                <ns2:creationId id="{B0A1505C-7012-4ACE-B1BB-42AD033B076F}"/>
              </a:ext>
            </a:extLst>
          </p:cNvPr>
          <p:cNvSpPr>
            <a:spLocks noGrp="1"/>
          </p:cNvSpPr>
          <p:nvPr/>
        </p:nvSpPr>
        <p:spPr>
          <a:xfrm>
            <a:off x="12420600" y="2438400"/>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1205" name="v10 label 부족분 읽기">
            <a:extLst>
              <a:ext uri="{FF2B5EF4-FFF2-40B4-BE49-F238E27FC236}">
                <ns2:creationId id="{A1F66BCA-E69C-4932-8016-E327212B994F}"/>
              </a:ext>
            </a:extLst>
          </p:cNvPr>
          <p:cNvSpPr>
            <a:spLocks noGrp="1"/>
          </p:cNvSpPr>
          <p:nvPr/>
        </p:nvSpPr>
        <p:spPr>
          <a:xfrm>
            <a:off x="11506200" y="2590800"/>
            <a:ext cx="895350" cy="2000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부족분 읽기</a:t>
            </a:r>
            <a:endParaRPr lang="ko-KR">
              <a:latin typeface="Calibri"/>
              <a:ea typeface="Calibri"/>
              <a:cs typeface="Calibri"/>
            </a:endParaRPr>
          </a:p>
        </p:txBody>
      </p:sp>
      <p:sp>
        <p:nvSpPr>
          <p:cNvPr id="1206" name="v10 edge:d4Bextract-raw-result">
            <a:extLst>
              <a:ext uri="{FF2B5EF4-FFF2-40B4-BE49-F238E27FC236}">
                <ns2:creationId id="{5FABDB0E-8BC5-4758-9FD8-09A2D7AA6B87}"/>
              </a:ext>
            </a:extLst>
          </p:cNvPr>
          <p:cNvSpPr>
            <a:spLocks noGrp="1"/>
          </p:cNvSpPr>
          <p:nvPr/>
        </p:nvSpPr>
        <p:spPr>
          <a:xfrm>
            <a:off x="12334875" y="2438400"/>
            <a:ext cx="66675" cy="1438275"/>
          </a:xfrm>
          <a:custGeom>
            <a:pathLst>
              <a:path w="66675" h="1438275">
                <a:moveTo>
                  <a:pt x="66675" y="0"/>
                </a:moveTo>
                <a:lnTo>
                  <a:pt x="66675" y="1438275"/>
                </a:lnTo>
                <a:lnTo>
                  <a:pt x="0" y="1438275"/>
                </a:lnTo>
              </a:path>
            </a:pathLst>
          </a:custGeom>
          <a:noFill/>
          <a:ln w="17145">
            <a:solidFill>
              <a:srgbClr val="32824A"/>
            </a:solidFill>
            <a:prstDash val="dash"/>
          </a:ln>
        </p:spPr>
      </p:sp>
      <p:sp>
        <p:nvSpPr>
          <p:cNvPr id="1207" name="v10 arrow:d4Bextract-raw-result">
            <a:extLst>
              <a:ext uri="{FF2B5EF4-FFF2-40B4-BE49-F238E27FC236}">
                <ns2:creationId id="{76DD5FF4-8B9B-4E91-9153-63B9A0F4F420}"/>
              </a:ext>
            </a:extLst>
          </p:cNvPr>
          <p:cNvSpPr>
            <a:spLocks noGrp="1"/>
          </p:cNvSpPr>
          <p:nvPr/>
        </p:nvSpPr>
        <p:spPr>
          <a:xfrm>
            <a:off x="12334875" y="38385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08" name="v10 edge:d4Braw-read">
            <a:extLst>
              <a:ext uri="{FF2B5EF4-FFF2-40B4-BE49-F238E27FC236}">
                <ns2:creationId id="{4644392D-2D0E-4D75-97B5-E7B5227C4DBE}"/>
              </a:ext>
            </a:extLst>
          </p:cNvPr>
          <p:cNvSpPr>
            <a:spLocks noGrp="1"/>
          </p:cNvSpPr>
          <p:nvPr/>
        </p:nvSpPr>
        <p:spPr>
          <a:xfrm>
            <a:off x="7858125" y="2438400"/>
            <a:ext cx="953" cy="514350"/>
          </a:xfrm>
          <a:custGeom>
            <a:pathLst>
              <a:path w="953" h="514350">
                <a:moveTo>
                  <a:pt x="0" y="514350"/>
                </a:moveTo>
                <a:lnTo>
                  <a:pt x="0" y="0"/>
                </a:lnTo>
              </a:path>
            </a:pathLst>
          </a:custGeom>
          <a:noFill/>
          <a:ln w="17145">
            <a:solidFill>
              <a:srgbClr val="111111"/>
            </a:solidFill>
            <a:prstDash val="solid"/>
          </a:ln>
        </p:spPr>
      </p:sp>
      <p:sp>
        <p:nvSpPr>
          <p:cNvPr id="1209" name="v10 arrow:d4Braw-read">
            <a:extLst>
              <a:ext uri="{FF2B5EF4-FFF2-40B4-BE49-F238E27FC236}">
                <ns2:creationId id="{15084EF5-FA2D-4E99-A32B-9E6D713310DA}"/>
              </a:ext>
            </a:extLst>
          </p:cNvPr>
          <p:cNvSpPr>
            <a:spLocks noGrp="1"/>
          </p:cNvSpPr>
          <p:nvPr/>
        </p:nvSpPr>
        <p:spPr>
          <a:xfrm>
            <a:off x="7820025" y="24384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210" name="v10 label 읽기">
            <a:extLst>
              <a:ext uri="{FF2B5EF4-FFF2-40B4-BE49-F238E27FC236}">
                <ns2:creationId id="{116E1614-BC51-499C-90F6-E0578629AE33}"/>
              </a:ext>
            </a:extLst>
          </p:cNvPr>
          <p:cNvSpPr>
            <a:spLocks noGrp="1"/>
          </p:cNvSpPr>
          <p:nvPr/>
        </p:nvSpPr>
        <p:spPr>
          <a:xfrm>
            <a:off x="7458075" y="2600325"/>
            <a:ext cx="38100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211" name="v10 edge:d4Braw-result">
            <a:extLst>
              <a:ext uri="{FF2B5EF4-FFF2-40B4-BE49-F238E27FC236}">
                <ns2:creationId id="{005DE169-1E4C-4B51-BB45-53FD69CE6793}"/>
              </a:ext>
            </a:extLst>
          </p:cNvPr>
          <p:cNvSpPr>
            <a:spLocks noGrp="1"/>
          </p:cNvSpPr>
          <p:nvPr/>
        </p:nvSpPr>
        <p:spPr>
          <a:xfrm>
            <a:off x="8296275" y="2438400"/>
            <a:ext cx="953" cy="514350"/>
          </a:xfrm>
          <a:custGeom>
            <a:pathLst>
              <a:path w="953" h="514350">
                <a:moveTo>
                  <a:pt x="0" y="0"/>
                </a:moveTo>
                <a:lnTo>
                  <a:pt x="0" y="514350"/>
                </a:lnTo>
              </a:path>
            </a:pathLst>
          </a:custGeom>
          <a:noFill/>
          <a:ln w="17145">
            <a:solidFill>
              <a:srgbClr val="111111"/>
            </a:solidFill>
            <a:prstDash val="solid"/>
          </a:ln>
        </p:spPr>
      </p:sp>
      <p:sp>
        <p:nvSpPr>
          <p:cNvPr id="1212" name="v10 arrow:d4Braw-result">
            <a:extLst>
              <a:ext uri="{FF2B5EF4-FFF2-40B4-BE49-F238E27FC236}">
                <ns2:creationId id="{3372FBBC-BA2C-4DB4-B59E-AD7580CDA044}"/>
              </a:ext>
            </a:extLst>
          </p:cNvPr>
          <p:cNvSpPr>
            <a:spLocks noGrp="1"/>
          </p:cNvSpPr>
          <p:nvPr/>
        </p:nvSpPr>
        <p:spPr>
          <a:xfrm>
            <a:off x="8258175" y="2867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13" name="v10 label 공개 변경&#10;원본">
            <a:extLst>
              <a:ext uri="{FF2B5EF4-FFF2-40B4-BE49-F238E27FC236}">
                <ns2:creationId id="{E49C3487-671A-457A-961A-30EFAAB004B2}"/>
              </a:ext>
            </a:extLst>
          </p:cNvPr>
          <p:cNvSpPr>
            <a:spLocks noGrp="1"/>
          </p:cNvSpPr>
          <p:nvPr/>
        </p:nvSpPr>
        <p:spPr>
          <a:xfrm>
            <a:off x="8324850" y="2562225"/>
            <a:ext cx="752475" cy="3143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공개 변경</a:t>
            </a:r>
            <a:endParaRPr lang="ko-KR">
              <a:latin typeface="Calibri"/>
              <a:ea typeface="Calibri"/>
              <a:cs typeface="Calibri"/>
            </a:endParaRPr>
          </a:p>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원본</a:t>
            </a:r>
            <a:endParaRPr lang="ko-KR">
              <a:latin typeface="Calibri"/>
              <a:ea typeface="Calibri"/>
              <a:cs typeface="Calibri"/>
            </a:endParaRPr>
          </a:p>
        </p:txBody>
      </p:sp>
      <p:sp>
        <p:nvSpPr>
          <p:cNvPr id="1214" name="v10 node:d4Brc">
            <a:extLst>
              <a:ext uri="{FF2B5EF4-FFF2-40B4-BE49-F238E27FC236}">
                <ns2:creationId id="{F3627BBF-728D-48EC-B7FD-D93D5CE46352}"/>
              </a:ext>
            </a:extLst>
          </p:cNvPr>
          <p:cNvSpPr>
            <a:spLocks noGrp="1"/>
          </p:cNvSpPr>
          <p:nvPr/>
        </p:nvSpPr>
        <p:spPr>
          <a:xfrm>
            <a:off x="7381875" y="4352925"/>
            <a:ext cx="2333625" cy="723900"/>
          </a:xfrm>
          <a:prstGeom prst="rect">
            <a:avLst/>
          </a:prstGeom>
          <a:solidFill>
            <a:srgbClr val="FFF6DD"/>
          </a:solidFill>
          <a:ln w="16193">
            <a:solidFill>
              <a:srgbClr val="111111"/>
            </a:solidFill>
          </a:ln>
        </p:spPr>
        <p:txBody>
          <a:bodyPr wrap="none" lIns="47625" tIns="19050" rIns="47625" bIns="3810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215" name="v10 divider d4Brc">
            <a:extLst>
              <a:ext uri="{FF2B5EF4-FFF2-40B4-BE49-F238E27FC236}">
                <ns2:creationId id="{6A218E4B-A4A9-4416-9BD5-54CB06881830}"/>
              </a:ext>
            </a:extLst>
          </p:cNvPr>
          <p:cNvSpPr>
            <a:spLocks noGrp="1"/>
          </p:cNvSpPr>
          <p:nvPr/>
        </p:nvSpPr>
        <p:spPr>
          <a:xfrm>
            <a:off x="7381875" y="4714875"/>
            <a:ext cx="2333625" cy="953"/>
          </a:xfrm>
          <a:custGeom>
            <a:pathLst>
              <a:path w="2333625" h="953">
                <a:moveTo>
                  <a:pt x="0" y="0"/>
                </a:moveTo>
                <a:lnTo>
                  <a:pt x="2333625" y="0"/>
                </a:lnTo>
              </a:path>
            </a:pathLst>
          </a:custGeom>
          <a:noFill/>
          <a:ln w="9525">
            <a:solidFill>
              <a:srgbClr val="111111"/>
            </a:solidFill>
            <a:prstDash val="solid"/>
          </a:ln>
        </p:spPr>
      </p:sp>
      <p:sp>
        <p:nvSpPr>
          <p:cNvPr id="1216" name="v10 node:d4Bpermit">
            <a:extLst>
              <a:ext uri="{FF2B5EF4-FFF2-40B4-BE49-F238E27FC236}">
                <ns2:creationId id="{D704C5EE-D7E3-4A1D-9003-DEA7B735113C}"/>
              </a:ext>
            </a:extLst>
          </p:cNvPr>
          <p:cNvSpPr>
            <a:spLocks noGrp="1"/>
          </p:cNvSpPr>
          <p:nvPr/>
        </p:nvSpPr>
        <p:spPr>
          <a:xfrm>
            <a:off x="7505700" y="477202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전송 검증 및 허가기</a:t>
            </a:r>
            <a:endParaRPr lang="ko-KR">
              <a:latin typeface="Calibri"/>
              <a:ea typeface="Calibri"/>
              <a:cs typeface="Calibri"/>
            </a:endParaRPr>
          </a:p>
        </p:txBody>
      </p:sp>
      <p:sp>
        <p:nvSpPr>
          <p:cNvPr id="1217" name="v10 node:d4Btm">
            <a:extLst>
              <a:ext uri="{FF2B5EF4-FFF2-40B4-BE49-F238E27FC236}">
                <ns2:creationId id="{8C8C8F61-5F21-4F01-8FD0-2F1F2B98EF95}"/>
              </a:ext>
            </a:extLst>
          </p:cNvPr>
          <p:cNvSpPr>
            <a:spLocks noGrp="1"/>
          </p:cNvSpPr>
          <p:nvPr/>
        </p:nvSpPr>
        <p:spPr>
          <a:xfrm>
            <a:off x="10144125" y="4352925"/>
            <a:ext cx="2333625" cy="723900"/>
          </a:xfrm>
          <a:prstGeom prst="rect">
            <a:avLst/>
          </a:prstGeom>
          <a:solidFill>
            <a:srgbClr val="FFF6DD"/>
          </a:solidFill>
          <a:ln w="16193">
            <a:solidFill>
              <a:srgbClr val="111111"/>
            </a:solidFill>
          </a:ln>
        </p:spPr>
        <p:txBody>
          <a:bodyPr wrap="none" lIns="47625" tIns="19050" rIns="47625" bIns="3810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Task Manager</a:t>
            </a:r>
            <a:endParaRPr lang="ko-KR">
              <a:latin typeface="Calibri"/>
              <a:ea typeface="Calibri"/>
              <a:cs typeface="Calibri"/>
            </a:endParaRPr>
          </a:p>
        </p:txBody>
      </p:sp>
      <p:sp>
        <p:nvSpPr>
          <p:cNvPr id="1218" name="v10 divider d4Btm">
            <a:extLst>
              <a:ext uri="{FF2B5EF4-FFF2-40B4-BE49-F238E27FC236}">
                <ns2:creationId id="{14BCF48A-4777-4664-B7F3-B8CCF70EEB0C}"/>
              </a:ext>
            </a:extLst>
          </p:cNvPr>
          <p:cNvSpPr>
            <a:spLocks noGrp="1"/>
          </p:cNvSpPr>
          <p:nvPr/>
        </p:nvSpPr>
        <p:spPr>
          <a:xfrm>
            <a:off x="10144125" y="4714875"/>
            <a:ext cx="2333625" cy="953"/>
          </a:xfrm>
          <a:custGeom>
            <a:pathLst>
              <a:path w="2333625" h="953">
                <a:moveTo>
                  <a:pt x="0" y="0"/>
                </a:moveTo>
                <a:lnTo>
                  <a:pt x="2333625" y="0"/>
                </a:lnTo>
              </a:path>
            </a:pathLst>
          </a:custGeom>
          <a:noFill/>
          <a:ln w="9525">
            <a:solidFill>
              <a:srgbClr val="111111"/>
            </a:solidFill>
            <a:prstDash val="solid"/>
          </a:ln>
        </p:spPr>
      </p:sp>
      <p:sp>
        <p:nvSpPr>
          <p:cNvPr id="1219" name="v10 node:d4Bcommand">
            <a:extLst>
              <a:ext uri="{FF2B5EF4-FFF2-40B4-BE49-F238E27FC236}">
                <ns2:creationId id="{E728051D-69B2-42DF-856D-E9A1AF2FEFFF}"/>
              </a:ext>
            </a:extLst>
          </p:cNvPr>
          <p:cNvSpPr>
            <a:spLocks noGrp="1"/>
          </p:cNvSpPr>
          <p:nvPr/>
        </p:nvSpPr>
        <p:spPr>
          <a:xfrm>
            <a:off x="10267950" y="477202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Agent 명령 확정기</a:t>
            </a:r>
            <a:endParaRPr lang="ko-KR">
              <a:latin typeface="Calibri"/>
              <a:ea typeface="Calibri"/>
              <a:cs typeface="Calibri"/>
            </a:endParaRPr>
          </a:p>
        </p:txBody>
      </p:sp>
      <p:sp>
        <p:nvSpPr>
          <p:cNvPr id="1220" name="v10 node:d4Bag">
            <a:extLst>
              <a:ext uri="{FF2B5EF4-FFF2-40B4-BE49-F238E27FC236}">
                <ns2:creationId id="{7A1C3DBA-7965-4919-93A5-CAE67E19018F}"/>
              </a:ext>
            </a:extLst>
          </p:cNvPr>
          <p:cNvSpPr>
            <a:spLocks noGrp="1"/>
          </p:cNvSpPr>
          <p:nvPr/>
        </p:nvSpPr>
        <p:spPr>
          <a:xfrm>
            <a:off x="7381875" y="5391150"/>
            <a:ext cx="2333625" cy="733425"/>
          </a:xfrm>
          <a:prstGeom prst="rect">
            <a:avLst/>
          </a:prstGeom>
          <a:solidFill>
            <a:srgbClr val="FFF6DD"/>
          </a:solidFill>
          <a:ln w="16193">
            <a:solidFill>
              <a:srgbClr val="111111"/>
            </a:solidFill>
          </a:ln>
        </p:spPr>
        <p:txBody>
          <a:bodyPr wrap="none" lIns="47625" tIns="19050" rIns="47625" bIns="39052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Agent Gateway</a:t>
            </a:r>
            <a:endParaRPr lang="ko-KR">
              <a:latin typeface="Calibri"/>
              <a:ea typeface="Calibri"/>
              <a:cs typeface="Calibri"/>
            </a:endParaRPr>
          </a:p>
        </p:txBody>
      </p:sp>
      <p:sp>
        <p:nvSpPr>
          <p:cNvPr id="1221" name="v10 divider d4Bag">
            <a:extLst>
              <a:ext uri="{FF2B5EF4-FFF2-40B4-BE49-F238E27FC236}">
                <ns2:creationId id="{0CE27070-57A2-4127-80F3-4373F4DE5FCA}"/>
              </a:ext>
            </a:extLst>
          </p:cNvPr>
          <p:cNvSpPr>
            <a:spLocks noGrp="1"/>
          </p:cNvSpPr>
          <p:nvPr/>
        </p:nvSpPr>
        <p:spPr>
          <a:xfrm>
            <a:off x="7381875" y="5753100"/>
            <a:ext cx="2333625" cy="953"/>
          </a:xfrm>
          <a:custGeom>
            <a:pathLst>
              <a:path w="2333625" h="953">
                <a:moveTo>
                  <a:pt x="0" y="0"/>
                </a:moveTo>
                <a:lnTo>
                  <a:pt x="2333625" y="0"/>
                </a:lnTo>
              </a:path>
            </a:pathLst>
          </a:custGeom>
          <a:noFill/>
          <a:ln w="9525">
            <a:solidFill>
              <a:srgbClr val="111111"/>
            </a:solidFill>
            <a:prstDash val="solid"/>
          </a:ln>
        </p:spPr>
      </p:sp>
      <p:sp>
        <p:nvSpPr>
          <p:cNvPr id="1222" name="v10 node:d4Bsend">
            <a:extLst>
              <a:ext uri="{FF2B5EF4-FFF2-40B4-BE49-F238E27FC236}">
                <ns2:creationId id="{5FD65FCB-8454-4625-93CD-17051B3821FA}"/>
              </a:ext>
            </a:extLst>
          </p:cNvPr>
          <p:cNvSpPr>
            <a:spLocks noGrp="1"/>
          </p:cNvSpPr>
          <p:nvPr/>
        </p:nvSpPr>
        <p:spPr>
          <a:xfrm>
            <a:off x="7505700" y="5810250"/>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전송 및 수신 관리기</a:t>
            </a:r>
            <a:endParaRPr lang="ko-KR">
              <a:latin typeface="Calibri"/>
              <a:ea typeface="Calibri"/>
              <a:cs typeface="Calibri"/>
            </a:endParaRPr>
          </a:p>
        </p:txBody>
      </p:sp>
      <p:sp>
        <p:nvSpPr>
          <p:cNvPr id="1223" name="v10 node:d4Bagent">
            <a:extLst>
              <a:ext uri="{FF2B5EF4-FFF2-40B4-BE49-F238E27FC236}">
                <ns2:creationId id="{E6D501DD-7756-47BD-8522-6DE293B862F7}"/>
              </a:ext>
            </a:extLst>
          </p:cNvPr>
          <p:cNvSpPr>
            <a:spLocks noGrp="1"/>
          </p:cNvSpPr>
          <p:nvPr/>
        </p:nvSpPr>
        <p:spPr>
          <a:xfrm>
            <a:off x="10144125" y="5629275"/>
            <a:ext cx="2333625" cy="428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300" b="1" lang="ko-KR">
                <a:solidFill>
                  <a:srgbClr val="111111"/>
                </a:solidFill>
                <a:latin typeface="Calibri"/>
                <a:ea typeface="Calibri"/>
                <a:cs typeface="Calibri"/>
              </a:defRPr>
            </a:defPPr>
            <a:lvl1pPr algn="ctr">
              <a:defRPr sz="1300" b="1" lang="ko-KR">
                <a:solidFill>
                  <a:srgbClr val="111111"/>
                </a:solidFill>
                <a:latin typeface="Calibri"/>
                <a:ea typeface="Calibri"/>
                <a:cs typeface="Calibri"/>
              </a:defRPr>
            </a:lvl1pPr>
            <a:lvl2pPr algn="ctr">
              <a:defRPr sz="1300" b="1" lang="ko-KR">
                <a:solidFill>
                  <a:srgbClr val="111111"/>
                </a:solidFill>
                <a:latin typeface="Calibri"/>
                <a:ea typeface="Calibri"/>
                <a:cs typeface="Calibri"/>
              </a:defRPr>
            </a:lvl2pPr>
            <a:lvl3pPr algn="ctr">
              <a:defRPr sz="1300" b="1" lang="ko-KR">
                <a:solidFill>
                  <a:srgbClr val="111111"/>
                </a:solidFill>
                <a:latin typeface="Calibri"/>
                <a:ea typeface="Calibri"/>
                <a:cs typeface="Calibri"/>
              </a:defRPr>
            </a:lvl3pPr>
            <a:lvl4pPr algn="ctr">
              <a:defRPr sz="1300" b="1" lang="ko-KR">
                <a:solidFill>
                  <a:srgbClr val="111111"/>
                </a:solidFill>
                <a:latin typeface="Calibri"/>
                <a:ea typeface="Calibri"/>
                <a:cs typeface="Calibri"/>
              </a:defRPr>
            </a:lvl4pPr>
            <a:lvl5pPr algn="ctr">
              <a:defRPr sz="1300" b="1" lang="ko-KR">
                <a:solidFill>
                  <a:srgbClr val="111111"/>
                </a:solidFill>
                <a:latin typeface="Calibri"/>
                <a:ea typeface="Calibri"/>
                <a:cs typeface="Calibri"/>
              </a:defRPr>
            </a:lvl5pPr>
            <a:lvl6pPr algn="ctr">
              <a:defRPr sz="1300" b="1" lang="ko-KR">
                <a:solidFill>
                  <a:srgbClr val="111111"/>
                </a:solidFill>
                <a:latin typeface="Calibri"/>
                <a:ea typeface="Calibri"/>
                <a:cs typeface="Calibri"/>
              </a:defRPr>
            </a:lvl6pPr>
            <a:lvl7pPr algn="ctr">
              <a:defRPr sz="1300" b="1" lang="ko-KR">
                <a:solidFill>
                  <a:srgbClr val="111111"/>
                </a:solidFill>
                <a:latin typeface="Calibri"/>
                <a:ea typeface="Calibri"/>
                <a:cs typeface="Calibri"/>
              </a:defRPr>
            </a:lvl7pPr>
            <a:lvl8pPr algn="ctr">
              <a:defRPr sz="1300" b="1" lang="ko-KR">
                <a:solidFill>
                  <a:srgbClr val="111111"/>
                </a:solidFill>
                <a:latin typeface="Calibri"/>
                <a:ea typeface="Calibri"/>
                <a:cs typeface="Calibri"/>
              </a:defRPr>
            </a:lvl8pPr>
            <a:lvl9pPr algn="ctr">
              <a:defRPr sz="1300" b="1" lang="ko-KR">
                <a:solidFill>
                  <a:srgbClr val="111111"/>
                </a:solidFill>
                <a:latin typeface="Calibri"/>
                <a:ea typeface="Calibri"/>
                <a:cs typeface="Calibri"/>
              </a:defRPr>
            </a:lvl9pPr>
          </a:lstStyle>
          <a:p>
            <a:pPr algn="ctr">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1224" name="v10 edge:d4Bprepare">
            <a:extLst>
              <a:ext uri="{FF2B5EF4-FFF2-40B4-BE49-F238E27FC236}">
                <ns2:creationId id="{53FA5E49-0428-41EF-8871-6E9092127FB7}"/>
              </a:ext>
            </a:extLst>
          </p:cNvPr>
          <p:cNvSpPr>
            <a:spLocks noGrp="1"/>
          </p:cNvSpPr>
          <p:nvPr/>
        </p:nvSpPr>
        <p:spPr>
          <a:xfrm>
            <a:off x="9591675" y="3962400"/>
            <a:ext cx="361950" cy="895350"/>
          </a:xfrm>
          <a:custGeom>
            <a:pathLst>
              <a:path w="361950" h="895350">
                <a:moveTo>
                  <a:pt x="0" y="895350"/>
                </a:moveTo>
                <a:lnTo>
                  <a:pt x="361950" y="895350"/>
                </a:lnTo>
                <a:lnTo>
                  <a:pt x="361950" y="247650"/>
                </a:lnTo>
                <a:lnTo>
                  <a:pt x="314325" y="247650"/>
                </a:lnTo>
                <a:lnTo>
                  <a:pt x="314325" y="0"/>
                </a:lnTo>
              </a:path>
            </a:pathLst>
          </a:custGeom>
          <a:noFill/>
          <a:ln w="17145">
            <a:solidFill>
              <a:srgbClr val="111111"/>
            </a:solidFill>
            <a:prstDash val="solid"/>
          </a:ln>
        </p:spPr>
      </p:sp>
      <p:sp>
        <p:nvSpPr>
          <p:cNvPr id="1225" name="v10 arrow:d4Bprepare">
            <a:extLst>
              <a:ext uri="{FF2B5EF4-FFF2-40B4-BE49-F238E27FC236}">
                <ns2:creationId id="{6696C05A-764E-4209-ACFD-135778C90157}"/>
              </a:ext>
            </a:extLst>
          </p:cNvPr>
          <p:cNvSpPr>
            <a:spLocks noGrp="1"/>
          </p:cNvSpPr>
          <p:nvPr/>
        </p:nvSpPr>
        <p:spPr>
          <a:xfrm>
            <a:off x="9867900" y="39624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226" name="v10 label 1 현재 목적 / 구성 요청">
            <a:extLst>
              <a:ext uri="{FF2B5EF4-FFF2-40B4-BE49-F238E27FC236}">
                <ns2:creationId id="{CF51EE0C-B29F-4D4F-9A6D-005FA97B6704}"/>
              </a:ext>
            </a:extLst>
          </p:cNvPr>
          <p:cNvSpPr>
            <a:spLocks noGrp="1"/>
          </p:cNvSpPr>
          <p:nvPr/>
        </p:nvSpPr>
        <p:spPr>
          <a:xfrm>
            <a:off x="8667750" y="4114800"/>
            <a:ext cx="1809750"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1 현재 목적 / 구성 요청</a:t>
            </a:r>
            <a:endParaRPr lang="ko-KR">
              <a:latin typeface="Calibri"/>
              <a:ea typeface="Calibri"/>
              <a:cs typeface="Calibri"/>
            </a:endParaRPr>
          </a:p>
        </p:txBody>
      </p:sp>
      <p:sp>
        <p:nvSpPr>
          <p:cNvPr id="1227" name="v10 edge:d4Bprepared">
            <a:extLst>
              <a:ext uri="{FF2B5EF4-FFF2-40B4-BE49-F238E27FC236}">
                <ns2:creationId id="{8ACF28C4-849A-4C8C-A62D-50213C2D4ECA}"/>
              </a:ext>
            </a:extLst>
          </p:cNvPr>
          <p:cNvSpPr>
            <a:spLocks noGrp="1"/>
          </p:cNvSpPr>
          <p:nvPr/>
        </p:nvSpPr>
        <p:spPr>
          <a:xfrm>
            <a:off x="7286625" y="3800475"/>
            <a:ext cx="219075" cy="1133475"/>
          </a:xfrm>
          <a:custGeom>
            <a:pathLst>
              <a:path w="219075" h="1133475">
                <a:moveTo>
                  <a:pt x="219075" y="0"/>
                </a:moveTo>
                <a:lnTo>
                  <a:pt x="0" y="0"/>
                </a:lnTo>
                <a:lnTo>
                  <a:pt x="0" y="1133475"/>
                </a:lnTo>
                <a:lnTo>
                  <a:pt x="219075" y="1133475"/>
                </a:lnTo>
              </a:path>
            </a:pathLst>
          </a:custGeom>
          <a:noFill/>
          <a:ln w="17145">
            <a:solidFill>
              <a:srgbClr val="111111"/>
            </a:solidFill>
            <a:prstDash val="dash"/>
          </a:ln>
        </p:spPr>
      </p:sp>
      <p:sp>
        <p:nvSpPr>
          <p:cNvPr id="1228" name="v10 arrow:d4Bprepared">
            <a:extLst>
              <a:ext uri="{FF2B5EF4-FFF2-40B4-BE49-F238E27FC236}">
                <ns2:creationId id="{365A6784-451E-428C-8EB4-CEB4EFBEB386}"/>
              </a:ext>
            </a:extLst>
          </p:cNvPr>
          <p:cNvSpPr>
            <a:spLocks noGrp="1"/>
          </p:cNvSpPr>
          <p:nvPr/>
        </p:nvSpPr>
        <p:spPr>
          <a:xfrm>
            <a:off x="7419975" y="4895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29" name="v10 label 2 인계 후보">
            <a:extLst>
              <a:ext uri="{FF2B5EF4-FFF2-40B4-BE49-F238E27FC236}">
                <ns2:creationId id="{918E6503-6CCE-4E85-BE2C-31A5D332E9A6}"/>
              </a:ext>
            </a:extLst>
          </p:cNvPr>
          <p:cNvSpPr>
            <a:spLocks noGrp="1"/>
          </p:cNvSpPr>
          <p:nvPr/>
        </p:nvSpPr>
        <p:spPr>
          <a:xfrm>
            <a:off x="7334250" y="4133850"/>
            <a:ext cx="128587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2 인계 후보</a:t>
            </a:r>
            <a:endParaRPr lang="ko-KR">
              <a:latin typeface="Calibri"/>
              <a:ea typeface="Calibri"/>
              <a:cs typeface="Calibri"/>
            </a:endParaRPr>
          </a:p>
        </p:txBody>
      </p:sp>
      <p:sp>
        <p:nvSpPr>
          <p:cNvPr id="1230" name="v10 edge:d4Badmission">
            <a:extLst>
              <a:ext uri="{FF2B5EF4-FFF2-40B4-BE49-F238E27FC236}">
                <ns2:creationId id="{683FF40A-A6B9-4628-A70F-FF9194FF19E5}"/>
              </a:ext>
            </a:extLst>
          </p:cNvPr>
          <p:cNvSpPr>
            <a:spLocks noGrp="1"/>
          </p:cNvSpPr>
          <p:nvPr/>
        </p:nvSpPr>
        <p:spPr>
          <a:xfrm>
            <a:off x="9591675" y="4933950"/>
            <a:ext cx="676275" cy="953"/>
          </a:xfrm>
          <a:custGeom>
            <a:pathLst>
              <a:path w="676275" h="953">
                <a:moveTo>
                  <a:pt x="0" y="0"/>
                </a:moveTo>
                <a:lnTo>
                  <a:pt x="676275" y="0"/>
                </a:lnTo>
              </a:path>
            </a:pathLst>
          </a:custGeom>
          <a:noFill/>
          <a:ln w="17145">
            <a:solidFill>
              <a:srgbClr val="111111"/>
            </a:solidFill>
            <a:prstDash val="solid"/>
          </a:ln>
        </p:spPr>
      </p:sp>
      <p:sp>
        <p:nvSpPr>
          <p:cNvPr id="1231" name="v10 arrow:d4Badmission">
            <a:extLst>
              <a:ext uri="{FF2B5EF4-FFF2-40B4-BE49-F238E27FC236}">
                <ns2:creationId id="{471F1299-2A02-4010-9CCA-6AA39DE0AD7B}"/>
              </a:ext>
            </a:extLst>
          </p:cNvPr>
          <p:cNvSpPr>
            <a:spLocks noGrp="1"/>
          </p:cNvSpPr>
          <p:nvPr/>
        </p:nvSpPr>
        <p:spPr>
          <a:xfrm>
            <a:off x="10182225" y="4895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32" name="v10 label 3 허가">
            <a:extLst>
              <a:ext uri="{FF2B5EF4-FFF2-40B4-BE49-F238E27FC236}">
                <ns2:creationId id="{29B7C296-20BA-48C9-93EB-8C0E1DB83381}"/>
              </a:ext>
            </a:extLst>
          </p:cNvPr>
          <p:cNvSpPr>
            <a:spLocks noGrp="1"/>
          </p:cNvSpPr>
          <p:nvPr/>
        </p:nvSpPr>
        <p:spPr>
          <a:xfrm>
            <a:off x="9677400" y="4619625"/>
            <a:ext cx="542925" cy="2381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3 허가</a:t>
            </a:r>
            <a:endParaRPr lang="ko-KR">
              <a:latin typeface="Calibri"/>
              <a:ea typeface="Calibri"/>
              <a:cs typeface="Calibri"/>
            </a:endParaRPr>
          </a:p>
        </p:txBody>
      </p:sp>
      <p:sp>
        <p:nvSpPr>
          <p:cNvPr id="1233" name="v10 edge:d4Bcommand-send">
            <a:extLst>
              <a:ext uri="{FF2B5EF4-FFF2-40B4-BE49-F238E27FC236}">
                <ns2:creationId id="{EBB56C1B-C374-43F5-8966-B2BE063D90CD}"/>
              </a:ext>
            </a:extLst>
          </p:cNvPr>
          <p:cNvSpPr>
            <a:spLocks noGrp="1"/>
          </p:cNvSpPr>
          <p:nvPr/>
        </p:nvSpPr>
        <p:spPr>
          <a:xfrm>
            <a:off x="9591675" y="5048250"/>
            <a:ext cx="1714500" cy="885825"/>
          </a:xfrm>
          <a:custGeom>
            <a:pathLst>
              <a:path w="1714500" h="885825">
                <a:moveTo>
                  <a:pt x="1714500" y="0"/>
                </a:moveTo>
                <a:lnTo>
                  <a:pt x="1714500" y="152400"/>
                </a:lnTo>
                <a:lnTo>
                  <a:pt x="314325" y="152400"/>
                </a:lnTo>
                <a:lnTo>
                  <a:pt x="314325" y="885825"/>
                </a:lnTo>
                <a:lnTo>
                  <a:pt x="0" y="885825"/>
                </a:lnTo>
              </a:path>
            </a:pathLst>
          </a:custGeom>
          <a:noFill/>
          <a:ln w="17145">
            <a:solidFill>
              <a:srgbClr val="111111"/>
            </a:solidFill>
            <a:prstDash val="solid"/>
          </a:ln>
        </p:spPr>
      </p:sp>
      <p:sp>
        <p:nvSpPr>
          <p:cNvPr id="1234" name="v10 arrow:d4Bcommand-send">
            <a:extLst>
              <a:ext uri="{FF2B5EF4-FFF2-40B4-BE49-F238E27FC236}">
                <ns2:creationId id="{93F45BA1-FD81-41C3-A279-D8D57AC0780A}"/>
              </a:ext>
            </a:extLst>
          </p:cNvPr>
          <p:cNvSpPr>
            <a:spLocks noGrp="1"/>
          </p:cNvSpPr>
          <p:nvPr/>
        </p:nvSpPr>
        <p:spPr>
          <a:xfrm>
            <a:off x="9591675" y="58959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35" name="v10 label 4 명령">
            <a:extLst>
              <a:ext uri="{FF2B5EF4-FFF2-40B4-BE49-F238E27FC236}">
                <ns2:creationId id="{0F7BE97C-8CDF-4055-8FB5-2E5A3093AEF3}"/>
              </a:ext>
            </a:extLst>
          </p:cNvPr>
          <p:cNvSpPr>
            <a:spLocks noGrp="1"/>
          </p:cNvSpPr>
          <p:nvPr/>
        </p:nvSpPr>
        <p:spPr>
          <a:xfrm>
            <a:off x="10020300" y="5095875"/>
            <a:ext cx="10001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4 명령</a:t>
            </a:r>
            <a:endParaRPr lang="ko-KR">
              <a:latin typeface="Calibri"/>
              <a:ea typeface="Calibri"/>
              <a:cs typeface="Calibri"/>
            </a:endParaRPr>
          </a:p>
        </p:txBody>
      </p:sp>
      <p:sp>
        <p:nvSpPr>
          <p:cNvPr id="1236" name="v10 edge:d4Bdispatch">
            <a:extLst>
              <a:ext uri="{FF2B5EF4-FFF2-40B4-BE49-F238E27FC236}">
                <ns2:creationId id="{E9156CB6-6B96-4185-B719-94CE36BB5B6A}"/>
              </a:ext>
            </a:extLst>
          </p:cNvPr>
          <p:cNvSpPr>
            <a:spLocks noGrp="1"/>
          </p:cNvSpPr>
          <p:nvPr/>
        </p:nvSpPr>
        <p:spPr>
          <a:xfrm>
            <a:off x="9591675" y="5848350"/>
            <a:ext cx="552450" cy="953"/>
          </a:xfrm>
          <a:custGeom>
            <a:pathLst>
              <a:path w="552450" h="953">
                <a:moveTo>
                  <a:pt x="0" y="0"/>
                </a:moveTo>
                <a:lnTo>
                  <a:pt x="552450" y="0"/>
                </a:lnTo>
              </a:path>
            </a:pathLst>
          </a:custGeom>
          <a:noFill/>
          <a:ln w="17145">
            <a:solidFill>
              <a:srgbClr val="111111"/>
            </a:solidFill>
            <a:prstDash val="solid"/>
          </a:ln>
        </p:spPr>
      </p:sp>
      <p:sp>
        <p:nvSpPr>
          <p:cNvPr id="1237" name="v10 arrow:d4Bdispatch">
            <a:extLst>
              <a:ext uri="{FF2B5EF4-FFF2-40B4-BE49-F238E27FC236}">
                <ns2:creationId id="{5D608F41-2847-45E2-B116-29845FFBAD8B}"/>
              </a:ext>
            </a:extLst>
          </p:cNvPr>
          <p:cNvSpPr>
            <a:spLocks noGrp="1"/>
          </p:cNvSpPr>
          <p:nvPr/>
        </p:nvSpPr>
        <p:spPr>
          <a:xfrm>
            <a:off x="10058400" y="58102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38" name="v10 label 5 전송">
            <a:extLst>
              <a:ext uri="{FF2B5EF4-FFF2-40B4-BE49-F238E27FC236}">
                <ns2:creationId id="{5A2BED30-4701-48E9-9EA1-9698BE78788E}"/>
              </a:ext>
            </a:extLst>
          </p:cNvPr>
          <p:cNvSpPr>
            <a:spLocks noGrp="1"/>
          </p:cNvSpPr>
          <p:nvPr/>
        </p:nvSpPr>
        <p:spPr>
          <a:xfrm>
            <a:off x="9639300" y="5610225"/>
            <a:ext cx="485775" cy="19050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5 전송</a:t>
            </a:r>
            <a:endParaRPr lang="ko-KR">
              <a:latin typeface="Calibri"/>
              <a:ea typeface="Calibri"/>
              <a:cs typeface="Calibri"/>
            </a:endParaRPr>
          </a:p>
        </p:txBody>
      </p:sp>
      <p:sp>
        <p:nvSpPr>
          <p:cNvPr id="1239" name="v10 edge:d4Breceipt">
            <a:extLst>
              <a:ext uri="{FF2B5EF4-FFF2-40B4-BE49-F238E27FC236}">
                <ns2:creationId id="{C607BFC0-09AB-44BC-912D-E810B75EE379}"/>
              </a:ext>
            </a:extLst>
          </p:cNvPr>
          <p:cNvSpPr>
            <a:spLocks noGrp="1"/>
          </p:cNvSpPr>
          <p:nvPr/>
        </p:nvSpPr>
        <p:spPr>
          <a:xfrm>
            <a:off x="9591675" y="6019800"/>
            <a:ext cx="552450" cy="953"/>
          </a:xfrm>
          <a:custGeom>
            <a:pathLst>
              <a:path w="552450" h="953">
                <a:moveTo>
                  <a:pt x="552450" y="0"/>
                </a:moveTo>
                <a:lnTo>
                  <a:pt x="0" y="0"/>
                </a:lnTo>
              </a:path>
            </a:pathLst>
          </a:custGeom>
          <a:noFill/>
          <a:ln w="17145">
            <a:solidFill>
              <a:srgbClr val="111111"/>
            </a:solidFill>
            <a:prstDash val="dash"/>
          </a:ln>
        </p:spPr>
      </p:sp>
      <p:sp>
        <p:nvSpPr>
          <p:cNvPr id="1240" name="v10 arrow:d4Breceipt">
            <a:extLst>
              <a:ext uri="{FF2B5EF4-FFF2-40B4-BE49-F238E27FC236}">
                <ns2:creationId id="{53BF7B3E-DE15-43D2-8C71-E292080A0749}"/>
              </a:ext>
            </a:extLst>
          </p:cNvPr>
          <p:cNvSpPr>
            <a:spLocks noGrp="1"/>
          </p:cNvSpPr>
          <p:nvPr/>
        </p:nvSpPr>
        <p:spPr>
          <a:xfrm>
            <a:off x="9591675" y="59817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41" name="v10 label 확인">
            <a:extLst>
              <a:ext uri="{FF2B5EF4-FFF2-40B4-BE49-F238E27FC236}">
                <ns2:creationId id="{AF5B967F-307A-4EEA-9AE2-83456F4F8613}"/>
              </a:ext>
            </a:extLst>
          </p:cNvPr>
          <p:cNvSpPr>
            <a:spLocks noGrp="1"/>
          </p:cNvSpPr>
          <p:nvPr/>
        </p:nvSpPr>
        <p:spPr>
          <a:xfrm>
            <a:off x="9705975" y="5972175"/>
            <a:ext cx="400050" cy="17145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확인</a:t>
            </a:r>
            <a:endParaRPr lang="ko-KR">
              <a:latin typeface="Calibri"/>
              <a:ea typeface="Calibri"/>
              <a:cs typeface="Calibri"/>
            </a:endParaRPr>
          </a:p>
        </p:txBody>
      </p:sp>
      <p:sp>
        <p:nvSpPr>
          <p:cNvPr id="1242" name="v10 node:d4Csource">
            <a:extLst>
              <a:ext uri="{FF2B5EF4-FFF2-40B4-BE49-F238E27FC236}">
                <ns2:creationId id="{9FC2967A-0490-45AF-834E-BBB9927A4595}"/>
              </a:ext>
            </a:extLst>
          </p:cNvPr>
          <p:cNvSpPr>
            <a:spLocks noGrp="1"/>
          </p:cNvSpPr>
          <p:nvPr/>
        </p:nvSpPr>
        <p:spPr>
          <a:xfrm>
            <a:off x="12792075" y="2162175"/>
            <a:ext cx="5095875" cy="2762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400" b="1" lang="ko-KR">
                <a:solidFill>
                  <a:srgbClr val="111111"/>
                </a:solidFill>
                <a:latin typeface="Calibri"/>
                <a:ea typeface="Calibri"/>
                <a:cs typeface="Calibri"/>
              </a:defRPr>
            </a:defPPr>
            <a:lvl1pPr algn="ctr">
              <a:defRPr sz="1400" b="1" lang="ko-KR">
                <a:solidFill>
                  <a:srgbClr val="111111"/>
                </a:solidFill>
                <a:latin typeface="Calibri"/>
                <a:ea typeface="Calibri"/>
                <a:cs typeface="Calibri"/>
              </a:defRPr>
            </a:lvl1pPr>
            <a:lvl2pPr algn="ctr">
              <a:defRPr sz="1400" b="1" lang="ko-KR">
                <a:solidFill>
                  <a:srgbClr val="111111"/>
                </a:solidFill>
                <a:latin typeface="Calibri"/>
                <a:ea typeface="Calibri"/>
                <a:cs typeface="Calibri"/>
              </a:defRPr>
            </a:lvl2pPr>
            <a:lvl3pPr algn="ctr">
              <a:defRPr sz="1400" b="1" lang="ko-KR">
                <a:solidFill>
                  <a:srgbClr val="111111"/>
                </a:solidFill>
                <a:latin typeface="Calibri"/>
                <a:ea typeface="Calibri"/>
                <a:cs typeface="Calibri"/>
              </a:defRPr>
            </a:lvl3pPr>
            <a:lvl4pPr algn="ctr">
              <a:defRPr sz="1400" b="1" lang="ko-KR">
                <a:solidFill>
                  <a:srgbClr val="111111"/>
                </a:solidFill>
                <a:latin typeface="Calibri"/>
                <a:ea typeface="Calibri"/>
                <a:cs typeface="Calibri"/>
              </a:defRPr>
            </a:lvl4pPr>
            <a:lvl5pPr algn="ctr">
              <a:defRPr sz="1400" b="1" lang="ko-KR">
                <a:solidFill>
                  <a:srgbClr val="111111"/>
                </a:solidFill>
                <a:latin typeface="Calibri"/>
                <a:ea typeface="Calibri"/>
                <a:cs typeface="Calibri"/>
              </a:defRPr>
            </a:lvl5pPr>
            <a:lvl6pPr algn="ctr">
              <a:defRPr sz="1400" b="1" lang="ko-KR">
                <a:solidFill>
                  <a:srgbClr val="111111"/>
                </a:solidFill>
                <a:latin typeface="Calibri"/>
                <a:ea typeface="Calibri"/>
                <a:cs typeface="Calibri"/>
              </a:defRPr>
            </a:lvl6pPr>
            <a:lvl7pPr algn="ctr">
              <a:defRPr sz="1400" b="1" lang="ko-KR">
                <a:solidFill>
                  <a:srgbClr val="111111"/>
                </a:solidFill>
                <a:latin typeface="Calibri"/>
                <a:ea typeface="Calibri"/>
                <a:cs typeface="Calibri"/>
              </a:defRPr>
            </a:lvl7pPr>
            <a:lvl8pPr algn="ctr">
              <a:defRPr sz="1400" b="1" lang="ko-KR">
                <a:solidFill>
                  <a:srgbClr val="111111"/>
                </a:solidFill>
                <a:latin typeface="Calibri"/>
                <a:ea typeface="Calibri"/>
                <a:cs typeface="Calibri"/>
              </a:defRPr>
            </a:lvl8pPr>
            <a:lvl9pPr algn="ctr">
              <a:defRPr sz="1400" b="1" lang="ko-KR">
                <a:solidFill>
                  <a:srgbClr val="111111"/>
                </a:solidFill>
                <a:latin typeface="Calibri"/>
                <a:ea typeface="Calibri"/>
                <a:cs typeface="Calibri"/>
              </a:defRPr>
            </a:lvl9pPr>
          </a:lstStyle>
          <a:p>
            <a:pPr algn="ctr">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공통 원본 owner (VIA 내부)</a:t>
            </a:r>
            <a:endParaRPr lang="ko-KR">
              <a:latin typeface="Calibri"/>
              <a:ea typeface="Calibri"/>
              <a:cs typeface="Calibri"/>
            </a:endParaRPr>
          </a:p>
        </p:txBody>
      </p:sp>
      <p:sp>
        <p:nvSpPr>
          <p:cNvPr id="1243" name="v10 node:d4Ccm">
            <a:extLst>
              <a:ext uri="{FF2B5EF4-FFF2-40B4-BE49-F238E27FC236}">
                <ns2:creationId id="{4B83F9B4-FDB3-4010-90D9-EF28FE1D2B68}"/>
              </a:ext>
            </a:extLst>
          </p:cNvPr>
          <p:cNvSpPr>
            <a:spLocks noGrp="1"/>
          </p:cNvSpPr>
          <p:nvPr/>
        </p:nvSpPr>
        <p:spPr>
          <a:xfrm>
            <a:off x="12792075" y="2533650"/>
            <a:ext cx="5095875" cy="1543050"/>
          </a:xfrm>
          <a:prstGeom prst="rect">
            <a:avLst/>
          </a:prstGeom>
          <a:solidFill>
            <a:srgbClr val="FFF6DD"/>
          </a:solidFill>
          <a:ln w="16193">
            <a:solidFill>
              <a:srgbClr val="111111"/>
            </a:solidFill>
          </a:ln>
        </p:spPr>
        <p:txBody>
          <a:bodyPr wrap="none" lIns="47625" tIns="19050" rIns="47625" bIns="12001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244" name="v10 divider d4Ccm">
            <a:extLst>
              <a:ext uri="{FF2B5EF4-FFF2-40B4-BE49-F238E27FC236}">
                <ns2:creationId id="{83504A7E-53D0-424F-BA0E-5694F65F8360}"/>
              </a:ext>
            </a:extLst>
          </p:cNvPr>
          <p:cNvSpPr>
            <a:spLocks noGrp="1"/>
          </p:cNvSpPr>
          <p:nvPr/>
        </p:nvSpPr>
        <p:spPr>
          <a:xfrm>
            <a:off x="12792075" y="2895600"/>
            <a:ext cx="5095875" cy="953"/>
          </a:xfrm>
          <a:custGeom>
            <a:pathLst>
              <a:path w="5095875" h="953">
                <a:moveTo>
                  <a:pt x="0" y="0"/>
                </a:moveTo>
                <a:lnTo>
                  <a:pt x="5095875" y="0"/>
                </a:lnTo>
              </a:path>
            </a:pathLst>
          </a:custGeom>
          <a:noFill/>
          <a:ln w="9525">
            <a:solidFill>
              <a:srgbClr val="111111"/>
            </a:solidFill>
            <a:prstDash val="solid"/>
          </a:ln>
        </p:spPr>
      </p:sp>
      <p:sp>
        <p:nvSpPr>
          <p:cNvPr id="1245" name="v10 node:d4Ccompose">
            <a:extLst>
              <a:ext uri="{FF2B5EF4-FFF2-40B4-BE49-F238E27FC236}">
                <ns2:creationId id="{FD4DAB58-4824-4A90-8825-D4E9CBEC187E}"/>
              </a:ext>
            </a:extLst>
          </p:cNvPr>
          <p:cNvSpPr>
            <a:spLocks noGrp="1"/>
          </p:cNvSpPr>
          <p:nvPr/>
        </p:nvSpPr>
        <p:spPr>
          <a:xfrm>
            <a:off x="12915900" y="2952750"/>
            <a:ext cx="2362200" cy="323850"/>
          </a:xfrm>
          <a:prstGeom prst="roundRect">
            <a:avLst>
              <a:gd name="adj" fmla="val 23529"/>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필수 명세 구성기</a:t>
            </a:r>
            <a:endParaRPr lang="ko-KR">
              <a:latin typeface="Calibri"/>
              <a:ea typeface="Calibri"/>
              <a:cs typeface="Calibri"/>
            </a:endParaRPr>
          </a:p>
        </p:txBody>
      </p:sp>
      <p:sp>
        <p:nvSpPr>
          <p:cNvPr id="1246" name="v10 node:d4Creader">
            <a:extLst>
              <a:ext uri="{FF2B5EF4-FFF2-40B4-BE49-F238E27FC236}">
                <ns2:creationId id="{504F720E-4494-493B-B875-A617C58D405F}"/>
              </a:ext>
            </a:extLst>
          </p:cNvPr>
          <p:cNvSpPr>
            <a:spLocks noGrp="1"/>
          </p:cNvSpPr>
          <p:nvPr/>
        </p:nvSpPr>
        <p:spPr>
          <a:xfrm>
            <a:off x="15601950" y="2952750"/>
            <a:ext cx="2143125" cy="323850"/>
          </a:xfrm>
          <a:prstGeom prst="roundRect">
            <a:avLst>
              <a:gd name="adj" fmla="val 23529"/>
            </a:avLst>
          </a:prstGeom>
          <a:solidFill>
            <a:srgbClr val="FFFFFF"/>
          </a:solidFill>
          <a:ln w="16193">
            <a:solidFill>
              <a:srgbClr val="32824A"/>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자료 읽기 제공기</a:t>
            </a:r>
            <a:endParaRPr lang="ko-KR">
              <a:latin typeface="Calibri"/>
              <a:ea typeface="Calibri"/>
              <a:cs typeface="Calibri"/>
            </a:endParaRPr>
          </a:p>
        </p:txBody>
      </p:sp>
      <p:sp>
        <p:nvSpPr>
          <p:cNvPr id="1247" name="v10 node:d4Cmanifest">
            <a:extLst>
              <a:ext uri="{FF2B5EF4-FFF2-40B4-BE49-F238E27FC236}">
                <ns2:creationId id="{17B46D04-91F1-4ED7-99E7-01F7E55C1A49}"/>
              </a:ext>
            </a:extLst>
          </p:cNvPr>
          <p:cNvSpPr>
            <a:spLocks noGrp="1"/>
          </p:cNvSpPr>
          <p:nvPr/>
        </p:nvSpPr>
        <p:spPr>
          <a:xfrm>
            <a:off x="12915900" y="3524250"/>
            <a:ext cx="2362200" cy="47625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필수 명세 / 자료 목록</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RAM / 위임 수명</a:t>
            </a:r>
            <a:endParaRPr lang="ko-KR">
              <a:latin typeface="Calibri"/>
              <a:ea typeface="Calibri"/>
              <a:cs typeface="Calibri"/>
            </a:endParaRPr>
          </a:p>
        </p:txBody>
      </p:sp>
      <p:sp>
        <p:nvSpPr>
          <p:cNvPr id="1248" name="v10 node:d4Clease">
            <a:extLst>
              <a:ext uri="{FF2B5EF4-FFF2-40B4-BE49-F238E27FC236}">
                <ns2:creationId id="{D84D601B-B282-4E69-8E1C-458906BA9C84}"/>
              </a:ext>
            </a:extLst>
          </p:cNvPr>
          <p:cNvSpPr>
            <a:spLocks noGrp="1"/>
          </p:cNvSpPr>
          <p:nvPr/>
        </p:nvSpPr>
        <p:spPr>
          <a:xfrm>
            <a:off x="15601950" y="3524250"/>
            <a:ext cx="2143125" cy="47625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접근 원장 / 읽기 영수증</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접근 수명</a:t>
            </a:r>
            <a:endParaRPr lang="ko-KR">
              <a:latin typeface="Calibri"/>
              <a:ea typeface="Calibri"/>
              <a:cs typeface="Calibri"/>
            </a:endParaRPr>
          </a:p>
        </p:txBody>
      </p:sp>
      <p:sp>
        <p:nvSpPr>
          <p:cNvPr id="1249" name="v10 edge:d4Cmanifest-save">
            <a:extLst>
              <a:ext uri="{FF2B5EF4-FFF2-40B4-BE49-F238E27FC236}">
                <ns2:creationId id="{F8435612-E004-4FDB-8FAA-4BF521AB9189}"/>
              </a:ext>
            </a:extLst>
          </p:cNvPr>
          <p:cNvSpPr>
            <a:spLocks noGrp="1"/>
          </p:cNvSpPr>
          <p:nvPr/>
        </p:nvSpPr>
        <p:spPr>
          <a:xfrm>
            <a:off x="14030325" y="3276600"/>
            <a:ext cx="953" cy="247650"/>
          </a:xfrm>
          <a:custGeom>
            <a:pathLst>
              <a:path w="953" h="247650">
                <a:moveTo>
                  <a:pt x="0" y="0"/>
                </a:moveTo>
                <a:lnTo>
                  <a:pt x="0" y="247650"/>
                </a:lnTo>
              </a:path>
            </a:pathLst>
          </a:custGeom>
          <a:noFill/>
          <a:ln w="17145">
            <a:solidFill>
              <a:srgbClr val="4676CB"/>
            </a:solidFill>
            <a:prstDash val="solid"/>
          </a:ln>
        </p:spPr>
      </p:sp>
      <p:sp>
        <p:nvSpPr>
          <p:cNvPr id="1250" name="v10 arrow:d4Cmanifest-save">
            <a:extLst>
              <a:ext uri="{FF2B5EF4-FFF2-40B4-BE49-F238E27FC236}">
                <ns2:creationId id="{9063C516-4D2B-4C73-BFA6-EDA92E007DB8}"/>
              </a:ext>
            </a:extLst>
          </p:cNvPr>
          <p:cNvSpPr>
            <a:spLocks noGrp="1"/>
          </p:cNvSpPr>
          <p:nvPr/>
        </p:nvSpPr>
        <p:spPr>
          <a:xfrm>
            <a:off x="13992225" y="3438525"/>
            <a:ext cx="76200" cy="85725"/>
          </a:xfrm>
          <a:custGeom>
            <a:pathLst>
              <a:path w="76200" h="85725">
                <a:moveTo>
                  <a:pt x="38100" y="85725"/>
                </a:moveTo>
                <a:lnTo>
                  <a:pt x="76200" y="0"/>
                </a:lnTo>
                <a:lnTo>
                  <a:pt x="0" y="0"/>
                </a:lnTo>
                <a:close/>
              </a:path>
            </a:pathLst>
          </a:custGeom>
          <a:solidFill>
            <a:srgbClr val="4676CB"/>
          </a:solidFill>
          <a:ln w="3810">
            <a:solidFill>
              <a:srgbClr val="4676CB"/>
            </a:solidFill>
          </a:ln>
        </p:spPr>
      </p:sp>
      <p:sp>
        <p:nvSpPr>
          <p:cNvPr id="1251" name="v10 label C1 조건 원문 첨부">
            <a:extLst>
              <a:ext uri="{FF2B5EF4-FFF2-40B4-BE49-F238E27FC236}">
                <ns2:creationId id="{90EF9779-3E6F-48B2-97D9-B29246F53FED}"/>
              </a:ext>
            </a:extLst>
          </p:cNvPr>
          <p:cNvSpPr>
            <a:spLocks noGrp="1"/>
          </p:cNvSpPr>
          <p:nvPr/>
        </p:nvSpPr>
        <p:spPr>
          <a:xfrm>
            <a:off x="12915900" y="3305175"/>
            <a:ext cx="2314575" cy="20955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C1 조건 원문 첨부</a:t>
            </a:r>
            <a:endParaRPr lang="ko-KR">
              <a:latin typeface="Calibri"/>
              <a:ea typeface="Calibri"/>
              <a:cs typeface="Calibri"/>
            </a:endParaRPr>
          </a:p>
        </p:txBody>
      </p:sp>
      <p:sp>
        <p:nvSpPr>
          <p:cNvPr id="1252" name="v10 edge:d4Clease-save">
            <a:extLst>
              <a:ext uri="{FF2B5EF4-FFF2-40B4-BE49-F238E27FC236}">
                <ns2:creationId id="{9C73C159-8D04-4140-86A3-8705F948FB0A}"/>
              </a:ext>
            </a:extLst>
          </p:cNvPr>
          <p:cNvSpPr>
            <a:spLocks noGrp="1"/>
          </p:cNvSpPr>
          <p:nvPr/>
        </p:nvSpPr>
        <p:spPr>
          <a:xfrm>
            <a:off x="16697325" y="3276600"/>
            <a:ext cx="953" cy="247650"/>
          </a:xfrm>
          <a:custGeom>
            <a:pathLst>
              <a:path w="953" h="247650">
                <a:moveTo>
                  <a:pt x="0" y="0"/>
                </a:moveTo>
                <a:lnTo>
                  <a:pt x="0" y="247650"/>
                </a:lnTo>
              </a:path>
            </a:pathLst>
          </a:custGeom>
          <a:noFill/>
          <a:ln w="17145">
            <a:solidFill>
              <a:srgbClr val="32824A"/>
            </a:solidFill>
            <a:prstDash val="solid"/>
          </a:ln>
        </p:spPr>
      </p:sp>
      <p:sp>
        <p:nvSpPr>
          <p:cNvPr id="1253" name="v10 arrow:d4Clease-save">
            <a:extLst>
              <a:ext uri="{FF2B5EF4-FFF2-40B4-BE49-F238E27FC236}">
                <ns2:creationId id="{18482B5E-9BCB-45FB-9B0D-897F54A592AE}"/>
              </a:ext>
            </a:extLst>
          </p:cNvPr>
          <p:cNvSpPr>
            <a:spLocks noGrp="1"/>
          </p:cNvSpPr>
          <p:nvPr/>
        </p:nvSpPr>
        <p:spPr>
          <a:xfrm>
            <a:off x="16659225" y="34385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54" name="v10 label 권한 / 판본 검사">
            <a:extLst>
              <a:ext uri="{FF2B5EF4-FFF2-40B4-BE49-F238E27FC236}">
                <ns2:creationId id="{6060757F-8565-4860-AF97-DF4D30CFC19F}"/>
              </a:ext>
            </a:extLst>
          </p:cNvPr>
          <p:cNvSpPr>
            <a:spLocks noGrp="1"/>
          </p:cNvSpPr>
          <p:nvPr/>
        </p:nvSpPr>
        <p:spPr>
          <a:xfrm>
            <a:off x="15601950" y="3305175"/>
            <a:ext cx="2143125" cy="20955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권한 / 판본 검사</a:t>
            </a:r>
            <a:endParaRPr lang="ko-KR">
              <a:latin typeface="Calibri"/>
              <a:ea typeface="Calibri"/>
              <a:cs typeface="Calibri"/>
            </a:endParaRPr>
          </a:p>
        </p:txBody>
      </p:sp>
      <p:sp>
        <p:nvSpPr>
          <p:cNvPr id="1255" name="v10 edge:d4Csource-read">
            <a:extLst>
              <a:ext uri="{FF2B5EF4-FFF2-40B4-BE49-F238E27FC236}">
                <ns2:creationId id="{E7309E15-CD08-47D1-B111-81639D59E57C}"/>
              </a:ext>
            </a:extLst>
          </p:cNvPr>
          <p:cNvSpPr>
            <a:spLocks noGrp="1"/>
          </p:cNvSpPr>
          <p:nvPr/>
        </p:nvSpPr>
        <p:spPr>
          <a:xfrm>
            <a:off x="17106900" y="2438400"/>
            <a:ext cx="953" cy="514350"/>
          </a:xfrm>
          <a:custGeom>
            <a:pathLst>
              <a:path w="953" h="514350">
                <a:moveTo>
                  <a:pt x="0" y="514350"/>
                </a:moveTo>
                <a:lnTo>
                  <a:pt x="0" y="0"/>
                </a:lnTo>
              </a:path>
            </a:pathLst>
          </a:custGeom>
          <a:noFill/>
          <a:ln w="17145">
            <a:solidFill>
              <a:srgbClr val="32824A"/>
            </a:solidFill>
            <a:prstDash val="solid"/>
          </a:ln>
        </p:spPr>
      </p:sp>
      <p:sp>
        <p:nvSpPr>
          <p:cNvPr id="1256" name="v10 arrow:d4Csource-read">
            <a:extLst>
              <a:ext uri="{FF2B5EF4-FFF2-40B4-BE49-F238E27FC236}">
                <ns2:creationId id="{7381CD0F-3BC4-4C14-9368-0AFA73F6E811}"/>
              </a:ext>
            </a:extLst>
          </p:cNvPr>
          <p:cNvSpPr>
            <a:spLocks noGrp="1"/>
          </p:cNvSpPr>
          <p:nvPr/>
        </p:nvSpPr>
        <p:spPr>
          <a:xfrm>
            <a:off x="17068800" y="2438400"/>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1257" name="v10 label 읽기">
            <a:extLst>
              <a:ext uri="{FF2B5EF4-FFF2-40B4-BE49-F238E27FC236}">
                <ns2:creationId id="{5B4AF2B2-5F5C-428E-B436-981C570C7B38}"/>
              </a:ext>
            </a:extLst>
          </p:cNvPr>
          <p:cNvSpPr>
            <a:spLocks noGrp="1"/>
          </p:cNvSpPr>
          <p:nvPr/>
        </p:nvSpPr>
        <p:spPr>
          <a:xfrm>
            <a:off x="17135475" y="2600325"/>
            <a:ext cx="49530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258" name="v10 edge:d4Csource-return">
            <a:extLst>
              <a:ext uri="{FF2B5EF4-FFF2-40B4-BE49-F238E27FC236}">
                <ns2:creationId id="{737F0FA2-7CDB-4E21-ADC7-3FF636A81131}"/>
              </a:ext>
            </a:extLst>
          </p:cNvPr>
          <p:cNvSpPr>
            <a:spLocks noGrp="1"/>
          </p:cNvSpPr>
          <p:nvPr/>
        </p:nvSpPr>
        <p:spPr>
          <a:xfrm>
            <a:off x="17640300" y="2438400"/>
            <a:ext cx="953" cy="514350"/>
          </a:xfrm>
          <a:custGeom>
            <a:pathLst>
              <a:path w="953" h="514350">
                <a:moveTo>
                  <a:pt x="0" y="0"/>
                </a:moveTo>
                <a:lnTo>
                  <a:pt x="0" y="514350"/>
                </a:lnTo>
              </a:path>
            </a:pathLst>
          </a:custGeom>
          <a:noFill/>
          <a:ln w="17145">
            <a:solidFill>
              <a:srgbClr val="32824A"/>
            </a:solidFill>
            <a:prstDash val="dash"/>
          </a:ln>
        </p:spPr>
      </p:sp>
      <p:sp>
        <p:nvSpPr>
          <p:cNvPr id="1259" name="v10 arrow:d4Csource-return">
            <a:extLst>
              <a:ext uri="{FF2B5EF4-FFF2-40B4-BE49-F238E27FC236}">
                <ns2:creationId id="{8A3B0685-AE4F-4495-8661-1527EBC4CCC9}"/>
              </a:ext>
            </a:extLst>
          </p:cNvPr>
          <p:cNvSpPr>
            <a:spLocks noGrp="1"/>
          </p:cNvSpPr>
          <p:nvPr/>
        </p:nvSpPr>
        <p:spPr>
          <a:xfrm>
            <a:off x="17602200" y="28670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60" name="v10 edge:d4Craw-read">
            <a:extLst>
              <a:ext uri="{FF2B5EF4-FFF2-40B4-BE49-F238E27FC236}">
                <ns2:creationId id="{374BF59E-0E7B-48A8-8BD6-D9BC8EE2E6F9}"/>
              </a:ext>
            </a:extLst>
          </p:cNvPr>
          <p:cNvSpPr>
            <a:spLocks noGrp="1"/>
          </p:cNvSpPr>
          <p:nvPr/>
        </p:nvSpPr>
        <p:spPr>
          <a:xfrm>
            <a:off x="13268325" y="2438400"/>
            <a:ext cx="953" cy="514350"/>
          </a:xfrm>
          <a:custGeom>
            <a:pathLst>
              <a:path w="953" h="514350">
                <a:moveTo>
                  <a:pt x="0" y="514350"/>
                </a:moveTo>
                <a:lnTo>
                  <a:pt x="0" y="0"/>
                </a:lnTo>
              </a:path>
            </a:pathLst>
          </a:custGeom>
          <a:noFill/>
          <a:ln w="17145">
            <a:solidFill>
              <a:srgbClr val="111111"/>
            </a:solidFill>
            <a:prstDash val="solid"/>
          </a:ln>
        </p:spPr>
      </p:sp>
      <p:sp>
        <p:nvSpPr>
          <p:cNvPr id="1261" name="v10 arrow:d4Craw-read">
            <a:extLst>
              <a:ext uri="{FF2B5EF4-FFF2-40B4-BE49-F238E27FC236}">
                <ns2:creationId id="{B074FDA7-3EAD-427D-8AB2-682E34C5B9CF}"/>
              </a:ext>
            </a:extLst>
          </p:cNvPr>
          <p:cNvSpPr>
            <a:spLocks noGrp="1"/>
          </p:cNvSpPr>
          <p:nvPr/>
        </p:nvSpPr>
        <p:spPr>
          <a:xfrm>
            <a:off x="13230225" y="24384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262" name="v10 label 읽기">
            <a:extLst>
              <a:ext uri="{FF2B5EF4-FFF2-40B4-BE49-F238E27FC236}">
                <ns2:creationId id="{0884FFEC-836F-4BD7-B4B8-B7E94B38524B}"/>
              </a:ext>
            </a:extLst>
          </p:cNvPr>
          <p:cNvSpPr>
            <a:spLocks noGrp="1"/>
          </p:cNvSpPr>
          <p:nvPr/>
        </p:nvSpPr>
        <p:spPr>
          <a:xfrm>
            <a:off x="12868275" y="2600325"/>
            <a:ext cx="38100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읽기</a:t>
            </a:r>
            <a:endParaRPr lang="ko-KR">
              <a:latin typeface="Calibri"/>
              <a:ea typeface="Calibri"/>
              <a:cs typeface="Calibri"/>
            </a:endParaRPr>
          </a:p>
        </p:txBody>
      </p:sp>
      <p:sp>
        <p:nvSpPr>
          <p:cNvPr id="1263" name="v10 edge:d4Craw-result">
            <a:extLst>
              <a:ext uri="{FF2B5EF4-FFF2-40B4-BE49-F238E27FC236}">
                <ns2:creationId id="{02BA093E-5567-4C85-BAC0-EDE5473A1C1E}"/>
              </a:ext>
            </a:extLst>
          </p:cNvPr>
          <p:cNvSpPr>
            <a:spLocks noGrp="1"/>
          </p:cNvSpPr>
          <p:nvPr/>
        </p:nvSpPr>
        <p:spPr>
          <a:xfrm>
            <a:off x="13706475" y="2438400"/>
            <a:ext cx="953" cy="514350"/>
          </a:xfrm>
          <a:custGeom>
            <a:pathLst>
              <a:path w="953" h="514350">
                <a:moveTo>
                  <a:pt x="0" y="0"/>
                </a:moveTo>
                <a:lnTo>
                  <a:pt x="0" y="514350"/>
                </a:lnTo>
              </a:path>
            </a:pathLst>
          </a:custGeom>
          <a:noFill/>
          <a:ln w="17145">
            <a:solidFill>
              <a:srgbClr val="111111"/>
            </a:solidFill>
            <a:prstDash val="dash"/>
          </a:ln>
        </p:spPr>
      </p:sp>
      <p:sp>
        <p:nvSpPr>
          <p:cNvPr id="1264" name="v10 arrow:d4Craw-result">
            <a:extLst>
              <a:ext uri="{FF2B5EF4-FFF2-40B4-BE49-F238E27FC236}">
                <ns2:creationId id="{32805E91-E58E-46D2-BE4F-8E06299EC632}"/>
              </a:ext>
            </a:extLst>
          </p:cNvPr>
          <p:cNvSpPr>
            <a:spLocks noGrp="1"/>
          </p:cNvSpPr>
          <p:nvPr/>
        </p:nvSpPr>
        <p:spPr>
          <a:xfrm>
            <a:off x="13668375" y="2867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65" name="v10 label 원본">
            <a:extLst>
              <a:ext uri="{FF2B5EF4-FFF2-40B4-BE49-F238E27FC236}">
                <ns2:creationId id="{92F99137-BFC6-4723-8FEC-6C7F67D91DD3}"/>
              </a:ext>
            </a:extLst>
          </p:cNvPr>
          <p:cNvSpPr>
            <a:spLocks noGrp="1"/>
          </p:cNvSpPr>
          <p:nvPr/>
        </p:nvSpPr>
        <p:spPr>
          <a:xfrm>
            <a:off x="13735050" y="2562225"/>
            <a:ext cx="752475" cy="3143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원본</a:t>
            </a:r>
            <a:endParaRPr lang="ko-KR">
              <a:latin typeface="Calibri"/>
              <a:ea typeface="Calibri"/>
              <a:cs typeface="Calibri"/>
            </a:endParaRPr>
          </a:p>
        </p:txBody>
      </p:sp>
      <p:sp>
        <p:nvSpPr>
          <p:cNvPr id="1266" name="v10 node:d4Crc">
            <a:extLst>
              <a:ext uri="{FF2B5EF4-FFF2-40B4-BE49-F238E27FC236}">
                <ns2:creationId id="{881E240B-A3DC-4CF6-A8E2-124D2C65BF93}"/>
              </a:ext>
            </a:extLst>
          </p:cNvPr>
          <p:cNvSpPr>
            <a:spLocks noGrp="1"/>
          </p:cNvSpPr>
          <p:nvPr/>
        </p:nvSpPr>
        <p:spPr>
          <a:xfrm>
            <a:off x="12792075" y="4352925"/>
            <a:ext cx="2333625" cy="723900"/>
          </a:xfrm>
          <a:prstGeom prst="rect">
            <a:avLst/>
          </a:prstGeom>
          <a:solidFill>
            <a:srgbClr val="FFF6DD"/>
          </a:solidFill>
          <a:ln w="16193">
            <a:solidFill>
              <a:srgbClr val="111111"/>
            </a:solidFill>
          </a:ln>
        </p:spPr>
        <p:txBody>
          <a:bodyPr wrap="none" lIns="47625" tIns="19050" rIns="47625" bIns="3810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267" name="v10 divider d4Crc">
            <a:extLst>
              <a:ext uri="{FF2B5EF4-FFF2-40B4-BE49-F238E27FC236}">
                <ns2:creationId id="{EECC1A11-6391-4FC4-A52E-961E483E56D4}"/>
              </a:ext>
            </a:extLst>
          </p:cNvPr>
          <p:cNvSpPr>
            <a:spLocks noGrp="1"/>
          </p:cNvSpPr>
          <p:nvPr/>
        </p:nvSpPr>
        <p:spPr>
          <a:xfrm>
            <a:off x="12792075" y="4714875"/>
            <a:ext cx="2333625" cy="953"/>
          </a:xfrm>
          <a:custGeom>
            <a:pathLst>
              <a:path w="2333625" h="953">
                <a:moveTo>
                  <a:pt x="0" y="0"/>
                </a:moveTo>
                <a:lnTo>
                  <a:pt x="2333625" y="0"/>
                </a:lnTo>
              </a:path>
            </a:pathLst>
          </a:custGeom>
          <a:noFill/>
          <a:ln w="9525">
            <a:solidFill>
              <a:srgbClr val="111111"/>
            </a:solidFill>
            <a:prstDash val="solid"/>
          </a:ln>
        </p:spPr>
      </p:sp>
      <p:sp>
        <p:nvSpPr>
          <p:cNvPr id="1268" name="v10 node:d4Cpermit">
            <a:extLst>
              <a:ext uri="{FF2B5EF4-FFF2-40B4-BE49-F238E27FC236}">
                <ns2:creationId id="{5149859A-4C94-4685-9782-F8DFB15428D0}"/>
              </a:ext>
            </a:extLst>
          </p:cNvPr>
          <p:cNvSpPr>
            <a:spLocks noGrp="1"/>
          </p:cNvSpPr>
          <p:nvPr/>
        </p:nvSpPr>
        <p:spPr>
          <a:xfrm>
            <a:off x="12915900" y="477202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전송 검증 및 허가기</a:t>
            </a:r>
            <a:endParaRPr lang="ko-KR">
              <a:latin typeface="Calibri"/>
              <a:ea typeface="Calibri"/>
              <a:cs typeface="Calibri"/>
            </a:endParaRPr>
          </a:p>
        </p:txBody>
      </p:sp>
      <p:sp>
        <p:nvSpPr>
          <p:cNvPr id="1269" name="v10 node:d4Ctm">
            <a:extLst>
              <a:ext uri="{FF2B5EF4-FFF2-40B4-BE49-F238E27FC236}">
                <ns2:creationId id="{0F6A56AC-354B-41BB-BB74-6997B7DBE5D1}"/>
              </a:ext>
            </a:extLst>
          </p:cNvPr>
          <p:cNvSpPr>
            <a:spLocks noGrp="1"/>
          </p:cNvSpPr>
          <p:nvPr/>
        </p:nvSpPr>
        <p:spPr>
          <a:xfrm>
            <a:off x="15554325" y="4352925"/>
            <a:ext cx="2333625" cy="723900"/>
          </a:xfrm>
          <a:prstGeom prst="rect">
            <a:avLst/>
          </a:prstGeom>
          <a:solidFill>
            <a:srgbClr val="FFF6DD"/>
          </a:solidFill>
          <a:ln w="16193">
            <a:solidFill>
              <a:srgbClr val="111111"/>
            </a:solidFill>
          </a:ln>
        </p:spPr>
        <p:txBody>
          <a:bodyPr wrap="none" lIns="47625" tIns="19050" rIns="47625" bIns="38100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Task Manager</a:t>
            </a:r>
            <a:endParaRPr lang="ko-KR">
              <a:latin typeface="Calibri"/>
              <a:ea typeface="Calibri"/>
              <a:cs typeface="Calibri"/>
            </a:endParaRPr>
          </a:p>
        </p:txBody>
      </p:sp>
      <p:sp>
        <p:nvSpPr>
          <p:cNvPr id="1270" name="v10 divider d4Ctm">
            <a:extLst>
              <a:ext uri="{FF2B5EF4-FFF2-40B4-BE49-F238E27FC236}">
                <ns2:creationId id="{A7987AEC-B146-4724-A57E-087C3112A28D}"/>
              </a:ext>
            </a:extLst>
          </p:cNvPr>
          <p:cNvSpPr>
            <a:spLocks noGrp="1"/>
          </p:cNvSpPr>
          <p:nvPr/>
        </p:nvSpPr>
        <p:spPr>
          <a:xfrm>
            <a:off x="15554325" y="4714875"/>
            <a:ext cx="2333625" cy="953"/>
          </a:xfrm>
          <a:custGeom>
            <a:pathLst>
              <a:path w="2333625" h="953">
                <a:moveTo>
                  <a:pt x="0" y="0"/>
                </a:moveTo>
                <a:lnTo>
                  <a:pt x="2333625" y="0"/>
                </a:lnTo>
              </a:path>
            </a:pathLst>
          </a:custGeom>
          <a:noFill/>
          <a:ln w="9525">
            <a:solidFill>
              <a:srgbClr val="111111"/>
            </a:solidFill>
            <a:prstDash val="solid"/>
          </a:ln>
        </p:spPr>
      </p:sp>
      <p:sp>
        <p:nvSpPr>
          <p:cNvPr id="1271" name="v10 node:d4Ccommand">
            <a:extLst>
              <a:ext uri="{FF2B5EF4-FFF2-40B4-BE49-F238E27FC236}">
                <ns2:creationId id="{F9FC9245-18A0-45DD-8135-9A289EB60FFB}"/>
              </a:ext>
            </a:extLst>
          </p:cNvPr>
          <p:cNvSpPr>
            <a:spLocks noGrp="1"/>
          </p:cNvSpPr>
          <p:nvPr/>
        </p:nvSpPr>
        <p:spPr>
          <a:xfrm>
            <a:off x="15678150" y="4772025"/>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Agent 명령 확정기</a:t>
            </a:r>
            <a:endParaRPr lang="ko-KR">
              <a:latin typeface="Calibri"/>
              <a:ea typeface="Calibri"/>
              <a:cs typeface="Calibri"/>
            </a:endParaRPr>
          </a:p>
        </p:txBody>
      </p:sp>
      <p:sp>
        <p:nvSpPr>
          <p:cNvPr id="1272" name="v10 node:d4Cag">
            <a:extLst>
              <a:ext uri="{FF2B5EF4-FFF2-40B4-BE49-F238E27FC236}">
                <ns2:creationId id="{AA81D1EA-810F-49EF-835B-A270F06AFCEC}"/>
              </a:ext>
            </a:extLst>
          </p:cNvPr>
          <p:cNvSpPr>
            <a:spLocks noGrp="1"/>
          </p:cNvSpPr>
          <p:nvPr/>
        </p:nvSpPr>
        <p:spPr>
          <a:xfrm>
            <a:off x="12792075" y="5391150"/>
            <a:ext cx="2333625" cy="733425"/>
          </a:xfrm>
          <a:prstGeom prst="rect">
            <a:avLst/>
          </a:prstGeom>
          <a:solidFill>
            <a:srgbClr val="FFF6DD"/>
          </a:solidFill>
          <a:ln w="16193">
            <a:solidFill>
              <a:srgbClr val="111111"/>
            </a:solidFill>
          </a:ln>
        </p:spPr>
        <p:txBody>
          <a:bodyPr wrap="none" lIns="47625" tIns="19050" rIns="47625" bIns="39052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Agent Gateway</a:t>
            </a:r>
            <a:endParaRPr lang="ko-KR">
              <a:latin typeface="Calibri"/>
              <a:ea typeface="Calibri"/>
              <a:cs typeface="Calibri"/>
            </a:endParaRPr>
          </a:p>
        </p:txBody>
      </p:sp>
      <p:sp>
        <p:nvSpPr>
          <p:cNvPr id="1273" name="v10 divider d4Cag">
            <a:extLst>
              <a:ext uri="{FF2B5EF4-FFF2-40B4-BE49-F238E27FC236}">
                <ns2:creationId id="{DF2364E7-3BF3-41D0-B97C-DE8904D9B200}"/>
              </a:ext>
            </a:extLst>
          </p:cNvPr>
          <p:cNvSpPr>
            <a:spLocks noGrp="1"/>
          </p:cNvSpPr>
          <p:nvPr/>
        </p:nvSpPr>
        <p:spPr>
          <a:xfrm>
            <a:off x="12792075" y="5753100"/>
            <a:ext cx="2333625" cy="953"/>
          </a:xfrm>
          <a:custGeom>
            <a:pathLst>
              <a:path w="2333625" h="953">
                <a:moveTo>
                  <a:pt x="0" y="0"/>
                </a:moveTo>
                <a:lnTo>
                  <a:pt x="2333625" y="0"/>
                </a:lnTo>
              </a:path>
            </a:pathLst>
          </a:custGeom>
          <a:noFill/>
          <a:ln w="9525">
            <a:solidFill>
              <a:srgbClr val="111111"/>
            </a:solidFill>
            <a:prstDash val="solid"/>
          </a:ln>
        </p:spPr>
      </p:sp>
      <p:sp>
        <p:nvSpPr>
          <p:cNvPr id="1274" name="v10 node:d4Csend">
            <a:extLst>
              <a:ext uri="{FF2B5EF4-FFF2-40B4-BE49-F238E27FC236}">
                <ns2:creationId id="{0AA746AD-7C6A-4A6E-920E-E8CCBA7663F7}"/>
              </a:ext>
            </a:extLst>
          </p:cNvPr>
          <p:cNvSpPr>
            <a:spLocks noGrp="1"/>
          </p:cNvSpPr>
          <p:nvPr/>
        </p:nvSpPr>
        <p:spPr>
          <a:xfrm>
            <a:off x="12915900" y="5810250"/>
            <a:ext cx="2085975" cy="276225"/>
          </a:xfrm>
          <a:prstGeom prst="roundRect">
            <a:avLst>
              <a:gd name="adj" fmla="val 27586"/>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전송 및 수신 관리기</a:t>
            </a:r>
            <a:endParaRPr lang="ko-KR">
              <a:latin typeface="Calibri"/>
              <a:ea typeface="Calibri"/>
              <a:cs typeface="Calibri"/>
            </a:endParaRPr>
          </a:p>
        </p:txBody>
      </p:sp>
      <p:sp>
        <p:nvSpPr>
          <p:cNvPr id="1275" name="v10 node:d4Cagent">
            <a:extLst>
              <a:ext uri="{FF2B5EF4-FFF2-40B4-BE49-F238E27FC236}">
                <ns2:creationId id="{E86E7F0B-C7CF-44EA-A0DF-FB585C0085C8}"/>
              </a:ext>
            </a:extLst>
          </p:cNvPr>
          <p:cNvSpPr>
            <a:spLocks noGrp="1"/>
          </p:cNvSpPr>
          <p:nvPr/>
        </p:nvSpPr>
        <p:spPr>
          <a:xfrm>
            <a:off x="15554325" y="5629275"/>
            <a:ext cx="2333625" cy="428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300" b="1" lang="ko-KR">
                <a:solidFill>
                  <a:srgbClr val="111111"/>
                </a:solidFill>
                <a:latin typeface="Calibri"/>
                <a:ea typeface="Calibri"/>
                <a:cs typeface="Calibri"/>
              </a:defRPr>
            </a:defPPr>
            <a:lvl1pPr algn="ctr">
              <a:defRPr sz="1300" b="1" lang="ko-KR">
                <a:solidFill>
                  <a:srgbClr val="111111"/>
                </a:solidFill>
                <a:latin typeface="Calibri"/>
                <a:ea typeface="Calibri"/>
                <a:cs typeface="Calibri"/>
              </a:defRPr>
            </a:lvl1pPr>
            <a:lvl2pPr algn="ctr">
              <a:defRPr sz="1300" b="1" lang="ko-KR">
                <a:solidFill>
                  <a:srgbClr val="111111"/>
                </a:solidFill>
                <a:latin typeface="Calibri"/>
                <a:ea typeface="Calibri"/>
                <a:cs typeface="Calibri"/>
              </a:defRPr>
            </a:lvl2pPr>
            <a:lvl3pPr algn="ctr">
              <a:defRPr sz="1300" b="1" lang="ko-KR">
                <a:solidFill>
                  <a:srgbClr val="111111"/>
                </a:solidFill>
                <a:latin typeface="Calibri"/>
                <a:ea typeface="Calibri"/>
                <a:cs typeface="Calibri"/>
              </a:defRPr>
            </a:lvl3pPr>
            <a:lvl4pPr algn="ctr">
              <a:defRPr sz="1300" b="1" lang="ko-KR">
                <a:solidFill>
                  <a:srgbClr val="111111"/>
                </a:solidFill>
                <a:latin typeface="Calibri"/>
                <a:ea typeface="Calibri"/>
                <a:cs typeface="Calibri"/>
              </a:defRPr>
            </a:lvl4pPr>
            <a:lvl5pPr algn="ctr">
              <a:defRPr sz="1300" b="1" lang="ko-KR">
                <a:solidFill>
                  <a:srgbClr val="111111"/>
                </a:solidFill>
                <a:latin typeface="Calibri"/>
                <a:ea typeface="Calibri"/>
                <a:cs typeface="Calibri"/>
              </a:defRPr>
            </a:lvl5pPr>
            <a:lvl6pPr algn="ctr">
              <a:defRPr sz="1300" b="1" lang="ko-KR">
                <a:solidFill>
                  <a:srgbClr val="111111"/>
                </a:solidFill>
                <a:latin typeface="Calibri"/>
                <a:ea typeface="Calibri"/>
                <a:cs typeface="Calibri"/>
              </a:defRPr>
            </a:lvl6pPr>
            <a:lvl7pPr algn="ctr">
              <a:defRPr sz="1300" b="1" lang="ko-KR">
                <a:solidFill>
                  <a:srgbClr val="111111"/>
                </a:solidFill>
                <a:latin typeface="Calibri"/>
                <a:ea typeface="Calibri"/>
                <a:cs typeface="Calibri"/>
              </a:defRPr>
            </a:lvl7pPr>
            <a:lvl8pPr algn="ctr">
              <a:defRPr sz="1300" b="1" lang="ko-KR">
                <a:solidFill>
                  <a:srgbClr val="111111"/>
                </a:solidFill>
                <a:latin typeface="Calibri"/>
                <a:ea typeface="Calibri"/>
                <a:cs typeface="Calibri"/>
              </a:defRPr>
            </a:lvl8pPr>
            <a:lvl9pPr algn="ctr">
              <a:defRPr sz="1300" b="1" lang="ko-KR">
                <a:solidFill>
                  <a:srgbClr val="111111"/>
                </a:solidFill>
                <a:latin typeface="Calibri"/>
                <a:ea typeface="Calibri"/>
                <a:cs typeface="Calibri"/>
              </a:defRPr>
            </a:lvl9pPr>
          </a:lstStyle>
          <a:p>
            <a:pPr algn="ctr">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1276" name="v10 edge:d4Cprepare">
            <a:extLst>
              <a:ext uri="{FF2B5EF4-FFF2-40B4-BE49-F238E27FC236}">
                <ns2:creationId id="{FD197155-342B-4623-9DF9-3A7107FCF977}"/>
              </a:ext>
            </a:extLst>
          </p:cNvPr>
          <p:cNvSpPr>
            <a:spLocks noGrp="1"/>
          </p:cNvSpPr>
          <p:nvPr/>
        </p:nvSpPr>
        <p:spPr>
          <a:xfrm>
            <a:off x="15001875" y="3209925"/>
            <a:ext cx="361950" cy="1647825"/>
          </a:xfrm>
          <a:custGeom>
            <a:pathLst>
              <a:path w="361950" h="1647825">
                <a:moveTo>
                  <a:pt x="0" y="1647825"/>
                </a:moveTo>
                <a:lnTo>
                  <a:pt x="361950" y="1647825"/>
                </a:lnTo>
                <a:lnTo>
                  <a:pt x="361950" y="0"/>
                </a:lnTo>
                <a:lnTo>
                  <a:pt x="276225" y="0"/>
                </a:lnTo>
              </a:path>
            </a:pathLst>
          </a:custGeom>
          <a:noFill/>
          <a:ln w="17145">
            <a:solidFill>
              <a:srgbClr val="111111"/>
            </a:solidFill>
            <a:prstDash val="solid"/>
          </a:ln>
        </p:spPr>
      </p:sp>
      <p:sp>
        <p:nvSpPr>
          <p:cNvPr id="1277" name="v10 arrow:d4Cprepare">
            <a:extLst>
              <a:ext uri="{FF2B5EF4-FFF2-40B4-BE49-F238E27FC236}">
                <ns2:creationId id="{35CCFCDF-2092-4A25-B881-C90A7CCDAF90}"/>
              </a:ext>
            </a:extLst>
          </p:cNvPr>
          <p:cNvSpPr>
            <a:spLocks noGrp="1"/>
          </p:cNvSpPr>
          <p:nvPr/>
        </p:nvSpPr>
        <p:spPr>
          <a:xfrm>
            <a:off x="15278100" y="31718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78" name="v10 label 1 현재 목적 / 구성 요청">
            <a:extLst>
              <a:ext uri="{FF2B5EF4-FFF2-40B4-BE49-F238E27FC236}">
                <ns2:creationId id="{845B9D5E-A1B8-448B-9DCE-C440E79BA651}"/>
              </a:ext>
            </a:extLst>
          </p:cNvPr>
          <p:cNvSpPr>
            <a:spLocks noGrp="1"/>
          </p:cNvSpPr>
          <p:nvPr/>
        </p:nvSpPr>
        <p:spPr>
          <a:xfrm>
            <a:off x="14077950" y="4114800"/>
            <a:ext cx="1809750"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1 현재 목적 / 구성 요청</a:t>
            </a:r>
            <a:endParaRPr lang="ko-KR">
              <a:latin typeface="Calibri"/>
              <a:ea typeface="Calibri"/>
              <a:cs typeface="Calibri"/>
            </a:endParaRPr>
          </a:p>
        </p:txBody>
      </p:sp>
      <p:sp>
        <p:nvSpPr>
          <p:cNvPr id="1279" name="v10 edge:d4Cprepared">
            <a:extLst>
              <a:ext uri="{FF2B5EF4-FFF2-40B4-BE49-F238E27FC236}">
                <ns2:creationId id="{415DB44F-DC22-48E1-BC94-7123764EE6AA}"/>
              </a:ext>
            </a:extLst>
          </p:cNvPr>
          <p:cNvSpPr>
            <a:spLocks noGrp="1"/>
          </p:cNvSpPr>
          <p:nvPr/>
        </p:nvSpPr>
        <p:spPr>
          <a:xfrm>
            <a:off x="12696825" y="3209925"/>
            <a:ext cx="219075" cy="1724025"/>
          </a:xfrm>
          <a:custGeom>
            <a:pathLst>
              <a:path w="219075" h="1724025">
                <a:moveTo>
                  <a:pt x="219075" y="0"/>
                </a:moveTo>
                <a:lnTo>
                  <a:pt x="0" y="0"/>
                </a:lnTo>
                <a:lnTo>
                  <a:pt x="0" y="1724025"/>
                </a:lnTo>
                <a:lnTo>
                  <a:pt x="219075" y="1724025"/>
                </a:lnTo>
              </a:path>
            </a:pathLst>
          </a:custGeom>
          <a:noFill/>
          <a:ln w="17145">
            <a:solidFill>
              <a:srgbClr val="111111"/>
            </a:solidFill>
            <a:prstDash val="dash"/>
          </a:ln>
        </p:spPr>
      </p:sp>
      <p:sp>
        <p:nvSpPr>
          <p:cNvPr id="1280" name="v10 arrow:d4Cprepared">
            <a:extLst>
              <a:ext uri="{FF2B5EF4-FFF2-40B4-BE49-F238E27FC236}">
                <ns2:creationId id="{617722A4-964A-4F7F-9C60-506F6E39B852}"/>
              </a:ext>
            </a:extLst>
          </p:cNvPr>
          <p:cNvSpPr>
            <a:spLocks noGrp="1"/>
          </p:cNvSpPr>
          <p:nvPr/>
        </p:nvSpPr>
        <p:spPr>
          <a:xfrm>
            <a:off x="12830175" y="4895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81" name="v10 label 2 인계 후보">
            <a:extLst>
              <a:ext uri="{FF2B5EF4-FFF2-40B4-BE49-F238E27FC236}">
                <ns2:creationId id="{FD5A5A2E-40A3-4DA2-BEA6-C7AA9267DB6A}"/>
              </a:ext>
            </a:extLst>
          </p:cNvPr>
          <p:cNvSpPr>
            <a:spLocks noGrp="1"/>
          </p:cNvSpPr>
          <p:nvPr/>
        </p:nvSpPr>
        <p:spPr>
          <a:xfrm>
            <a:off x="12744450" y="4133850"/>
            <a:ext cx="128587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2 인계 후보</a:t>
            </a:r>
            <a:endParaRPr lang="ko-KR">
              <a:latin typeface="Calibri"/>
              <a:ea typeface="Calibri"/>
              <a:cs typeface="Calibri"/>
            </a:endParaRPr>
          </a:p>
        </p:txBody>
      </p:sp>
      <p:sp>
        <p:nvSpPr>
          <p:cNvPr id="1282" name="v10 edge:d4Cadmission">
            <a:extLst>
              <a:ext uri="{FF2B5EF4-FFF2-40B4-BE49-F238E27FC236}">
                <ns2:creationId id="{DEFDB2EF-2098-4CB6-9612-FC8EA860AA82}"/>
              </a:ext>
            </a:extLst>
          </p:cNvPr>
          <p:cNvSpPr>
            <a:spLocks noGrp="1"/>
          </p:cNvSpPr>
          <p:nvPr/>
        </p:nvSpPr>
        <p:spPr>
          <a:xfrm>
            <a:off x="15001875" y="4933950"/>
            <a:ext cx="676275" cy="953"/>
          </a:xfrm>
          <a:custGeom>
            <a:pathLst>
              <a:path w="676275" h="953">
                <a:moveTo>
                  <a:pt x="0" y="0"/>
                </a:moveTo>
                <a:lnTo>
                  <a:pt x="676275" y="0"/>
                </a:lnTo>
              </a:path>
            </a:pathLst>
          </a:custGeom>
          <a:noFill/>
          <a:ln w="17145">
            <a:solidFill>
              <a:srgbClr val="111111"/>
            </a:solidFill>
            <a:prstDash val="solid"/>
          </a:ln>
        </p:spPr>
      </p:sp>
      <p:sp>
        <p:nvSpPr>
          <p:cNvPr id="1283" name="v10 arrow:d4Cadmission">
            <a:extLst>
              <a:ext uri="{FF2B5EF4-FFF2-40B4-BE49-F238E27FC236}">
                <ns2:creationId id="{A5DCA618-C1FF-4D89-ACC8-3B87CA6F0E40}"/>
              </a:ext>
            </a:extLst>
          </p:cNvPr>
          <p:cNvSpPr>
            <a:spLocks noGrp="1"/>
          </p:cNvSpPr>
          <p:nvPr/>
        </p:nvSpPr>
        <p:spPr>
          <a:xfrm>
            <a:off x="15592425" y="4895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84" name="v10 label 3 허가">
            <a:extLst>
              <a:ext uri="{FF2B5EF4-FFF2-40B4-BE49-F238E27FC236}">
                <ns2:creationId id="{7A74BD5E-FE6F-40A9-86E5-55426AD9137B}"/>
              </a:ext>
            </a:extLst>
          </p:cNvPr>
          <p:cNvSpPr>
            <a:spLocks noGrp="1"/>
          </p:cNvSpPr>
          <p:nvPr/>
        </p:nvSpPr>
        <p:spPr>
          <a:xfrm>
            <a:off x="15087600" y="4619625"/>
            <a:ext cx="542925" cy="238125"/>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3 허가</a:t>
            </a:r>
            <a:endParaRPr lang="ko-KR">
              <a:latin typeface="Calibri"/>
              <a:ea typeface="Calibri"/>
              <a:cs typeface="Calibri"/>
            </a:endParaRPr>
          </a:p>
        </p:txBody>
      </p:sp>
      <p:sp>
        <p:nvSpPr>
          <p:cNvPr id="1285" name="v10 edge:d4Ccommand-send">
            <a:extLst>
              <a:ext uri="{FF2B5EF4-FFF2-40B4-BE49-F238E27FC236}">
                <ns2:creationId id="{91A0642D-149D-4E0A-880B-5ECA13711CC7}"/>
              </a:ext>
            </a:extLst>
          </p:cNvPr>
          <p:cNvSpPr>
            <a:spLocks noGrp="1"/>
          </p:cNvSpPr>
          <p:nvPr/>
        </p:nvSpPr>
        <p:spPr>
          <a:xfrm>
            <a:off x="15001875" y="5048250"/>
            <a:ext cx="1714500" cy="885825"/>
          </a:xfrm>
          <a:custGeom>
            <a:pathLst>
              <a:path w="1714500" h="885825">
                <a:moveTo>
                  <a:pt x="1714500" y="0"/>
                </a:moveTo>
                <a:lnTo>
                  <a:pt x="1714500" y="152400"/>
                </a:lnTo>
                <a:lnTo>
                  <a:pt x="314325" y="152400"/>
                </a:lnTo>
                <a:lnTo>
                  <a:pt x="314325" y="885825"/>
                </a:lnTo>
                <a:lnTo>
                  <a:pt x="0" y="885825"/>
                </a:lnTo>
              </a:path>
            </a:pathLst>
          </a:custGeom>
          <a:noFill/>
          <a:ln w="17145">
            <a:solidFill>
              <a:srgbClr val="111111"/>
            </a:solidFill>
            <a:prstDash val="solid"/>
          </a:ln>
        </p:spPr>
      </p:sp>
      <p:sp>
        <p:nvSpPr>
          <p:cNvPr id="1286" name="v10 arrow:d4Ccommand-send">
            <a:extLst>
              <a:ext uri="{FF2B5EF4-FFF2-40B4-BE49-F238E27FC236}">
                <ns2:creationId id="{8D0207B1-5722-49A2-9EC3-4E5A048A0C38}"/>
              </a:ext>
            </a:extLst>
          </p:cNvPr>
          <p:cNvSpPr>
            <a:spLocks noGrp="1"/>
          </p:cNvSpPr>
          <p:nvPr/>
        </p:nvSpPr>
        <p:spPr>
          <a:xfrm>
            <a:off x="15001875" y="58959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287" name="v10 label 4 명령">
            <a:extLst>
              <a:ext uri="{FF2B5EF4-FFF2-40B4-BE49-F238E27FC236}">
                <ns2:creationId id="{3667E4A2-436E-436C-8228-FA49F2A25278}"/>
              </a:ext>
            </a:extLst>
          </p:cNvPr>
          <p:cNvSpPr>
            <a:spLocks noGrp="1"/>
          </p:cNvSpPr>
          <p:nvPr/>
        </p:nvSpPr>
        <p:spPr>
          <a:xfrm>
            <a:off x="15430500" y="5095875"/>
            <a:ext cx="1000125" cy="20002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4 명령</a:t>
            </a:r>
            <a:endParaRPr lang="ko-KR">
              <a:latin typeface="Calibri"/>
              <a:ea typeface="Calibri"/>
              <a:cs typeface="Calibri"/>
            </a:endParaRPr>
          </a:p>
        </p:txBody>
      </p:sp>
      <p:sp>
        <p:nvSpPr>
          <p:cNvPr id="1288" name="v10 edge:d4Cdispatch">
            <a:extLst>
              <a:ext uri="{FF2B5EF4-FFF2-40B4-BE49-F238E27FC236}">
                <ns2:creationId id="{646C32A7-DC21-420B-8B0B-02346544BEC9}"/>
              </a:ext>
            </a:extLst>
          </p:cNvPr>
          <p:cNvSpPr>
            <a:spLocks noGrp="1"/>
          </p:cNvSpPr>
          <p:nvPr/>
        </p:nvSpPr>
        <p:spPr>
          <a:xfrm>
            <a:off x="15001875" y="5848350"/>
            <a:ext cx="552450" cy="953"/>
          </a:xfrm>
          <a:custGeom>
            <a:pathLst>
              <a:path w="552450" h="953">
                <a:moveTo>
                  <a:pt x="0" y="0"/>
                </a:moveTo>
                <a:lnTo>
                  <a:pt x="552450" y="0"/>
                </a:lnTo>
              </a:path>
            </a:pathLst>
          </a:custGeom>
          <a:noFill/>
          <a:ln w="17145">
            <a:solidFill>
              <a:srgbClr val="111111"/>
            </a:solidFill>
            <a:prstDash val="solid"/>
          </a:ln>
        </p:spPr>
      </p:sp>
      <p:sp>
        <p:nvSpPr>
          <p:cNvPr id="1289" name="v10 arrow:d4Cdispatch">
            <a:extLst>
              <a:ext uri="{FF2B5EF4-FFF2-40B4-BE49-F238E27FC236}">
                <ns2:creationId id="{B839977F-2ACC-4774-89DE-C8161F7B1153}"/>
              </a:ext>
            </a:extLst>
          </p:cNvPr>
          <p:cNvSpPr>
            <a:spLocks noGrp="1"/>
          </p:cNvSpPr>
          <p:nvPr/>
        </p:nvSpPr>
        <p:spPr>
          <a:xfrm>
            <a:off x="15468600" y="58102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90" name="v10 label 5 전송">
            <a:extLst>
              <a:ext uri="{FF2B5EF4-FFF2-40B4-BE49-F238E27FC236}">
                <ns2:creationId id="{7C02614E-9D72-4228-99D0-8CEC2D2C4C34}"/>
              </a:ext>
            </a:extLst>
          </p:cNvPr>
          <p:cNvSpPr>
            <a:spLocks noGrp="1"/>
          </p:cNvSpPr>
          <p:nvPr/>
        </p:nvSpPr>
        <p:spPr>
          <a:xfrm>
            <a:off x="15049500" y="5610225"/>
            <a:ext cx="485775" cy="19050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5 전송</a:t>
            </a:r>
            <a:endParaRPr lang="ko-KR">
              <a:latin typeface="Calibri"/>
              <a:ea typeface="Calibri"/>
              <a:cs typeface="Calibri"/>
            </a:endParaRPr>
          </a:p>
        </p:txBody>
      </p:sp>
      <p:sp>
        <p:nvSpPr>
          <p:cNvPr id="1291" name="v10 edge:d4Cread-command">
            <a:extLst>
              <a:ext uri="{FF2B5EF4-FFF2-40B4-BE49-F238E27FC236}">
                <ns2:creationId id="{5F4E350B-8710-4F93-A1BD-1E8C005E1790}"/>
              </a:ext>
            </a:extLst>
          </p:cNvPr>
          <p:cNvSpPr>
            <a:spLocks noGrp="1"/>
          </p:cNvSpPr>
          <p:nvPr/>
        </p:nvSpPr>
        <p:spPr>
          <a:xfrm>
            <a:off x="14963775" y="5476875"/>
            <a:ext cx="2066925" cy="333375"/>
          </a:xfrm>
          <a:custGeom>
            <a:pathLst>
              <a:path w="2066925" h="333375">
                <a:moveTo>
                  <a:pt x="2066925" y="152400"/>
                </a:moveTo>
                <a:lnTo>
                  <a:pt x="2066925" y="0"/>
                </a:lnTo>
                <a:lnTo>
                  <a:pt x="0" y="0"/>
                </a:lnTo>
                <a:lnTo>
                  <a:pt x="0" y="333375"/>
                </a:lnTo>
              </a:path>
            </a:pathLst>
          </a:custGeom>
          <a:noFill/>
          <a:ln w="17145">
            <a:solidFill>
              <a:srgbClr val="32824A"/>
            </a:solidFill>
            <a:prstDash val="solid"/>
          </a:ln>
        </p:spPr>
      </p:sp>
      <p:sp>
        <p:nvSpPr>
          <p:cNvPr id="1292" name="v10 arrow:d4Cread-command">
            <a:extLst>
              <a:ext uri="{FF2B5EF4-FFF2-40B4-BE49-F238E27FC236}">
                <ns2:creationId id="{4BE1D547-C474-4F61-ACF5-3DCA6E3EBCE1}"/>
              </a:ext>
            </a:extLst>
          </p:cNvPr>
          <p:cNvSpPr>
            <a:spLocks noGrp="1"/>
          </p:cNvSpPr>
          <p:nvPr/>
        </p:nvSpPr>
        <p:spPr>
          <a:xfrm>
            <a:off x="14925675" y="57245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93" name="v10 label 6 READ 요청">
            <a:extLst>
              <a:ext uri="{FF2B5EF4-FFF2-40B4-BE49-F238E27FC236}">
                <ns2:creationId id="{6E2137B0-8FD5-4225-9BB5-8E935C20F092}"/>
              </a:ext>
            </a:extLst>
          </p:cNvPr>
          <p:cNvSpPr>
            <a:spLocks noGrp="1"/>
          </p:cNvSpPr>
          <p:nvPr/>
        </p:nvSpPr>
        <p:spPr>
          <a:xfrm>
            <a:off x="15459075" y="5467350"/>
            <a:ext cx="1447800" cy="1714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6 READ 요청</a:t>
            </a:r>
            <a:endParaRPr lang="ko-KR">
              <a:latin typeface="Calibri"/>
              <a:ea typeface="Calibri"/>
              <a:cs typeface="Calibri"/>
            </a:endParaRPr>
          </a:p>
        </p:txBody>
      </p:sp>
      <p:sp>
        <p:nvSpPr>
          <p:cNvPr id="1294" name="v10 edge:d4Cread-adapter">
            <a:extLst>
              <a:ext uri="{FF2B5EF4-FFF2-40B4-BE49-F238E27FC236}">
                <ns2:creationId id="{F22849D2-7917-465E-AD17-5AE268500CD8}"/>
              </a:ext>
            </a:extLst>
          </p:cNvPr>
          <p:cNvSpPr>
            <a:spLocks noGrp="1"/>
          </p:cNvSpPr>
          <p:nvPr/>
        </p:nvSpPr>
        <p:spPr>
          <a:xfrm>
            <a:off x="15001875" y="3105150"/>
            <a:ext cx="3000375" cy="2943225"/>
          </a:xfrm>
          <a:custGeom>
            <a:pathLst>
              <a:path w="3000375" h="2943225">
                <a:moveTo>
                  <a:pt x="0" y="2943225"/>
                </a:moveTo>
                <a:lnTo>
                  <a:pt x="400050" y="2943225"/>
                </a:lnTo>
                <a:lnTo>
                  <a:pt x="400050" y="1190625"/>
                </a:lnTo>
                <a:lnTo>
                  <a:pt x="3000375" y="1190625"/>
                </a:lnTo>
                <a:lnTo>
                  <a:pt x="3000375" y="0"/>
                </a:lnTo>
                <a:lnTo>
                  <a:pt x="2743200" y="0"/>
                </a:lnTo>
              </a:path>
            </a:pathLst>
          </a:custGeom>
          <a:noFill/>
          <a:ln w="17145">
            <a:solidFill>
              <a:srgbClr val="32824A"/>
            </a:solidFill>
            <a:prstDash val="solid"/>
          </a:ln>
        </p:spPr>
      </p:sp>
      <p:sp>
        <p:nvSpPr>
          <p:cNvPr id="1295" name="v10 arrow:d4Cread-adapter">
            <a:extLst>
              <a:ext uri="{FF2B5EF4-FFF2-40B4-BE49-F238E27FC236}">
                <ns2:creationId id="{1332379E-7F02-4347-BB4D-1B42749EC9B0}"/>
              </a:ext>
            </a:extLst>
          </p:cNvPr>
          <p:cNvSpPr>
            <a:spLocks noGrp="1"/>
          </p:cNvSpPr>
          <p:nvPr/>
        </p:nvSpPr>
        <p:spPr>
          <a:xfrm>
            <a:off x="17745075" y="306705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96" name="v10 label 7 범위 / 현재 권한">
            <a:extLst>
              <a:ext uri="{FF2B5EF4-FFF2-40B4-BE49-F238E27FC236}">
                <ns2:creationId id="{11DDACFC-39DF-4EA0-8AF3-C4BC1414039E}"/>
              </a:ext>
            </a:extLst>
          </p:cNvPr>
          <p:cNvSpPr>
            <a:spLocks noGrp="1"/>
          </p:cNvSpPr>
          <p:nvPr/>
        </p:nvSpPr>
        <p:spPr>
          <a:xfrm>
            <a:off x="15906750" y="4105275"/>
            <a:ext cx="2009775"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7 범위 / 현재 권한</a:t>
            </a:r>
            <a:endParaRPr lang="ko-KR">
              <a:latin typeface="Calibri"/>
              <a:ea typeface="Calibri"/>
              <a:cs typeface="Calibri"/>
            </a:endParaRPr>
          </a:p>
        </p:txBody>
      </p:sp>
      <p:sp>
        <p:nvSpPr>
          <p:cNvPr id="1297" name="v10 edge:d4Cread-result">
            <a:extLst>
              <a:ext uri="{FF2B5EF4-FFF2-40B4-BE49-F238E27FC236}">
                <ns2:creationId id="{A1255F16-2F63-4181-AA22-3C7926EC009B}"/>
              </a:ext>
            </a:extLst>
          </p:cNvPr>
          <p:cNvSpPr>
            <a:spLocks noGrp="1"/>
          </p:cNvSpPr>
          <p:nvPr/>
        </p:nvSpPr>
        <p:spPr>
          <a:xfrm>
            <a:off x="15001875" y="3238500"/>
            <a:ext cx="2943225" cy="2743200"/>
          </a:xfrm>
          <a:custGeom>
            <a:pathLst>
              <a:path w="2943225" h="2743200">
                <a:moveTo>
                  <a:pt x="2743200" y="0"/>
                </a:moveTo>
                <a:lnTo>
                  <a:pt x="2943225" y="0"/>
                </a:lnTo>
                <a:lnTo>
                  <a:pt x="2943225" y="2047875"/>
                </a:lnTo>
                <a:lnTo>
                  <a:pt x="219075" y="2047875"/>
                </a:lnTo>
                <a:lnTo>
                  <a:pt x="219075" y="2743200"/>
                </a:lnTo>
                <a:lnTo>
                  <a:pt x="0" y="2743200"/>
                </a:lnTo>
              </a:path>
            </a:pathLst>
          </a:custGeom>
          <a:noFill/>
          <a:ln w="17145">
            <a:solidFill>
              <a:srgbClr val="32824A"/>
            </a:solidFill>
            <a:prstDash val="dash"/>
          </a:ln>
        </p:spPr>
      </p:sp>
      <p:sp>
        <p:nvSpPr>
          <p:cNvPr id="1298" name="v10 arrow:d4Cread-result">
            <a:extLst>
              <a:ext uri="{FF2B5EF4-FFF2-40B4-BE49-F238E27FC236}">
                <ns2:creationId id="{73D22E87-F66F-4D60-8B0F-DC54A2942332}"/>
              </a:ext>
            </a:extLst>
          </p:cNvPr>
          <p:cNvSpPr>
            <a:spLocks noGrp="1"/>
          </p:cNvSpPr>
          <p:nvPr/>
        </p:nvSpPr>
        <p:spPr>
          <a:xfrm>
            <a:off x="15001875" y="594360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99" name="v10 label 8 원본 / 거절">
            <a:extLst>
              <a:ext uri="{FF2B5EF4-FFF2-40B4-BE49-F238E27FC236}">
                <ns2:creationId id="{ECA4E741-6D0C-4A23-A09D-AA50C424EE46}"/>
              </a:ext>
            </a:extLst>
          </p:cNvPr>
          <p:cNvSpPr>
            <a:spLocks noGrp="1"/>
          </p:cNvSpPr>
          <p:nvPr/>
        </p:nvSpPr>
        <p:spPr>
          <a:xfrm>
            <a:off x="16554450" y="5257800"/>
            <a:ext cx="1314450"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8 원본 / 거절</a:t>
            </a:r>
            <a:endParaRPr lang="ko-KR">
              <a:latin typeface="Calibri"/>
              <a:ea typeface="Calibri"/>
              <a:cs typeface="Calibri"/>
            </a:endParaRPr>
          </a:p>
        </p:txBody>
      </p:sp>
      <p:sp>
        <p:nvSpPr>
          <p:cNvPr id="1300" name="v10 edge:d4Cread-delivery">
            <a:extLst>
              <a:ext uri="{FF2B5EF4-FFF2-40B4-BE49-F238E27FC236}">
                <ns2:creationId id="{78EB2DCF-78BB-41CE-828E-D47FF6D93EC0}"/>
              </a:ext>
            </a:extLst>
          </p:cNvPr>
          <p:cNvSpPr>
            <a:spLocks noGrp="1"/>
          </p:cNvSpPr>
          <p:nvPr/>
        </p:nvSpPr>
        <p:spPr>
          <a:xfrm>
            <a:off x="15001875" y="5934075"/>
            <a:ext cx="552450" cy="142875"/>
          </a:xfrm>
          <a:custGeom>
            <a:pathLst>
              <a:path w="552450" h="142875">
                <a:moveTo>
                  <a:pt x="0" y="142875"/>
                </a:moveTo>
                <a:lnTo>
                  <a:pt x="457200" y="142875"/>
                </a:lnTo>
                <a:lnTo>
                  <a:pt x="457200" y="0"/>
                </a:lnTo>
                <a:lnTo>
                  <a:pt x="552450" y="0"/>
                </a:lnTo>
              </a:path>
            </a:pathLst>
          </a:custGeom>
          <a:noFill/>
          <a:ln w="17145">
            <a:solidFill>
              <a:srgbClr val="32824A"/>
            </a:solidFill>
            <a:prstDash val="dash"/>
          </a:ln>
        </p:spPr>
      </p:sp>
      <p:sp>
        <p:nvSpPr>
          <p:cNvPr id="1301" name="v10 arrow:d4Cread-delivery">
            <a:extLst>
              <a:ext uri="{FF2B5EF4-FFF2-40B4-BE49-F238E27FC236}">
                <ns2:creationId id="{435AC465-9DF6-41BD-802B-3973F11E4FC5}"/>
              </a:ext>
            </a:extLst>
          </p:cNvPr>
          <p:cNvSpPr>
            <a:spLocks noGrp="1"/>
          </p:cNvSpPr>
          <p:nvPr/>
        </p:nvSpPr>
        <p:spPr>
          <a:xfrm>
            <a:off x="15468600" y="589597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302" name="v10 edge:d4Creceipt">
            <a:extLst>
              <a:ext uri="{FF2B5EF4-FFF2-40B4-BE49-F238E27FC236}">
                <ns2:creationId id="{7F5A1C77-3075-4EE4-B422-6A79317782F9}"/>
              </a:ext>
            </a:extLst>
          </p:cNvPr>
          <p:cNvSpPr>
            <a:spLocks noGrp="1"/>
          </p:cNvSpPr>
          <p:nvPr/>
        </p:nvSpPr>
        <p:spPr>
          <a:xfrm>
            <a:off x="15001875" y="6019800"/>
            <a:ext cx="552450" cy="953"/>
          </a:xfrm>
          <a:custGeom>
            <a:pathLst>
              <a:path w="552450" h="953">
                <a:moveTo>
                  <a:pt x="552450" y="0"/>
                </a:moveTo>
                <a:lnTo>
                  <a:pt x="0" y="0"/>
                </a:lnTo>
              </a:path>
            </a:pathLst>
          </a:custGeom>
          <a:noFill/>
          <a:ln w="17145">
            <a:solidFill>
              <a:srgbClr val="111111"/>
            </a:solidFill>
            <a:prstDash val="dash"/>
          </a:ln>
        </p:spPr>
      </p:sp>
      <p:sp>
        <p:nvSpPr>
          <p:cNvPr id="1303" name="v10 arrow:d4Creceipt">
            <a:extLst>
              <a:ext uri="{FF2B5EF4-FFF2-40B4-BE49-F238E27FC236}">
                <ns2:creationId id="{469C33E5-A9E2-4775-809D-14D720284CCA}"/>
              </a:ext>
            </a:extLst>
          </p:cNvPr>
          <p:cNvSpPr>
            <a:spLocks noGrp="1"/>
          </p:cNvSpPr>
          <p:nvPr/>
        </p:nvSpPr>
        <p:spPr>
          <a:xfrm>
            <a:off x="15001875" y="59817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304" name="v10 label 확인">
            <a:extLst>
              <a:ext uri="{FF2B5EF4-FFF2-40B4-BE49-F238E27FC236}">
                <ns2:creationId id="{17AA357F-91CF-4CF2-B4AE-08F67B33332C}"/>
              </a:ext>
            </a:extLst>
          </p:cNvPr>
          <p:cNvSpPr>
            <a:spLocks noGrp="1"/>
          </p:cNvSpPr>
          <p:nvPr/>
        </p:nvSpPr>
        <p:spPr>
          <a:xfrm>
            <a:off x="15116175" y="5972175"/>
            <a:ext cx="400050" cy="171450"/>
          </a:xfrm>
          <a:prstGeom prst="rect">
            <a:avLst/>
          </a:prstGeom>
          <a:solidFill>
            <a:srgbClr val="FFFFFF"/>
          </a:solidFill>
          <a:ln w="0">
            <a:noFill/>
          </a:ln>
        </p:spPr>
        <p:txBody>
          <a:bodyPr wrap="none" lIns="47625" tIns="19050" rIns="47625" bIns="19050" anchor="ctr">
            <a:noAutofit/>
          </a:bodyPr>
          <a:lstStyle>
            <a:defPPr algn="ctr">
              <a:defRPr sz="1100" b="0" lang="ko-KR">
                <a:solidFill>
                  <a:srgbClr val="111111"/>
                </a:solidFill>
                <a:latin typeface="Calibri"/>
                <a:ea typeface="Calibri"/>
                <a:cs typeface="Calibri"/>
              </a:defRPr>
            </a:defPPr>
            <a:lvl1pPr algn="ctr">
              <a:defRPr sz="1100" b="0" lang="ko-KR">
                <a:solidFill>
                  <a:srgbClr val="111111"/>
                </a:solidFill>
                <a:latin typeface="Calibri"/>
                <a:ea typeface="Calibri"/>
                <a:cs typeface="Calibri"/>
              </a:defRPr>
            </a:lvl1pPr>
            <a:lvl2pPr algn="ctr">
              <a:defRPr sz="1100" b="0" lang="ko-KR">
                <a:solidFill>
                  <a:srgbClr val="111111"/>
                </a:solidFill>
                <a:latin typeface="Calibri"/>
                <a:ea typeface="Calibri"/>
                <a:cs typeface="Calibri"/>
              </a:defRPr>
            </a:lvl2pPr>
            <a:lvl3pPr algn="ctr">
              <a:defRPr sz="1100" b="0" lang="ko-KR">
                <a:solidFill>
                  <a:srgbClr val="111111"/>
                </a:solidFill>
                <a:latin typeface="Calibri"/>
                <a:ea typeface="Calibri"/>
                <a:cs typeface="Calibri"/>
              </a:defRPr>
            </a:lvl3pPr>
            <a:lvl4pPr algn="ctr">
              <a:defRPr sz="1100" b="0" lang="ko-KR">
                <a:solidFill>
                  <a:srgbClr val="111111"/>
                </a:solidFill>
                <a:latin typeface="Calibri"/>
                <a:ea typeface="Calibri"/>
                <a:cs typeface="Calibri"/>
              </a:defRPr>
            </a:lvl4pPr>
            <a:lvl5pPr algn="ctr">
              <a:defRPr sz="1100" b="0" lang="ko-KR">
                <a:solidFill>
                  <a:srgbClr val="111111"/>
                </a:solidFill>
                <a:latin typeface="Calibri"/>
                <a:ea typeface="Calibri"/>
                <a:cs typeface="Calibri"/>
              </a:defRPr>
            </a:lvl5pPr>
            <a:lvl6pPr algn="ctr">
              <a:defRPr sz="1100" b="0" lang="ko-KR">
                <a:solidFill>
                  <a:srgbClr val="111111"/>
                </a:solidFill>
                <a:latin typeface="Calibri"/>
                <a:ea typeface="Calibri"/>
                <a:cs typeface="Calibri"/>
              </a:defRPr>
            </a:lvl6pPr>
            <a:lvl7pPr algn="ctr">
              <a:defRPr sz="1100" b="0" lang="ko-KR">
                <a:solidFill>
                  <a:srgbClr val="111111"/>
                </a:solidFill>
                <a:latin typeface="Calibri"/>
                <a:ea typeface="Calibri"/>
                <a:cs typeface="Calibri"/>
              </a:defRPr>
            </a:lvl7pPr>
            <a:lvl8pPr algn="ctr">
              <a:defRPr sz="1100" b="0" lang="ko-KR">
                <a:solidFill>
                  <a:srgbClr val="111111"/>
                </a:solidFill>
                <a:latin typeface="Calibri"/>
                <a:ea typeface="Calibri"/>
                <a:cs typeface="Calibri"/>
              </a:defRPr>
            </a:lvl8pPr>
            <a:lvl9pPr algn="ctr">
              <a:defRPr sz="1100" b="0" lang="ko-KR">
                <a:solidFill>
                  <a:srgbClr val="111111"/>
                </a:solidFill>
                <a:latin typeface="Calibri"/>
                <a:ea typeface="Calibri"/>
                <a:cs typeface="Calibri"/>
              </a:defRPr>
            </a:lvl9pPr>
          </a:lstStyle>
          <a:p>
            <a:pPr algn="ctr">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확인</a:t>
            </a:r>
            <a:endParaRPr lang="ko-KR">
              <a:latin typeface="Calibri"/>
              <a:ea typeface="Calibri"/>
              <a:cs typeface="Calibri"/>
            </a:endParaRPr>
          </a:p>
        </p:txBody>
      </p:sp>
    </p:spTree>
    <p:extLst>
      <p:ext uri="{BB962C8B-B14F-4D97-AF65-F5344CB8AC3E}">
        <p14:creationId val="111722778"/>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Unified slide title">
            <a:extLst>
              <a:ext uri="{FF2B5EF4-FFF2-40B4-BE49-F238E27FC236}">
                <ns2:creationId id="{6ED7FEA4-0C86-44F5-AA47-7A64BB74B57D}"/>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(보완 효과 상세)</a:t>
            </a:r>
            <a:endParaRPr lang="ko-KR">
              <a:latin typeface="Calibri"/>
              <a:ea typeface="Calibri"/>
              <a:cs typeface="Calibri"/>
            </a:endParaRPr>
          </a:p>
        </p:txBody>
      </p:sp>
      <p:sp>
        <p:nvSpPr>
          <p:cNvPr id="2" name="Workflow 과제 소개">
            <a:extLst>
              <a:ext uri="{FF2B5EF4-FFF2-40B4-BE49-F238E27FC236}">
                <ns2:creationId id="{DCC1D7BC-3910-4868-A5A2-7A7EBA9E495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AD67205-9B10-455E-9031-F6E3E4AA9A1F}"/>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45A254E-E327-4221-A592-39C821524DC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820ECE54-D034-40AD-868B-9E281EAB016E}"/>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2BFEDB-CDBF-48CC-89E5-AE8510A1A3F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14E29AB3-39DD-4762-A1A3-1D60EF95A85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43B0C1AF-E789-4E71-934A-BDF1BFA2FB3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00AECF5A-EBBC-43D6-BCAC-A411C82DAEB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693FE10B-FD4F-4563-B331-89E19E9ADFC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76A883F-E61D-492F-987B-F892BE3C5106}"/>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7531CA13-9C92-4039-9580-55314D3A26A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C06F8D5-D947-4929-BC44-BB5A945B646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19 / 36</a:t>
            </a:r>
            <a:endParaRPr lang="ko-KR">
              <a:latin typeface="Calibri"/>
              <a:ea typeface="Calibri"/>
              <a:cs typeface="Calibri"/>
            </a:endParaRPr>
          </a:p>
        </p:txBody>
      </p:sp>
      <p:sp>
        <p:nvSpPr>
          <p:cNvPr id="14" name="DP4 object 250">
            <a:extLst>
              <a:ext uri="{FF2B5EF4-FFF2-40B4-BE49-F238E27FC236}">
                <ns2:creationId id="{E68930DC-B3EA-44C0-A9D1-B81D3028FD6A}"/>
              </a:ext>
            </a:extLst>
          </p:cNvPr>
          <p:cNvSpPr>
            <a:spLocks noGrp="1"/>
          </p:cNvSpPr>
          <p:nvPr/>
        </p:nvSpPr>
        <p:spPr>
          <a:xfrm>
            <a:off x="266700" y="1190625"/>
            <a:ext cx="1762125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C1: 채택 조건의 원문을 먼저 제공해 인계 본문에서 전제가 빠지는 위험을 보완</a:t>
            </a:r>
            <a:endParaRPr lang="ko-KR">
              <a:latin typeface="Calibri"/>
              <a:ea typeface="Calibri"/>
              <a:cs typeface="Calibri"/>
            </a:endParaRPr>
          </a:p>
        </p:txBody>
      </p:sp>
      <p:sp>
        <p:nvSpPr>
          <p:cNvPr id="15" name="DP4 object 251">
            <a:extLst>
              <a:ext uri="{FF2B5EF4-FFF2-40B4-BE49-F238E27FC236}">
                <ns2:creationId id="{75FF20D7-D856-4C50-B7BA-224A6E33B71D}"/>
              </a:ext>
            </a:extLst>
          </p:cNvPr>
          <p:cNvSpPr>
            <a:spLocks noGrp="1"/>
          </p:cNvSpPr>
          <p:nvPr/>
        </p:nvSpPr>
        <p:spPr>
          <a:xfrm>
            <a:off x="266700" y="1685925"/>
            <a:ext cx="17430750" cy="3429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E3 실험: 목적을 바꾼 세 번 인계 × 3회 / C와 C1 각각 9개 인계</a:t>
            </a:r>
            <a:endParaRPr lang="ko-KR">
              <a:latin typeface="Calibri"/>
              <a:ea typeface="Calibri"/>
              <a:cs typeface="Calibri"/>
            </a:endParaRPr>
          </a:p>
        </p:txBody>
      </p:sp>
      <p:sp>
        <p:nvSpPr>
          <p:cNvPr id="16" name="DP4 object 252">
            <a:extLst>
              <a:ext uri="{FF2B5EF4-FFF2-40B4-BE49-F238E27FC236}">
                <ns2:creationId id="{0CF0BAB2-30AC-4748-BA70-90EC12B9E8C0}"/>
              </a:ext>
            </a:extLst>
          </p:cNvPr>
          <p:cNvSpPr>
            <a:spLocks noGrp="1"/>
          </p:cNvSpPr>
          <p:nvPr/>
        </p:nvSpPr>
        <p:spPr>
          <a:xfrm>
            <a:off x="228600" y="2209800"/>
            <a:ext cx="5638800" cy="6981825"/>
          </a:xfrm>
          <a:prstGeom prst="rect">
            <a:avLst/>
          </a:prstGeom>
          <a:noFill/>
          <a:ln w="28575">
            <a:solidFill>
              <a:srgbClr val="4676CB"/>
            </a:solidFill>
            <a:prstDash val="solid"/>
          </a:ln>
        </p:spPr>
      </p:sp>
      <p:sp>
        <p:nvSpPr>
          <p:cNvPr id="17" name="DP4 object 253">
            <a:extLst>
              <a:ext uri="{FF2B5EF4-FFF2-40B4-BE49-F238E27FC236}">
                <ns2:creationId id="{76494ABB-D4CC-4E40-AFAB-983058F6AC96}"/>
              </a:ext>
            </a:extLst>
          </p:cNvPr>
          <p:cNvSpPr>
            <a:spLocks noGrp="1"/>
          </p:cNvSpPr>
          <p:nvPr/>
        </p:nvSpPr>
        <p:spPr>
          <a:xfrm>
            <a:off x="228600" y="2209800"/>
            <a:ext cx="5638800" cy="466725"/>
          </a:xfrm>
          <a:prstGeom prst="rect">
            <a:avLst/>
          </a:prstGeom>
          <a:solidFill>
            <a:srgbClr val="C9E1B3"/>
          </a:solidFill>
          <a:ln w="0">
            <a:noFill/>
            <a:prstDash val="solid"/>
          </a:ln>
        </p:spPr>
        <p:txBody>
          <a:bodyPr wrap="none" lIns="171450" tIns="38100" rIns="171450" bIns="3810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기존 조건 출처가 있는 경우에 한정</a:t>
            </a:r>
            <a:endParaRPr lang="ko-KR">
              <a:latin typeface="Calibri"/>
              <a:ea typeface="Calibri"/>
              <a:cs typeface="Calibri"/>
            </a:endParaRPr>
          </a:p>
        </p:txBody>
      </p:sp>
      <p:sp>
        <p:nvSpPr>
          <p:cNvPr id="37" name="DP4 object 268">
            <a:extLst>
              <a:ext uri="{FF2B5EF4-FFF2-40B4-BE49-F238E27FC236}">
                <ns2:creationId id="{155969E9-E95E-43D9-AA89-BA64A21696C7}"/>
              </a:ext>
            </a:extLst>
          </p:cNvPr>
          <p:cNvSpPr>
            <a:spLocks noGrp="1"/>
          </p:cNvSpPr>
          <p:nvPr/>
        </p:nvSpPr>
        <p:spPr>
          <a:xfrm>
            <a:off x="504825" y="7991475"/>
            <a:ext cx="5095875" cy="647700"/>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전체 원문 읽기 20 → 21회</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사전 읽기 3회 추가 / 첨부 상태 최대 323byte</a:t>
            </a:r>
            <a:endParaRPr lang="ko-KR">
              <a:latin typeface="Calibri"/>
              <a:ea typeface="Calibri"/>
              <a:cs typeface="Calibri"/>
            </a:endParaRPr>
          </a:p>
        </p:txBody>
      </p:sp>
      <p:sp>
        <p:nvSpPr>
          <p:cNvPr id="38" name="DP4 object 269">
            <a:extLst>
              <a:ext uri="{FF2B5EF4-FFF2-40B4-BE49-F238E27FC236}">
                <ns2:creationId id="{B0D2122C-A002-4072-BD2B-681DADCA9AB5}"/>
              </a:ext>
            </a:extLst>
          </p:cNvPr>
          <p:cNvSpPr>
            <a:spLocks noGrp="1"/>
          </p:cNvSpPr>
          <p:nvPr/>
        </p:nvSpPr>
        <p:spPr>
          <a:xfrm>
            <a:off x="495300" y="8763000"/>
            <a:ext cx="5105400" cy="285750"/>
          </a:xfrm>
          <a:prstGeom prst="rect">
            <a:avLst/>
          </a:prstGeom>
          <a:noFill/>
          <a:ln w="0">
            <a:noFill/>
            <a:prstDash val="solid"/>
          </a:ln>
        </p:spPr>
        <p:txBody>
          <a:bodyPr wrap="none" lIns="0" tIns="0" rIns="0" bIns="0" anchor="ctr">
            <a:noAutofit/>
          </a:bodyPr>
          <a:lstStyle>
            <a:defPPr algn="ctr">
              <a:defRPr sz="1700" b="0" lang="ko-KR">
                <a:solidFill>
                  <a:srgbClr val="C00000"/>
                </a:solidFill>
                <a:latin typeface="Calibri"/>
                <a:ea typeface="Calibri"/>
                <a:cs typeface="Calibri"/>
              </a:defRPr>
            </a:defPPr>
            <a:lvl1pPr algn="ctr">
              <a:defRPr sz="1700" b="0" lang="ko-KR">
                <a:solidFill>
                  <a:srgbClr val="C00000"/>
                </a:solidFill>
                <a:latin typeface="Calibri"/>
                <a:ea typeface="Calibri"/>
                <a:cs typeface="Calibri"/>
              </a:defRPr>
            </a:lvl1pPr>
            <a:lvl2pPr algn="ctr">
              <a:defRPr sz="1700" b="0" lang="ko-KR">
                <a:solidFill>
                  <a:srgbClr val="C00000"/>
                </a:solidFill>
                <a:latin typeface="Calibri"/>
                <a:ea typeface="Calibri"/>
                <a:cs typeface="Calibri"/>
              </a:defRPr>
            </a:lvl2pPr>
            <a:lvl3pPr algn="ctr">
              <a:defRPr sz="1700" b="0" lang="ko-KR">
                <a:solidFill>
                  <a:srgbClr val="C00000"/>
                </a:solidFill>
                <a:latin typeface="Calibri"/>
                <a:ea typeface="Calibri"/>
                <a:cs typeface="Calibri"/>
              </a:defRPr>
            </a:lvl3pPr>
            <a:lvl4pPr algn="ctr">
              <a:defRPr sz="1700" b="0" lang="ko-KR">
                <a:solidFill>
                  <a:srgbClr val="C00000"/>
                </a:solidFill>
                <a:latin typeface="Calibri"/>
                <a:ea typeface="Calibri"/>
                <a:cs typeface="Calibri"/>
              </a:defRPr>
            </a:lvl4pPr>
            <a:lvl5pPr algn="ctr">
              <a:defRPr sz="1700" b="0" lang="ko-KR">
                <a:solidFill>
                  <a:srgbClr val="C00000"/>
                </a:solidFill>
                <a:latin typeface="Calibri"/>
                <a:ea typeface="Calibri"/>
                <a:cs typeface="Calibri"/>
              </a:defRPr>
            </a:lvl5pPr>
            <a:lvl6pPr algn="ctr">
              <a:defRPr sz="1700" b="0" lang="ko-KR">
                <a:solidFill>
                  <a:srgbClr val="C00000"/>
                </a:solidFill>
                <a:latin typeface="Calibri"/>
                <a:ea typeface="Calibri"/>
                <a:cs typeface="Calibri"/>
              </a:defRPr>
            </a:lvl6pPr>
            <a:lvl7pPr algn="ctr">
              <a:defRPr sz="1700" b="0" lang="ko-KR">
                <a:solidFill>
                  <a:srgbClr val="C00000"/>
                </a:solidFill>
                <a:latin typeface="Calibri"/>
                <a:ea typeface="Calibri"/>
                <a:cs typeface="Calibri"/>
              </a:defRPr>
            </a:lvl7pPr>
            <a:lvl8pPr algn="ctr">
              <a:defRPr sz="1700" b="0" lang="ko-KR">
                <a:solidFill>
                  <a:srgbClr val="C00000"/>
                </a:solidFill>
                <a:latin typeface="Calibri"/>
                <a:ea typeface="Calibri"/>
                <a:cs typeface="Calibri"/>
              </a:defRPr>
            </a:lvl8pPr>
            <a:lvl9pPr algn="ctr">
              <a:defRPr sz="1700" b="0" lang="ko-KR">
                <a:solidFill>
                  <a:srgbClr val="C00000"/>
                </a:solidFill>
                <a:latin typeface="Calibri"/>
                <a:ea typeface="Calibri"/>
                <a:cs typeface="Calibri"/>
              </a:defRPr>
            </a:lvl9pPr>
          </a:lstStyle>
          <a:p>
            <a:pPr algn="ctr">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조건 출처를 새로 만드는 비용은 미측정</a:t>
            </a:r>
            <a:endParaRPr lang="ko-KR">
              <a:latin typeface="Calibri"/>
              <a:ea typeface="Calibri"/>
              <a:cs typeface="Calibri"/>
            </a:endParaRPr>
          </a:p>
        </p:txBody>
      </p:sp>
      <p:sp>
        <p:nvSpPr>
          <p:cNvPr id="39" name="DP4 object 270">
            <a:extLst>
              <a:ext uri="{FF2B5EF4-FFF2-40B4-BE49-F238E27FC236}">
                <ns2:creationId id="{D479C6BB-C8BD-40EE-98B5-6CD05CE4C870}"/>
              </a:ext>
            </a:extLst>
          </p:cNvPr>
          <p:cNvSpPr>
            <a:spLocks noGrp="1"/>
          </p:cNvSpPr>
          <p:nvPr/>
        </p:nvSpPr>
        <p:spPr>
          <a:xfrm>
            <a:off x="6191250" y="2209800"/>
            <a:ext cx="11668125" cy="466725"/>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본문 조건 충족 4/9 → 9/9</a:t>
            </a:r>
            <a:endParaRPr lang="ko-KR">
              <a:latin typeface="Calibri"/>
              <a:ea typeface="Calibri"/>
              <a:cs typeface="Calibri"/>
            </a:endParaRPr>
          </a:p>
        </p:txBody>
      </p:sp>
      <p:sp>
        <p:nvSpPr>
          <p:cNvPr id="40" name="DP4 object 271">
            <a:extLst>
              <a:ext uri="{FF2B5EF4-FFF2-40B4-BE49-F238E27FC236}">
                <ns2:creationId id="{727C4045-E622-4633-8F7D-E3E24E8E6024}"/>
              </a:ext>
            </a:extLst>
          </p:cNvPr>
          <p:cNvSpPr>
            <a:spLocks noGrp="1"/>
          </p:cNvSpPr>
          <p:nvPr/>
        </p:nvSpPr>
        <p:spPr>
          <a:xfrm>
            <a:off x="6191250" y="2714625"/>
            <a:ext cx="117633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저자 본문 대조: C 충족4·오류2·모호2·미표시1 / C1 충족9  (QA02 아님)</a:t>
            </a:r>
            <a:endParaRPr lang="ko-KR">
              <a:latin typeface="Calibri"/>
              <a:ea typeface="Calibri"/>
              <a:cs typeface="Calibri"/>
            </a:endParaRPr>
          </a:p>
        </p:txBody>
      </p:sp>
      <p:graphicFrame>
        <p:nvGraphicFramePr>
          <p:cNvPr id="41" name="">
            <a:extLst>
              <a:ext uri="{FF2B5EF4-FFF2-40B4-BE49-F238E27FC236}">
                <ns2:creationId id="{C30F3438-4F5C-4BBC-B74F-30579916C5EF}"/>
              </a:ext>
            </a:extLst>
          </p:cNvPr>
          <p:cNvGraphicFramePr/>
          <p:nvPr/>
        </p:nvGraphicFramePr>
        <p:xfrm>
          <a:off x="6191250" y="3162300"/>
          <a:ext cx="11391900" cy="4019550"/>
        </p:xfrm>
        <a:graphic>
          <a:graphicData uri="http://schemas.openxmlformats.org/drawingml/2006/table">
            <a:tbl>
              <a:tblPr firstRow="0" bandRow="0" bandCol="0"/>
              <a:tblGrid>
                <a:gridCol w="3105150"/>
                <a:gridCol w="2533650"/>
                <a:gridCol w="2533650"/>
                <a:gridCol w="3219450"/>
              </a:tblGrid>
              <a:tr h="4000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4.256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4.271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첫 안내 개선 근거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본문 진단과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4.302 (8/9)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host 종료와 본문 정답은 별개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변경 과제 실행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0.0407024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복구 1호출 차이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45.269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43.254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관측값 / 개선 인과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8목표 전체 시간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30.532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31.519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+0.987초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N-H 구조 계약</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기존 구조 계약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2" name="DP4 object 272">
            <a:extLst>
              <a:ext uri="{FF2B5EF4-FFF2-40B4-BE49-F238E27FC236}">
                <ns2:creationId id="{E4DCA4F0-8FBB-4727-92A5-927E888BFC66}"/>
              </a:ext>
            </a:extLst>
          </p:cNvPr>
          <p:cNvSpPr>
            <a:spLocks noGrp="1"/>
          </p:cNvSpPr>
          <p:nvPr/>
        </p:nvSpPr>
        <p:spPr>
          <a:xfrm>
            <a:off x="6219825" y="7915275"/>
            <a:ext cx="11687175" cy="31432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복구 1호출 제외 비용: $0.0365256 → $0.0376028 (증가)</a:t>
            </a:r>
            <a:endParaRPr lang="ko-KR">
              <a:latin typeface="Calibri"/>
              <a:ea typeface="Calibri"/>
              <a:cs typeface="Calibri"/>
            </a:endParaRPr>
          </a:p>
        </p:txBody>
      </p:sp>
      <p:sp>
        <p:nvSpPr>
          <p:cNvPr id="43" name="DP4 object 273">
            <a:extLst>
              <a:ext uri="{FF2B5EF4-FFF2-40B4-BE49-F238E27FC236}">
                <ns2:creationId id="{AA5E7E07-14DE-438E-BB4A-D1D0C16CECEB}"/>
              </a:ext>
            </a:extLst>
          </p:cNvPr>
          <p:cNvSpPr>
            <a:spLocks noGrp="1"/>
          </p:cNvSpPr>
          <p:nvPr/>
        </p:nvSpPr>
        <p:spPr>
          <a:xfrm>
            <a:off x="6219825" y="8353425"/>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자동 literal 판정은 4/9 → 7/9. 위 9/9는 별도 저자 내용 대조다.</a:t>
            </a:r>
            <a:endParaRPr lang="ko-KR">
              <a:latin typeface="Calibri"/>
              <a:ea typeface="Calibri"/>
              <a:cs typeface="Calibri"/>
            </a:endParaRPr>
          </a:p>
        </p:txBody>
      </p:sp>
      <p:sp>
        <p:nvSpPr>
          <p:cNvPr id="44" name="DP4 object 274">
            <a:extLst>
              <a:ext uri="{FF2B5EF4-FFF2-40B4-BE49-F238E27FC236}">
                <ns2:creationId id="{4D817324-51A7-4F92-A0F5-A51FECBC9FEB}"/>
              </a:ext>
            </a:extLst>
          </p:cNvPr>
          <p:cNvSpPr>
            <a:spLocks noGrp="1"/>
          </p:cNvSpPr>
          <p:nvPr/>
        </p:nvSpPr>
        <p:spPr>
          <a:xfrm>
            <a:off x="6219825" y="8743950"/>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 미표시 1건: 안내되지 않은 host 수량 상한과 불일치. 원문 부족으로 분류하지 않음.</a:t>
            </a:r>
            <a:endParaRPr lang="ko-KR">
              <a:latin typeface="Calibri"/>
              <a:ea typeface="Calibri"/>
              <a:cs typeface="Calibri"/>
            </a:endParaRPr>
          </a:p>
        </p:txBody>
      </p:sp>
      <p:sp>
        <p:nvSpPr>
          <p:cNvPr id="45" name="Editable path 275">
            <a:extLst>
              <a:ext uri="{FF2B5EF4-FFF2-40B4-BE49-F238E27FC236}">
                <ns2:creationId id="{5AC7D4B1-5F5A-4044-87E2-8A8AB94E0040}"/>
              </a:ext>
            </a:extLst>
          </p:cNvPr>
          <p:cNvSpPr>
            <a:spLocks noGrp="1"/>
          </p:cNvSpPr>
          <p:nvPr/>
        </p:nvSpPr>
        <p:spPr>
          <a:xfrm>
            <a:off x="266700" y="9429750"/>
            <a:ext cx="17773650" cy="953"/>
          </a:xfrm>
          <a:custGeom>
            <a:pathLst>
              <a:path w="17773650" h="953">
                <a:moveTo>
                  <a:pt x="0" y="0"/>
                </a:moveTo>
                <a:lnTo>
                  <a:pt x="17773650" y="0"/>
                </a:lnTo>
              </a:path>
            </a:pathLst>
          </a:custGeom>
          <a:noFill/>
          <a:ln w="13335">
            <a:solidFill>
              <a:srgbClr val="4676CB"/>
            </a:solidFill>
            <a:prstDash val="solid"/>
          </a:ln>
        </p:spPr>
      </p:sp>
      <p:sp>
        <p:nvSpPr>
          <p:cNvPr id="46" name="DP4 object 276">
            <a:extLst>
              <a:ext uri="{FF2B5EF4-FFF2-40B4-BE49-F238E27FC236}">
                <ns2:creationId id="{1EE3728E-8D92-4E2C-AE32-10C7316AED5B}"/>
              </a:ext>
            </a:extLst>
          </p:cNvPr>
          <p:cNvSpPr>
            <a:spLocks noGrp="1"/>
          </p:cNvSpPr>
          <p:nvPr/>
        </p:nvSpPr>
        <p:spPr>
          <a:xfrm>
            <a:off x="266700" y="9525000"/>
            <a:ext cx="17430750" cy="2857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C1은 첫 안내 입력을 바꾸지 않음. C의 잘못된 첫 안내 1건도 보존. 본문 개선 전체를 사전 읽기만의 인과 효과로 단정하지 않음.</a:t>
            </a:r>
            <a:endParaRPr lang="ko-KR">
              <a:latin typeface="Calibri"/>
              <a:ea typeface="Calibri"/>
              <a:cs typeface="Calibri"/>
            </a:endParaRPr>
          </a:p>
        </p:txBody>
      </p:sp>
      <p:sp>
        <p:nvSpPr>
          <p:cNvPr id="47" name="DP4 object 277">
            <a:extLst>
              <a:ext uri="{FF2B5EF4-FFF2-40B4-BE49-F238E27FC236}">
                <ns2:creationId id="{53863AC6-5E45-42C9-9063-69C23CA9F767}"/>
              </a:ext>
            </a:extLst>
          </p:cNvPr>
          <p:cNvSpPr>
            <a:spLocks noGrp="1"/>
          </p:cNvSpPr>
          <p:nvPr/>
        </p:nvSpPr>
        <p:spPr>
          <a:xfrm>
            <a:off x="266700" y="9934575"/>
            <a:ext cx="172116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C2 cache는 전체 제공 시간이 7.602→8.784ms로 늘어 보류. C1+C2 조합 미실행. 기존 완료 캠페인 범위의 보완이다.</a:t>
            </a:r>
            <a:endParaRPr lang="ko-KR">
              <a:latin typeface="Calibri"/>
              <a:ea typeface="Calibri"/>
              <a:cs typeface="Calibri"/>
            </a:endParaRPr>
          </a:p>
        </p:txBody>
      </p:sp>
      <p:sp>
        <p:nvSpPr>
          <p:cNvPr id="1049" name="v10 label 검정 공통 / 파랑 C1   실선 요청 / 점선 반환">
            <a:extLst>
              <a:ext uri="{FF2B5EF4-FFF2-40B4-BE49-F238E27FC236}">
                <ns2:creationId id="{11B6FC68-B6F1-4792-8904-10A831FC814E}"/>
              </a:ext>
            </a:extLst>
          </p:cNvPr>
          <p:cNvSpPr>
            <a:spLocks noGrp="1"/>
          </p:cNvSpPr>
          <p:nvPr/>
        </p:nvSpPr>
        <p:spPr>
          <a:xfrm>
            <a:off x="428625" y="2781300"/>
            <a:ext cx="5257800" cy="190500"/>
          </a:xfrm>
          <a:prstGeom prst="rect">
            <a:avLst/>
          </a:prstGeom>
          <a:noFill/>
          <a:ln w="0">
            <a:noFill/>
          </a:ln>
        </p:spPr>
        <p:txBody>
          <a:bodyPr wrap="none" lIns="47625" tIns="19050" rIns="47625" bIns="19050" anchor="ctr">
            <a:noAutofit/>
          </a:bodyPr>
          <a:lstStyle>
            <a:defPPr algn="l">
              <a:defRPr sz="1200" b="0" lang="ko-KR">
                <a:solidFill>
                  <a:srgbClr val="111111"/>
                </a:solidFill>
                <a:latin typeface="Calibri"/>
                <a:ea typeface="Calibri"/>
                <a:cs typeface="Calibri"/>
              </a:defRPr>
            </a:defPPr>
            <a:lvl1pPr algn="l">
              <a:defRPr sz="1200" b="0" lang="ko-KR">
                <a:solidFill>
                  <a:srgbClr val="111111"/>
                </a:solidFill>
                <a:latin typeface="Calibri"/>
                <a:ea typeface="Calibri"/>
                <a:cs typeface="Calibri"/>
              </a:defRPr>
            </a:lvl1pPr>
            <a:lvl2pPr algn="l">
              <a:defRPr sz="1200" b="0" lang="ko-KR">
                <a:solidFill>
                  <a:srgbClr val="111111"/>
                </a:solidFill>
                <a:latin typeface="Calibri"/>
                <a:ea typeface="Calibri"/>
                <a:cs typeface="Calibri"/>
              </a:defRPr>
            </a:lvl2pPr>
            <a:lvl3pPr algn="l">
              <a:defRPr sz="1200" b="0" lang="ko-KR">
                <a:solidFill>
                  <a:srgbClr val="111111"/>
                </a:solidFill>
                <a:latin typeface="Calibri"/>
                <a:ea typeface="Calibri"/>
                <a:cs typeface="Calibri"/>
              </a:defRPr>
            </a:lvl3pPr>
            <a:lvl4pPr algn="l">
              <a:defRPr sz="1200" b="0" lang="ko-KR">
                <a:solidFill>
                  <a:srgbClr val="111111"/>
                </a:solidFill>
                <a:latin typeface="Calibri"/>
                <a:ea typeface="Calibri"/>
                <a:cs typeface="Calibri"/>
              </a:defRPr>
            </a:lvl4pPr>
            <a:lvl5pPr algn="l">
              <a:defRPr sz="1200" b="0" lang="ko-KR">
                <a:solidFill>
                  <a:srgbClr val="111111"/>
                </a:solidFill>
                <a:latin typeface="Calibri"/>
                <a:ea typeface="Calibri"/>
                <a:cs typeface="Calibri"/>
              </a:defRPr>
            </a:lvl5pPr>
            <a:lvl6pPr algn="l">
              <a:defRPr sz="1200" b="0" lang="ko-KR">
                <a:solidFill>
                  <a:srgbClr val="111111"/>
                </a:solidFill>
                <a:latin typeface="Calibri"/>
                <a:ea typeface="Calibri"/>
                <a:cs typeface="Calibri"/>
              </a:defRPr>
            </a:lvl6pPr>
            <a:lvl7pPr algn="l">
              <a:defRPr sz="1200" b="0" lang="ko-KR">
                <a:solidFill>
                  <a:srgbClr val="111111"/>
                </a:solidFill>
                <a:latin typeface="Calibri"/>
                <a:ea typeface="Calibri"/>
                <a:cs typeface="Calibri"/>
              </a:defRPr>
            </a:lvl7pPr>
            <a:lvl8pPr algn="l">
              <a:defRPr sz="1200" b="0" lang="ko-KR">
                <a:solidFill>
                  <a:srgbClr val="111111"/>
                </a:solidFill>
                <a:latin typeface="Calibri"/>
                <a:ea typeface="Calibri"/>
                <a:cs typeface="Calibri"/>
              </a:defRPr>
            </a:lvl8pPr>
            <a:lvl9pPr algn="l">
              <a:defRPr sz="1200" b="0" lang="ko-KR">
                <a:solidFill>
                  <a:srgbClr val="111111"/>
                </a:solidFill>
                <a:latin typeface="Calibri"/>
                <a:ea typeface="Calibri"/>
                <a:cs typeface="Calibri"/>
              </a:defRPr>
            </a:lvl9pPr>
          </a:lstStyle>
          <a:p>
            <a:pPr algn="l">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검정 공통 / 파랑 C1   실선 요청 / 점선 반환</a:t>
            </a:r>
            <a:endParaRPr lang="ko-KR">
              <a:latin typeface="Calibri"/>
              <a:ea typeface="Calibri"/>
              <a:cs typeface="Calibri"/>
            </a:endParaRPr>
          </a:p>
        </p:txBody>
      </p:sp>
      <p:sp>
        <p:nvSpPr>
          <p:cNvPr id="1050" name="v10 node:c1-cm">
            <a:extLst>
              <a:ext uri="{FF2B5EF4-FFF2-40B4-BE49-F238E27FC236}">
                <ns2:creationId id="{90E9DB46-70BA-4D14-BADE-FF37573BCC91}"/>
              </a:ext>
            </a:extLst>
          </p:cNvPr>
          <p:cNvSpPr>
            <a:spLocks noGrp="1"/>
          </p:cNvSpPr>
          <p:nvPr/>
        </p:nvSpPr>
        <p:spPr>
          <a:xfrm>
            <a:off x="476250" y="3000375"/>
            <a:ext cx="2381250" cy="2038350"/>
          </a:xfrm>
          <a:prstGeom prst="rect">
            <a:avLst/>
          </a:prstGeom>
          <a:solidFill>
            <a:srgbClr val="FFF6DD"/>
          </a:solidFill>
          <a:ln w="16193">
            <a:solidFill>
              <a:srgbClr val="111111"/>
            </a:solidFill>
          </a:ln>
        </p:spPr>
        <p:txBody>
          <a:bodyPr wrap="none" lIns="47625" tIns="19050" rIns="47625" bIns="169545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51" name="v10 divider c1-cm">
            <a:extLst>
              <a:ext uri="{FF2B5EF4-FFF2-40B4-BE49-F238E27FC236}">
                <ns2:creationId id="{425A34D2-AC9F-4C1D-A556-56B9C51A0DC0}"/>
              </a:ext>
            </a:extLst>
          </p:cNvPr>
          <p:cNvSpPr>
            <a:spLocks noGrp="1"/>
          </p:cNvSpPr>
          <p:nvPr/>
        </p:nvSpPr>
        <p:spPr>
          <a:xfrm>
            <a:off x="476250" y="3362325"/>
            <a:ext cx="2381250" cy="953"/>
          </a:xfrm>
          <a:custGeom>
            <a:pathLst>
              <a:path w="2381250" h="953">
                <a:moveTo>
                  <a:pt x="0" y="0"/>
                </a:moveTo>
                <a:lnTo>
                  <a:pt x="2381250" y="0"/>
                </a:lnTo>
              </a:path>
            </a:pathLst>
          </a:custGeom>
          <a:noFill/>
          <a:ln w="9525">
            <a:solidFill>
              <a:srgbClr val="111111"/>
            </a:solidFill>
            <a:prstDash val="solid"/>
          </a:ln>
        </p:spPr>
      </p:sp>
      <p:sp>
        <p:nvSpPr>
          <p:cNvPr id="1052" name="v10 node:c1-read">
            <a:extLst>
              <a:ext uri="{FF2B5EF4-FFF2-40B4-BE49-F238E27FC236}">
                <ns2:creationId id="{B5B274CA-2FE5-4CA5-89E2-FAD331E6F178}"/>
              </a:ext>
            </a:extLst>
          </p:cNvPr>
          <p:cNvSpPr>
            <a:spLocks noGrp="1"/>
          </p:cNvSpPr>
          <p:nvPr/>
        </p:nvSpPr>
        <p:spPr>
          <a:xfrm>
            <a:off x="619125" y="3467100"/>
            <a:ext cx="2095500" cy="323850"/>
          </a:xfrm>
          <a:prstGeom prst="roundRect">
            <a:avLst>
              <a:gd name="adj" fmla="val 23529"/>
            </a:avLst>
          </a:prstGeom>
          <a:solidFill>
            <a:srgbClr val="FFFFFF"/>
          </a:solidFill>
          <a:ln w="16193">
            <a:solidFill>
              <a:srgbClr val="4676CB"/>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및 범위 조회기</a:t>
            </a:r>
            <a:endParaRPr lang="ko-KR">
              <a:latin typeface="Calibri"/>
              <a:ea typeface="Calibri"/>
              <a:cs typeface="Calibri"/>
            </a:endParaRPr>
          </a:p>
        </p:txBody>
      </p:sp>
      <p:sp>
        <p:nvSpPr>
          <p:cNvPr id="1053" name="v10 node:c1-attachment">
            <a:extLst>
              <a:ext uri="{FF2B5EF4-FFF2-40B4-BE49-F238E27FC236}">
                <ns2:creationId id="{A7DED1BE-DBCB-444F-9F72-DDE45CFCD662}"/>
              </a:ext>
            </a:extLst>
          </p:cNvPr>
          <p:cNvSpPr>
            <a:spLocks noGrp="1"/>
          </p:cNvSpPr>
          <p:nvPr/>
        </p:nvSpPr>
        <p:spPr>
          <a:xfrm>
            <a:off x="619125" y="3952875"/>
            <a:ext cx="2095500" cy="476250"/>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조건 원문 첨부 상태</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(위임 수명)</a:t>
            </a:r>
            <a:endParaRPr lang="ko-KR">
              <a:latin typeface="Calibri"/>
              <a:ea typeface="Calibri"/>
              <a:cs typeface="Calibri"/>
            </a:endParaRPr>
          </a:p>
        </p:txBody>
      </p:sp>
      <p:sp>
        <p:nvSpPr>
          <p:cNvPr id="1054" name="v10 node:c1-manifest">
            <a:extLst>
              <a:ext uri="{FF2B5EF4-FFF2-40B4-BE49-F238E27FC236}">
                <ns2:creationId id="{E3B9DF6A-E941-4EEF-ABBF-24CD2A054463}"/>
              </a:ext>
            </a:extLst>
          </p:cNvPr>
          <p:cNvSpPr>
            <a:spLocks noGrp="1"/>
          </p:cNvSpPr>
          <p:nvPr/>
        </p:nvSpPr>
        <p:spPr>
          <a:xfrm>
            <a:off x="619125" y="4657725"/>
            <a:ext cx="2095500" cy="323850"/>
          </a:xfrm>
          <a:prstGeom prst="roundRect">
            <a:avLst>
              <a:gd name="adj" fmla="val 23529"/>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필수 명세 구성기</a:t>
            </a:r>
            <a:endParaRPr lang="ko-KR">
              <a:latin typeface="Calibri"/>
              <a:ea typeface="Calibri"/>
              <a:cs typeface="Calibri"/>
            </a:endParaRPr>
          </a:p>
        </p:txBody>
      </p:sp>
      <p:sp>
        <p:nvSpPr>
          <p:cNvPr id="1055" name="v10 node:c1-rc">
            <a:extLst>
              <a:ext uri="{FF2B5EF4-FFF2-40B4-BE49-F238E27FC236}">
                <ns2:creationId id="{ACDB7EB2-58A6-44B7-AC43-C035D0653C40}"/>
              </a:ext>
            </a:extLst>
          </p:cNvPr>
          <p:cNvSpPr>
            <a:spLocks noGrp="1"/>
          </p:cNvSpPr>
          <p:nvPr/>
        </p:nvSpPr>
        <p:spPr>
          <a:xfrm>
            <a:off x="3333750" y="3000375"/>
            <a:ext cx="2381250" cy="952500"/>
          </a:xfrm>
          <a:prstGeom prst="rect">
            <a:avLst/>
          </a:prstGeom>
          <a:solidFill>
            <a:srgbClr val="FFF6DD"/>
          </a:solidFill>
          <a:ln w="16193">
            <a:solidFill>
              <a:srgbClr val="111111"/>
            </a:solidFill>
          </a:ln>
        </p:spPr>
        <p:txBody>
          <a:bodyPr wrap="none" lIns="47625" tIns="19050" rIns="47625" bIns="60960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056" name="v10 divider c1-rc">
            <a:extLst>
              <a:ext uri="{FF2B5EF4-FFF2-40B4-BE49-F238E27FC236}">
                <ns2:creationId id="{A882EF78-B211-4477-865C-E8726CB4C848}"/>
              </a:ext>
            </a:extLst>
          </p:cNvPr>
          <p:cNvSpPr>
            <a:spLocks noGrp="1"/>
          </p:cNvSpPr>
          <p:nvPr/>
        </p:nvSpPr>
        <p:spPr>
          <a:xfrm>
            <a:off x="3333750" y="3362325"/>
            <a:ext cx="2381250" cy="953"/>
          </a:xfrm>
          <a:custGeom>
            <a:pathLst>
              <a:path w="2381250" h="953">
                <a:moveTo>
                  <a:pt x="0" y="0"/>
                </a:moveTo>
                <a:lnTo>
                  <a:pt x="2381250" y="0"/>
                </a:lnTo>
              </a:path>
            </a:pathLst>
          </a:custGeom>
          <a:noFill/>
          <a:ln w="9525">
            <a:solidFill>
              <a:srgbClr val="111111"/>
            </a:solidFill>
            <a:prstDash val="solid"/>
          </a:ln>
        </p:spPr>
      </p:sp>
      <p:sp>
        <p:nvSpPr>
          <p:cNvPr id="1057" name="v10 node:c1-permit">
            <a:extLst>
              <a:ext uri="{FF2B5EF4-FFF2-40B4-BE49-F238E27FC236}">
                <ns2:creationId id="{DDEC236C-6F3B-4EF5-BB8C-62AEF6CB2FE0}"/>
              </a:ext>
            </a:extLst>
          </p:cNvPr>
          <p:cNvSpPr>
            <a:spLocks noGrp="1"/>
          </p:cNvSpPr>
          <p:nvPr/>
        </p:nvSpPr>
        <p:spPr>
          <a:xfrm>
            <a:off x="3476625" y="3467100"/>
            <a:ext cx="2095500" cy="323850"/>
          </a:xfrm>
          <a:prstGeom prst="roundRect">
            <a:avLst>
              <a:gd name="adj" fmla="val 23529"/>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인계 검증 및 허가기</a:t>
            </a:r>
            <a:endParaRPr lang="ko-KR">
              <a:latin typeface="Calibri"/>
              <a:ea typeface="Calibri"/>
              <a:cs typeface="Calibri"/>
            </a:endParaRPr>
          </a:p>
        </p:txBody>
      </p:sp>
      <p:sp>
        <p:nvSpPr>
          <p:cNvPr id="1058" name="v10 node:c1-tm">
            <a:extLst>
              <a:ext uri="{FF2B5EF4-FFF2-40B4-BE49-F238E27FC236}">
                <ns2:creationId id="{921F75DD-656E-4366-A3C2-0B862A22C07C}"/>
              </a:ext>
            </a:extLst>
          </p:cNvPr>
          <p:cNvSpPr>
            <a:spLocks noGrp="1"/>
          </p:cNvSpPr>
          <p:nvPr/>
        </p:nvSpPr>
        <p:spPr>
          <a:xfrm>
            <a:off x="3333750" y="4572000"/>
            <a:ext cx="2381250" cy="952500"/>
          </a:xfrm>
          <a:prstGeom prst="rect">
            <a:avLst/>
          </a:prstGeom>
          <a:solidFill>
            <a:srgbClr val="FFF6DD"/>
          </a:solidFill>
          <a:ln w="16193">
            <a:solidFill>
              <a:srgbClr val="111111"/>
            </a:solidFill>
          </a:ln>
        </p:spPr>
        <p:txBody>
          <a:bodyPr wrap="none" lIns="47625" tIns="19050" rIns="47625" bIns="60960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Task Manager</a:t>
            </a:r>
            <a:endParaRPr lang="ko-KR">
              <a:latin typeface="Calibri"/>
              <a:ea typeface="Calibri"/>
              <a:cs typeface="Calibri"/>
            </a:endParaRPr>
          </a:p>
        </p:txBody>
      </p:sp>
      <p:sp>
        <p:nvSpPr>
          <p:cNvPr id="1059" name="v10 divider c1-tm">
            <a:extLst>
              <a:ext uri="{FF2B5EF4-FFF2-40B4-BE49-F238E27FC236}">
                <ns2:creationId id="{C6B9E296-7D32-47B0-A596-F8335CBFBDE7}"/>
              </a:ext>
            </a:extLst>
          </p:cNvPr>
          <p:cNvSpPr>
            <a:spLocks noGrp="1"/>
          </p:cNvSpPr>
          <p:nvPr/>
        </p:nvSpPr>
        <p:spPr>
          <a:xfrm>
            <a:off x="3333750" y="4933950"/>
            <a:ext cx="2381250" cy="953"/>
          </a:xfrm>
          <a:custGeom>
            <a:pathLst>
              <a:path w="2381250" h="953">
                <a:moveTo>
                  <a:pt x="0" y="0"/>
                </a:moveTo>
                <a:lnTo>
                  <a:pt x="2381250" y="0"/>
                </a:lnTo>
              </a:path>
            </a:pathLst>
          </a:custGeom>
          <a:noFill/>
          <a:ln w="9525">
            <a:solidFill>
              <a:srgbClr val="111111"/>
            </a:solidFill>
            <a:prstDash val="solid"/>
          </a:ln>
        </p:spPr>
      </p:sp>
      <p:sp>
        <p:nvSpPr>
          <p:cNvPr id="1060" name="v10 node:c1-command">
            <a:extLst>
              <a:ext uri="{FF2B5EF4-FFF2-40B4-BE49-F238E27FC236}">
                <ns2:creationId id="{5799D601-E31D-491E-92DA-1FF0A9B62007}"/>
              </a:ext>
            </a:extLst>
          </p:cNvPr>
          <p:cNvSpPr>
            <a:spLocks noGrp="1"/>
          </p:cNvSpPr>
          <p:nvPr/>
        </p:nvSpPr>
        <p:spPr>
          <a:xfrm>
            <a:off x="3476625" y="5038725"/>
            <a:ext cx="2095500" cy="323850"/>
          </a:xfrm>
          <a:prstGeom prst="roundRect">
            <a:avLst>
              <a:gd name="adj" fmla="val 23529"/>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Agent 명령 확정기</a:t>
            </a:r>
            <a:endParaRPr lang="ko-KR">
              <a:latin typeface="Calibri"/>
              <a:ea typeface="Calibri"/>
              <a:cs typeface="Calibri"/>
            </a:endParaRPr>
          </a:p>
        </p:txBody>
      </p:sp>
      <p:sp>
        <p:nvSpPr>
          <p:cNvPr id="1061" name="v10 node:c1-ag">
            <a:extLst>
              <a:ext uri="{FF2B5EF4-FFF2-40B4-BE49-F238E27FC236}">
                <ns2:creationId id="{00788D42-86C5-44F4-A391-626B310F9CC4}"/>
              </a:ext>
            </a:extLst>
          </p:cNvPr>
          <p:cNvSpPr>
            <a:spLocks noGrp="1"/>
          </p:cNvSpPr>
          <p:nvPr/>
        </p:nvSpPr>
        <p:spPr>
          <a:xfrm>
            <a:off x="3333750" y="6143625"/>
            <a:ext cx="2381250" cy="952500"/>
          </a:xfrm>
          <a:prstGeom prst="rect">
            <a:avLst/>
          </a:prstGeom>
          <a:solidFill>
            <a:srgbClr val="FFF6DD"/>
          </a:solidFill>
          <a:ln w="16193">
            <a:solidFill>
              <a:srgbClr val="111111"/>
            </a:solidFill>
          </a:ln>
        </p:spPr>
        <p:txBody>
          <a:bodyPr wrap="none" lIns="47625" tIns="19050" rIns="47625" bIns="60960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Agent Gateway</a:t>
            </a:r>
            <a:endParaRPr lang="ko-KR">
              <a:latin typeface="Calibri"/>
              <a:ea typeface="Calibri"/>
              <a:cs typeface="Calibri"/>
            </a:endParaRPr>
          </a:p>
        </p:txBody>
      </p:sp>
      <p:sp>
        <p:nvSpPr>
          <p:cNvPr id="1062" name="v10 divider c1-ag">
            <a:extLst>
              <a:ext uri="{FF2B5EF4-FFF2-40B4-BE49-F238E27FC236}">
                <ns2:creationId id="{A3B39F05-4CF7-45B3-95A0-3CB3FED805A2}"/>
              </a:ext>
            </a:extLst>
          </p:cNvPr>
          <p:cNvSpPr>
            <a:spLocks noGrp="1"/>
          </p:cNvSpPr>
          <p:nvPr/>
        </p:nvSpPr>
        <p:spPr>
          <a:xfrm>
            <a:off x="3333750" y="6505575"/>
            <a:ext cx="2381250" cy="953"/>
          </a:xfrm>
          <a:custGeom>
            <a:pathLst>
              <a:path w="2381250" h="953">
                <a:moveTo>
                  <a:pt x="0" y="0"/>
                </a:moveTo>
                <a:lnTo>
                  <a:pt x="2381250" y="0"/>
                </a:lnTo>
              </a:path>
            </a:pathLst>
          </a:custGeom>
          <a:noFill/>
          <a:ln w="9525">
            <a:solidFill>
              <a:srgbClr val="111111"/>
            </a:solidFill>
            <a:prstDash val="solid"/>
          </a:ln>
        </p:spPr>
      </p:sp>
      <p:sp>
        <p:nvSpPr>
          <p:cNvPr id="1063" name="v10 node:c1-send">
            <a:extLst>
              <a:ext uri="{FF2B5EF4-FFF2-40B4-BE49-F238E27FC236}">
                <ns2:creationId id="{B3096C8C-95B7-4D6A-BDAE-BC3562015CC6}"/>
              </a:ext>
            </a:extLst>
          </p:cNvPr>
          <p:cNvSpPr>
            <a:spLocks noGrp="1"/>
          </p:cNvSpPr>
          <p:nvPr/>
        </p:nvSpPr>
        <p:spPr>
          <a:xfrm>
            <a:off x="3476625" y="6619875"/>
            <a:ext cx="904875" cy="314325"/>
          </a:xfrm>
          <a:prstGeom prst="roundRect">
            <a:avLst>
              <a:gd name="adj" fmla="val 24242"/>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전송기</a:t>
            </a:r>
            <a:endParaRPr lang="ko-KR">
              <a:latin typeface="Calibri"/>
              <a:ea typeface="Calibri"/>
              <a:cs typeface="Calibri"/>
            </a:endParaRPr>
          </a:p>
        </p:txBody>
      </p:sp>
      <p:sp>
        <p:nvSpPr>
          <p:cNvPr id="1064" name="v10 node:c1-read-adapter">
            <a:extLst>
              <a:ext uri="{FF2B5EF4-FFF2-40B4-BE49-F238E27FC236}">
                <ns2:creationId id="{A666FD63-BC71-4A2D-A63A-654100822472}"/>
              </a:ext>
            </a:extLst>
          </p:cNvPr>
          <p:cNvSpPr>
            <a:spLocks noGrp="1"/>
          </p:cNvSpPr>
          <p:nvPr/>
        </p:nvSpPr>
        <p:spPr>
          <a:xfrm>
            <a:off x="4524375" y="6619875"/>
            <a:ext cx="1047750" cy="314325"/>
          </a:xfrm>
          <a:prstGeom prst="roundRect">
            <a:avLst>
              <a:gd name="adj" fmla="val 24242"/>
            </a:avLst>
          </a:prstGeom>
          <a:solidFill>
            <a:srgbClr val="FFFFFF"/>
          </a:solidFill>
          <a:ln w="16193">
            <a:solidFill>
              <a:srgbClr val="111111"/>
            </a:solid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READ 연결기</a:t>
            </a:r>
            <a:endParaRPr lang="ko-KR">
              <a:latin typeface="Calibri"/>
              <a:ea typeface="Calibri"/>
              <a:cs typeface="Calibri"/>
            </a:endParaRPr>
          </a:p>
        </p:txBody>
      </p:sp>
      <p:sp>
        <p:nvSpPr>
          <p:cNvPr id="1065" name="v10 node:c1-source">
            <a:extLst>
              <a:ext uri="{FF2B5EF4-FFF2-40B4-BE49-F238E27FC236}">
                <ns2:creationId id="{1E8C99A9-0D6A-4017-88F1-B7A1B15CD8B2}"/>
              </a:ext>
            </a:extLst>
          </p:cNvPr>
          <p:cNvSpPr>
            <a:spLocks noGrp="1"/>
          </p:cNvSpPr>
          <p:nvPr/>
        </p:nvSpPr>
        <p:spPr>
          <a:xfrm>
            <a:off x="476250" y="5619750"/>
            <a:ext cx="2381250" cy="95250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400" b="1" lang="ko-KR">
                <a:solidFill>
                  <a:srgbClr val="111111"/>
                </a:solidFill>
                <a:latin typeface="Calibri"/>
                <a:ea typeface="Calibri"/>
                <a:cs typeface="Calibri"/>
              </a:defRPr>
            </a:defPPr>
            <a:lvl1pPr algn="ctr">
              <a:defRPr sz="1400" b="1" lang="ko-KR">
                <a:solidFill>
                  <a:srgbClr val="111111"/>
                </a:solidFill>
                <a:latin typeface="Calibri"/>
                <a:ea typeface="Calibri"/>
                <a:cs typeface="Calibri"/>
              </a:defRPr>
            </a:lvl1pPr>
            <a:lvl2pPr algn="ctr">
              <a:defRPr sz="1400" b="1" lang="ko-KR">
                <a:solidFill>
                  <a:srgbClr val="111111"/>
                </a:solidFill>
                <a:latin typeface="Calibri"/>
                <a:ea typeface="Calibri"/>
                <a:cs typeface="Calibri"/>
              </a:defRPr>
            </a:lvl2pPr>
            <a:lvl3pPr algn="ctr">
              <a:defRPr sz="1400" b="1" lang="ko-KR">
                <a:solidFill>
                  <a:srgbClr val="111111"/>
                </a:solidFill>
                <a:latin typeface="Calibri"/>
                <a:ea typeface="Calibri"/>
                <a:cs typeface="Calibri"/>
              </a:defRPr>
            </a:lvl3pPr>
            <a:lvl4pPr algn="ctr">
              <a:defRPr sz="1400" b="1" lang="ko-KR">
                <a:solidFill>
                  <a:srgbClr val="111111"/>
                </a:solidFill>
                <a:latin typeface="Calibri"/>
                <a:ea typeface="Calibri"/>
                <a:cs typeface="Calibri"/>
              </a:defRPr>
            </a:lvl4pPr>
            <a:lvl5pPr algn="ctr">
              <a:defRPr sz="1400" b="1" lang="ko-KR">
                <a:solidFill>
                  <a:srgbClr val="111111"/>
                </a:solidFill>
                <a:latin typeface="Calibri"/>
                <a:ea typeface="Calibri"/>
                <a:cs typeface="Calibri"/>
              </a:defRPr>
            </a:lvl5pPr>
            <a:lvl6pPr algn="ctr">
              <a:defRPr sz="1400" b="1" lang="ko-KR">
                <a:solidFill>
                  <a:srgbClr val="111111"/>
                </a:solidFill>
                <a:latin typeface="Calibri"/>
                <a:ea typeface="Calibri"/>
                <a:cs typeface="Calibri"/>
              </a:defRPr>
            </a:lvl6pPr>
            <a:lvl7pPr algn="ctr">
              <a:defRPr sz="1400" b="1" lang="ko-KR">
                <a:solidFill>
                  <a:srgbClr val="111111"/>
                </a:solidFill>
                <a:latin typeface="Calibri"/>
                <a:ea typeface="Calibri"/>
                <a:cs typeface="Calibri"/>
              </a:defRPr>
            </a:lvl7pPr>
            <a:lvl8pPr algn="ctr">
              <a:defRPr sz="1400" b="1" lang="ko-KR">
                <a:solidFill>
                  <a:srgbClr val="111111"/>
                </a:solidFill>
                <a:latin typeface="Calibri"/>
                <a:ea typeface="Calibri"/>
                <a:cs typeface="Calibri"/>
              </a:defRPr>
            </a:lvl8pPr>
            <a:lvl9pPr algn="ctr">
              <a:defRPr sz="1400" b="1" lang="ko-KR">
                <a:solidFill>
                  <a:srgbClr val="111111"/>
                </a:solidFill>
                <a:latin typeface="Calibri"/>
                <a:ea typeface="Calibri"/>
                <a:cs typeface="Calibri"/>
              </a:defRPr>
            </a:lvl9pPr>
          </a:lstStyle>
          <a:p>
            <a:pPr algn="ctr">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채택 조건 원문</a:t>
            </a:r>
            <a:endParaRPr lang="ko-KR">
              <a:latin typeface="Calibri"/>
              <a:ea typeface="Calibri"/>
              <a:cs typeface="Calibri"/>
            </a:endParaRPr>
          </a:p>
          <a:p>
            <a:pPr algn="ctr">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source refs</a:t>
            </a:r>
            <a:endParaRPr lang="ko-KR">
              <a:latin typeface="Calibri"/>
              <a:ea typeface="Calibri"/>
              <a:cs typeface="Calibri"/>
            </a:endParaRPr>
          </a:p>
          <a:p>
            <a:pPr algn="ctr">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“가격이 같으면</a:t>
            </a:r>
            <a:endParaRPr lang="ko-KR">
              <a:latin typeface="Calibri"/>
              <a:ea typeface="Calibri"/>
              <a:cs typeface="Calibri"/>
            </a:endParaRPr>
          </a:p>
          <a:p>
            <a:pPr algn="ctr">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유지보수 기간 우선”</a:t>
            </a:r>
            <a:endParaRPr lang="ko-KR">
              <a:latin typeface="Calibri"/>
              <a:ea typeface="Calibri"/>
              <a:cs typeface="Calibri"/>
            </a:endParaRPr>
          </a:p>
        </p:txBody>
      </p:sp>
      <p:sp>
        <p:nvSpPr>
          <p:cNvPr id="1066" name="v10 node:c1-agent">
            <a:extLst>
              <a:ext uri="{FF2B5EF4-FFF2-40B4-BE49-F238E27FC236}">
                <ns2:creationId id="{88A51E7A-E3F7-48DA-BF72-16C093A1DE49}"/>
              </a:ext>
            </a:extLst>
          </p:cNvPr>
          <p:cNvSpPr>
            <a:spLocks noGrp="1"/>
          </p:cNvSpPr>
          <p:nvPr/>
        </p:nvSpPr>
        <p:spPr>
          <a:xfrm>
            <a:off x="3333750" y="7477125"/>
            <a:ext cx="2381250" cy="40005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300" b="1" lang="ko-KR">
                <a:solidFill>
                  <a:srgbClr val="111111"/>
                </a:solidFill>
                <a:latin typeface="Calibri"/>
                <a:ea typeface="Calibri"/>
                <a:cs typeface="Calibri"/>
              </a:defRPr>
            </a:defPPr>
            <a:lvl1pPr algn="ctr">
              <a:defRPr sz="1300" b="1" lang="ko-KR">
                <a:solidFill>
                  <a:srgbClr val="111111"/>
                </a:solidFill>
                <a:latin typeface="Calibri"/>
                <a:ea typeface="Calibri"/>
                <a:cs typeface="Calibri"/>
              </a:defRPr>
            </a:lvl1pPr>
            <a:lvl2pPr algn="ctr">
              <a:defRPr sz="1300" b="1" lang="ko-KR">
                <a:solidFill>
                  <a:srgbClr val="111111"/>
                </a:solidFill>
                <a:latin typeface="Calibri"/>
                <a:ea typeface="Calibri"/>
                <a:cs typeface="Calibri"/>
              </a:defRPr>
            </a:lvl2pPr>
            <a:lvl3pPr algn="ctr">
              <a:defRPr sz="1300" b="1" lang="ko-KR">
                <a:solidFill>
                  <a:srgbClr val="111111"/>
                </a:solidFill>
                <a:latin typeface="Calibri"/>
                <a:ea typeface="Calibri"/>
                <a:cs typeface="Calibri"/>
              </a:defRPr>
            </a:lvl3pPr>
            <a:lvl4pPr algn="ctr">
              <a:defRPr sz="1300" b="1" lang="ko-KR">
                <a:solidFill>
                  <a:srgbClr val="111111"/>
                </a:solidFill>
                <a:latin typeface="Calibri"/>
                <a:ea typeface="Calibri"/>
                <a:cs typeface="Calibri"/>
              </a:defRPr>
            </a:lvl4pPr>
            <a:lvl5pPr algn="ctr">
              <a:defRPr sz="1300" b="1" lang="ko-KR">
                <a:solidFill>
                  <a:srgbClr val="111111"/>
                </a:solidFill>
                <a:latin typeface="Calibri"/>
                <a:ea typeface="Calibri"/>
                <a:cs typeface="Calibri"/>
              </a:defRPr>
            </a:lvl5pPr>
            <a:lvl6pPr algn="ctr">
              <a:defRPr sz="1300" b="1" lang="ko-KR">
                <a:solidFill>
                  <a:srgbClr val="111111"/>
                </a:solidFill>
                <a:latin typeface="Calibri"/>
                <a:ea typeface="Calibri"/>
                <a:cs typeface="Calibri"/>
              </a:defRPr>
            </a:lvl6pPr>
            <a:lvl7pPr algn="ctr">
              <a:defRPr sz="1300" b="1" lang="ko-KR">
                <a:solidFill>
                  <a:srgbClr val="111111"/>
                </a:solidFill>
                <a:latin typeface="Calibri"/>
                <a:ea typeface="Calibri"/>
                <a:cs typeface="Calibri"/>
              </a:defRPr>
            </a:lvl7pPr>
            <a:lvl8pPr algn="ctr">
              <a:defRPr sz="1300" b="1" lang="ko-KR">
                <a:solidFill>
                  <a:srgbClr val="111111"/>
                </a:solidFill>
                <a:latin typeface="Calibri"/>
                <a:ea typeface="Calibri"/>
                <a:cs typeface="Calibri"/>
              </a:defRPr>
            </a:lvl8pPr>
            <a:lvl9pPr algn="ctr">
              <a:defRPr sz="1300" b="1" lang="ko-KR">
                <a:solidFill>
                  <a:srgbClr val="111111"/>
                </a:solidFill>
                <a:latin typeface="Calibri"/>
                <a:ea typeface="Calibri"/>
                <a:cs typeface="Calibri"/>
              </a:defRPr>
            </a:lvl9pPr>
          </a:lstStyle>
          <a:p>
            <a:pPr algn="ctr">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1067" name="v10 node:c1-detail-source">
            <a:extLst>
              <a:ext uri="{FF2B5EF4-FFF2-40B4-BE49-F238E27FC236}">
                <ns2:creationId id="{D64F69E4-358B-4F9B-89EB-3A474DA52C83}"/>
              </a:ext>
            </a:extLst>
          </p:cNvPr>
          <p:cNvSpPr>
            <a:spLocks noGrp="1"/>
          </p:cNvSpPr>
          <p:nvPr/>
        </p:nvSpPr>
        <p:spPr>
          <a:xfrm>
            <a:off x="476250" y="7381875"/>
            <a:ext cx="2381250" cy="47625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200" b="1" lang="ko-KR">
                <a:solidFill>
                  <a:srgbClr val="111111"/>
                </a:solidFill>
                <a:latin typeface="Calibri"/>
                <a:ea typeface="Calibri"/>
                <a:cs typeface="Calibri"/>
              </a:defRPr>
            </a:defPPr>
            <a:lvl1pPr algn="ctr">
              <a:defRPr sz="1200" b="1" lang="ko-KR">
                <a:solidFill>
                  <a:srgbClr val="111111"/>
                </a:solidFill>
                <a:latin typeface="Calibri"/>
                <a:ea typeface="Calibri"/>
                <a:cs typeface="Calibri"/>
              </a:defRPr>
            </a:lvl1pPr>
            <a:lvl2pPr algn="ctr">
              <a:defRPr sz="1200" b="1" lang="ko-KR">
                <a:solidFill>
                  <a:srgbClr val="111111"/>
                </a:solidFill>
                <a:latin typeface="Calibri"/>
                <a:ea typeface="Calibri"/>
                <a:cs typeface="Calibri"/>
              </a:defRPr>
            </a:lvl2pPr>
            <a:lvl3pPr algn="ctr">
              <a:defRPr sz="1200" b="1" lang="ko-KR">
                <a:solidFill>
                  <a:srgbClr val="111111"/>
                </a:solidFill>
                <a:latin typeface="Calibri"/>
                <a:ea typeface="Calibri"/>
                <a:cs typeface="Calibri"/>
              </a:defRPr>
            </a:lvl3pPr>
            <a:lvl4pPr algn="ctr">
              <a:defRPr sz="1200" b="1" lang="ko-KR">
                <a:solidFill>
                  <a:srgbClr val="111111"/>
                </a:solidFill>
                <a:latin typeface="Calibri"/>
                <a:ea typeface="Calibri"/>
                <a:cs typeface="Calibri"/>
              </a:defRPr>
            </a:lvl4pPr>
            <a:lvl5pPr algn="ctr">
              <a:defRPr sz="1200" b="1" lang="ko-KR">
                <a:solidFill>
                  <a:srgbClr val="111111"/>
                </a:solidFill>
                <a:latin typeface="Calibri"/>
                <a:ea typeface="Calibri"/>
                <a:cs typeface="Calibri"/>
              </a:defRPr>
            </a:lvl5pPr>
            <a:lvl6pPr algn="ctr">
              <a:defRPr sz="1200" b="1" lang="ko-KR">
                <a:solidFill>
                  <a:srgbClr val="111111"/>
                </a:solidFill>
                <a:latin typeface="Calibri"/>
                <a:ea typeface="Calibri"/>
                <a:cs typeface="Calibri"/>
              </a:defRPr>
            </a:lvl6pPr>
            <a:lvl7pPr algn="ctr">
              <a:defRPr sz="1200" b="1" lang="ko-KR">
                <a:solidFill>
                  <a:srgbClr val="111111"/>
                </a:solidFill>
                <a:latin typeface="Calibri"/>
                <a:ea typeface="Calibri"/>
                <a:cs typeface="Calibri"/>
              </a:defRPr>
            </a:lvl7pPr>
            <a:lvl8pPr algn="ctr">
              <a:defRPr sz="1200" b="1" lang="ko-KR">
                <a:solidFill>
                  <a:srgbClr val="111111"/>
                </a:solidFill>
                <a:latin typeface="Calibri"/>
                <a:ea typeface="Calibri"/>
                <a:cs typeface="Calibri"/>
              </a:defRPr>
            </a:lvl8pPr>
            <a:lvl9pPr algn="ctr">
              <a:defRPr sz="1200" b="1" lang="ko-KR">
                <a:solidFill>
                  <a:srgbClr val="111111"/>
                </a:solidFill>
                <a:latin typeface="Calibri"/>
                <a:ea typeface="Calibri"/>
                <a:cs typeface="Calibri"/>
              </a:defRPr>
            </a:lvl9pPr>
          </a:lstStyle>
          <a:p>
            <a:pPr algn="ctr">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허용된 상세 자료 원본</a:t>
            </a:r>
            <a:endParaRPr lang="ko-KR">
              <a:latin typeface="Calibri"/>
              <a:ea typeface="Calibri"/>
              <a:cs typeface="Calibri"/>
            </a:endParaRPr>
          </a:p>
          <a:p>
            <a:pPr algn="ctr">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기존 소유자 권위 유지</a:t>
            </a:r>
            <a:endParaRPr lang="ko-KR">
              <a:latin typeface="Calibri"/>
              <a:ea typeface="Calibri"/>
              <a:cs typeface="Calibri"/>
            </a:endParaRPr>
          </a:p>
        </p:txBody>
      </p:sp>
      <p:sp>
        <p:nvSpPr>
          <p:cNvPr id="1068" name="v10 edge:c1-authorize-read">
            <a:extLst>
              <a:ext uri="{FF2B5EF4-FFF2-40B4-BE49-F238E27FC236}">
                <ns2:creationId id="{17655ED3-D11F-4138-942B-8CF752059A52}"/>
              </a:ext>
            </a:extLst>
          </p:cNvPr>
          <p:cNvSpPr>
            <a:spLocks noGrp="1"/>
          </p:cNvSpPr>
          <p:nvPr/>
        </p:nvSpPr>
        <p:spPr>
          <a:xfrm>
            <a:off x="2714625" y="3571875"/>
            <a:ext cx="762000" cy="953"/>
          </a:xfrm>
          <a:custGeom>
            <a:pathLst>
              <a:path w="762000" h="953">
                <a:moveTo>
                  <a:pt x="762000" y="0"/>
                </a:moveTo>
                <a:lnTo>
                  <a:pt x="0" y="0"/>
                </a:lnTo>
              </a:path>
            </a:pathLst>
          </a:custGeom>
          <a:noFill/>
          <a:ln w="17145">
            <a:solidFill>
              <a:srgbClr val="4676CB"/>
            </a:solidFill>
            <a:prstDash val="solid"/>
          </a:ln>
        </p:spPr>
      </p:sp>
      <p:sp>
        <p:nvSpPr>
          <p:cNvPr id="1069" name="v10 arrow:c1-authorize-read">
            <a:extLst>
              <a:ext uri="{FF2B5EF4-FFF2-40B4-BE49-F238E27FC236}">
                <ns2:creationId id="{E665880D-92BA-4CA3-83AF-D1A78B4A984B}"/>
              </a:ext>
            </a:extLst>
          </p:cNvPr>
          <p:cNvSpPr>
            <a:spLocks noGrp="1"/>
          </p:cNvSpPr>
          <p:nvPr/>
        </p:nvSpPr>
        <p:spPr>
          <a:xfrm>
            <a:off x="2714625" y="3533775"/>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1070" name="v10 label 1 허가">
            <a:extLst>
              <a:ext uri="{FF2B5EF4-FFF2-40B4-BE49-F238E27FC236}">
                <ns2:creationId id="{21E6F687-F9AB-4599-BF57-946D0DF9111F}"/>
              </a:ext>
            </a:extLst>
          </p:cNvPr>
          <p:cNvSpPr>
            <a:spLocks noGrp="1"/>
          </p:cNvSpPr>
          <p:nvPr/>
        </p:nvSpPr>
        <p:spPr>
          <a:xfrm>
            <a:off x="2867025" y="3209925"/>
            <a:ext cx="571500"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1 허가</a:t>
            </a:r>
            <a:endParaRPr lang="ko-KR">
              <a:latin typeface="Calibri"/>
              <a:ea typeface="Calibri"/>
              <a:cs typeface="Calibri"/>
            </a:endParaRPr>
          </a:p>
        </p:txBody>
      </p:sp>
      <p:sp>
        <p:nvSpPr>
          <p:cNvPr id="1071" name="v10 edge:c1-source-read">
            <a:extLst>
              <a:ext uri="{FF2B5EF4-FFF2-40B4-BE49-F238E27FC236}">
                <ns2:creationId id="{8CA7468F-73C9-4261-8EBD-BFC84FCE42D8}"/>
              </a:ext>
            </a:extLst>
          </p:cNvPr>
          <p:cNvSpPr>
            <a:spLocks noGrp="1"/>
          </p:cNvSpPr>
          <p:nvPr/>
        </p:nvSpPr>
        <p:spPr>
          <a:xfrm>
            <a:off x="333375" y="3619500"/>
            <a:ext cx="285750" cy="2286000"/>
          </a:xfrm>
          <a:custGeom>
            <a:pathLst>
              <a:path w="285750" h="2286000">
                <a:moveTo>
                  <a:pt x="285750" y="0"/>
                </a:moveTo>
                <a:lnTo>
                  <a:pt x="0" y="0"/>
                </a:lnTo>
                <a:lnTo>
                  <a:pt x="0" y="2286000"/>
                </a:lnTo>
                <a:lnTo>
                  <a:pt x="142875" y="2286000"/>
                </a:lnTo>
              </a:path>
            </a:pathLst>
          </a:custGeom>
          <a:noFill/>
          <a:ln w="17145">
            <a:solidFill>
              <a:srgbClr val="4676CB"/>
            </a:solidFill>
            <a:prstDash val="solid"/>
          </a:ln>
        </p:spPr>
      </p:sp>
      <p:sp>
        <p:nvSpPr>
          <p:cNvPr id="1072" name="v10 arrow:c1-source-read">
            <a:extLst>
              <a:ext uri="{FF2B5EF4-FFF2-40B4-BE49-F238E27FC236}">
                <ns2:creationId id="{DEBCF475-36BD-4F61-8F26-2FF014684C82}"/>
              </a:ext>
            </a:extLst>
          </p:cNvPr>
          <p:cNvSpPr>
            <a:spLocks noGrp="1"/>
          </p:cNvSpPr>
          <p:nvPr/>
        </p:nvSpPr>
        <p:spPr>
          <a:xfrm>
            <a:off x="390525" y="58674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073" name="v10 label 원문 1~2행 읽기">
            <a:extLst>
              <a:ext uri="{FF2B5EF4-FFF2-40B4-BE49-F238E27FC236}">
                <ns2:creationId id="{8229806A-010C-48C2-ACF2-D965E17DA8F9}"/>
              </a:ext>
            </a:extLst>
          </p:cNvPr>
          <p:cNvSpPr>
            <a:spLocks noGrp="1"/>
          </p:cNvSpPr>
          <p:nvPr/>
        </p:nvSpPr>
        <p:spPr>
          <a:xfrm>
            <a:off x="571500" y="5219700"/>
            <a:ext cx="2190750" cy="2286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원문 1~2행 읽기</a:t>
            </a:r>
            <a:endParaRPr lang="ko-KR">
              <a:latin typeface="Calibri"/>
              <a:ea typeface="Calibri"/>
              <a:cs typeface="Calibri"/>
            </a:endParaRPr>
          </a:p>
        </p:txBody>
      </p:sp>
      <p:sp>
        <p:nvSpPr>
          <p:cNvPr id="1074" name="v10 edge:c1-source-return">
            <a:extLst>
              <a:ext uri="{FF2B5EF4-FFF2-40B4-BE49-F238E27FC236}">
                <ns2:creationId id="{3C4BB374-B976-43F2-A510-D7047ED67BD3}"/>
              </a:ext>
            </a:extLst>
          </p:cNvPr>
          <p:cNvSpPr>
            <a:spLocks noGrp="1"/>
          </p:cNvSpPr>
          <p:nvPr/>
        </p:nvSpPr>
        <p:spPr>
          <a:xfrm>
            <a:off x="238125" y="3714750"/>
            <a:ext cx="381000" cy="2571750"/>
          </a:xfrm>
          <a:custGeom>
            <a:pathLst>
              <a:path w="381000" h="2571750">
                <a:moveTo>
                  <a:pt x="238125" y="2571750"/>
                </a:moveTo>
                <a:lnTo>
                  <a:pt x="0" y="2571750"/>
                </a:lnTo>
                <a:lnTo>
                  <a:pt x="0" y="0"/>
                </a:lnTo>
                <a:lnTo>
                  <a:pt x="381000" y="0"/>
                </a:lnTo>
              </a:path>
            </a:pathLst>
          </a:custGeom>
          <a:noFill/>
          <a:ln w="17145">
            <a:solidFill>
              <a:srgbClr val="4676CB"/>
            </a:solidFill>
            <a:prstDash val="dash"/>
          </a:ln>
        </p:spPr>
      </p:sp>
      <p:sp>
        <p:nvSpPr>
          <p:cNvPr id="1075" name="v10 arrow:c1-source-return">
            <a:extLst>
              <a:ext uri="{FF2B5EF4-FFF2-40B4-BE49-F238E27FC236}">
                <ns2:creationId id="{B042B4F9-2D9A-496F-BBCC-E4B40B070CC7}"/>
              </a:ext>
            </a:extLst>
          </p:cNvPr>
          <p:cNvSpPr>
            <a:spLocks noGrp="1"/>
          </p:cNvSpPr>
          <p:nvPr/>
        </p:nvSpPr>
        <p:spPr>
          <a:xfrm>
            <a:off x="533400" y="36766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076" name="v10 edge:c1-attachment-save">
            <a:extLst>
              <a:ext uri="{FF2B5EF4-FFF2-40B4-BE49-F238E27FC236}">
                <ns2:creationId id="{8285F438-A2B4-4DF4-AD3D-1B0968D02E3E}"/>
              </a:ext>
            </a:extLst>
          </p:cNvPr>
          <p:cNvSpPr>
            <a:spLocks noGrp="1"/>
          </p:cNvSpPr>
          <p:nvPr/>
        </p:nvSpPr>
        <p:spPr>
          <a:xfrm>
            <a:off x="1666875" y="3790950"/>
            <a:ext cx="953" cy="161925"/>
          </a:xfrm>
          <a:custGeom>
            <a:pathLst>
              <a:path w="953" h="161925">
                <a:moveTo>
                  <a:pt x="0" y="0"/>
                </a:moveTo>
                <a:lnTo>
                  <a:pt x="0" y="161925"/>
                </a:lnTo>
              </a:path>
            </a:pathLst>
          </a:custGeom>
          <a:noFill/>
          <a:ln w="17145">
            <a:solidFill>
              <a:srgbClr val="4676CB"/>
            </a:solidFill>
            <a:prstDash val="solid"/>
          </a:ln>
        </p:spPr>
      </p:sp>
      <p:sp>
        <p:nvSpPr>
          <p:cNvPr id="1077" name="v10 arrow:c1-attachment-save">
            <a:extLst>
              <a:ext uri="{FF2B5EF4-FFF2-40B4-BE49-F238E27FC236}">
                <ns2:creationId id="{A6AC3DC5-BC2A-42E5-B7E7-201647D6CF7E}"/>
              </a:ext>
            </a:extLst>
          </p:cNvPr>
          <p:cNvSpPr>
            <a:spLocks noGrp="1"/>
          </p:cNvSpPr>
          <p:nvPr/>
        </p:nvSpPr>
        <p:spPr>
          <a:xfrm>
            <a:off x="1628775" y="3867150"/>
            <a:ext cx="76200" cy="85725"/>
          </a:xfrm>
          <a:custGeom>
            <a:pathLst>
              <a:path w="76200" h="85725">
                <a:moveTo>
                  <a:pt x="38100" y="85725"/>
                </a:moveTo>
                <a:lnTo>
                  <a:pt x="76200" y="0"/>
                </a:lnTo>
                <a:lnTo>
                  <a:pt x="0" y="0"/>
                </a:lnTo>
                <a:close/>
              </a:path>
            </a:pathLst>
          </a:custGeom>
          <a:solidFill>
            <a:srgbClr val="4676CB"/>
          </a:solidFill>
          <a:ln w="3810">
            <a:solidFill>
              <a:srgbClr val="4676CB"/>
            </a:solidFill>
          </a:ln>
        </p:spPr>
      </p:sp>
      <p:sp>
        <p:nvSpPr>
          <p:cNvPr id="1078" name="v10 edge:c1-attach-to-manifest">
            <a:extLst>
              <a:ext uri="{FF2B5EF4-FFF2-40B4-BE49-F238E27FC236}">
                <ns2:creationId id="{BCF340C4-9825-405D-8430-4F72ACCF9EBC}"/>
              </a:ext>
            </a:extLst>
          </p:cNvPr>
          <p:cNvSpPr>
            <a:spLocks noGrp="1"/>
          </p:cNvSpPr>
          <p:nvPr/>
        </p:nvSpPr>
        <p:spPr>
          <a:xfrm>
            <a:off x="1666875" y="4429125"/>
            <a:ext cx="953" cy="228600"/>
          </a:xfrm>
          <a:custGeom>
            <a:pathLst>
              <a:path w="953" h="228600">
                <a:moveTo>
                  <a:pt x="0" y="0"/>
                </a:moveTo>
                <a:lnTo>
                  <a:pt x="0" y="228600"/>
                </a:lnTo>
              </a:path>
            </a:pathLst>
          </a:custGeom>
          <a:noFill/>
          <a:ln w="17145">
            <a:solidFill>
              <a:srgbClr val="4676CB"/>
            </a:solidFill>
            <a:prstDash val="solid"/>
          </a:ln>
        </p:spPr>
      </p:sp>
      <p:sp>
        <p:nvSpPr>
          <p:cNvPr id="1079" name="v10 arrow:c1-attach-to-manifest">
            <a:extLst>
              <a:ext uri="{FF2B5EF4-FFF2-40B4-BE49-F238E27FC236}">
                <ns2:creationId id="{B2EC600A-F4B3-4204-8F93-BFFA1D8E979E}"/>
              </a:ext>
            </a:extLst>
          </p:cNvPr>
          <p:cNvSpPr>
            <a:spLocks noGrp="1"/>
          </p:cNvSpPr>
          <p:nvPr/>
        </p:nvSpPr>
        <p:spPr>
          <a:xfrm>
            <a:off x="1628775" y="4572000"/>
            <a:ext cx="76200" cy="85725"/>
          </a:xfrm>
          <a:custGeom>
            <a:pathLst>
              <a:path w="76200" h="85725">
                <a:moveTo>
                  <a:pt x="38100" y="85725"/>
                </a:moveTo>
                <a:lnTo>
                  <a:pt x="76200" y="0"/>
                </a:lnTo>
                <a:lnTo>
                  <a:pt x="0" y="0"/>
                </a:lnTo>
                <a:close/>
              </a:path>
            </a:pathLst>
          </a:custGeom>
          <a:solidFill>
            <a:srgbClr val="4676CB"/>
          </a:solidFill>
          <a:ln w="3810">
            <a:solidFill>
              <a:srgbClr val="4676CB"/>
            </a:solidFill>
          </a:ln>
        </p:spPr>
      </p:sp>
      <p:sp>
        <p:nvSpPr>
          <p:cNvPr id="1080" name="v10 label 명세 첨부">
            <a:extLst>
              <a:ext uri="{FF2B5EF4-FFF2-40B4-BE49-F238E27FC236}">
                <ns2:creationId id="{4CA3E5FB-A0FA-4C1F-9FBB-1547C907A85C}"/>
              </a:ext>
            </a:extLst>
          </p:cNvPr>
          <p:cNvSpPr>
            <a:spLocks noGrp="1"/>
          </p:cNvSpPr>
          <p:nvPr/>
        </p:nvSpPr>
        <p:spPr>
          <a:xfrm>
            <a:off x="1743075" y="4438650"/>
            <a:ext cx="1000125" cy="19050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명세 첨부</a:t>
            </a:r>
            <a:endParaRPr lang="ko-KR">
              <a:latin typeface="Calibri"/>
              <a:ea typeface="Calibri"/>
              <a:cs typeface="Calibri"/>
            </a:endParaRPr>
          </a:p>
        </p:txBody>
      </p:sp>
      <p:sp>
        <p:nvSpPr>
          <p:cNvPr id="1081" name="v10 edge:c1-proposal">
            <a:extLst>
              <a:ext uri="{FF2B5EF4-FFF2-40B4-BE49-F238E27FC236}">
                <ns2:creationId id="{8BEA1D9B-ADE9-40AC-995E-013C58CD730F}"/>
              </a:ext>
            </a:extLst>
          </p:cNvPr>
          <p:cNvSpPr>
            <a:spLocks noGrp="1"/>
          </p:cNvSpPr>
          <p:nvPr/>
        </p:nvSpPr>
        <p:spPr>
          <a:xfrm>
            <a:off x="2714625" y="3705225"/>
            <a:ext cx="762000" cy="1047750"/>
          </a:xfrm>
          <a:custGeom>
            <a:pathLst>
              <a:path w="762000" h="1047750">
                <a:moveTo>
                  <a:pt x="0" y="1047750"/>
                </a:moveTo>
                <a:lnTo>
                  <a:pt x="381000" y="1047750"/>
                </a:lnTo>
                <a:lnTo>
                  <a:pt x="381000" y="0"/>
                </a:lnTo>
                <a:lnTo>
                  <a:pt x="762000" y="0"/>
                </a:lnTo>
              </a:path>
            </a:pathLst>
          </a:custGeom>
          <a:noFill/>
          <a:ln w="17145">
            <a:solidFill>
              <a:srgbClr val="111111"/>
            </a:solidFill>
            <a:prstDash val="dash"/>
          </a:ln>
        </p:spPr>
      </p:sp>
      <p:sp>
        <p:nvSpPr>
          <p:cNvPr id="1082" name="v10 arrow:c1-proposal">
            <a:extLst>
              <a:ext uri="{FF2B5EF4-FFF2-40B4-BE49-F238E27FC236}">
                <ns2:creationId id="{F3715C63-5C00-418F-9857-23DA2408E40D}"/>
              </a:ext>
            </a:extLst>
          </p:cNvPr>
          <p:cNvSpPr>
            <a:spLocks noGrp="1"/>
          </p:cNvSpPr>
          <p:nvPr/>
        </p:nvSpPr>
        <p:spPr>
          <a:xfrm>
            <a:off x="3390900" y="36671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083" name="v10 label 2 명세">
            <a:extLst>
              <a:ext uri="{FF2B5EF4-FFF2-40B4-BE49-F238E27FC236}">
                <ns2:creationId id="{1662A30B-95FF-479B-9897-E938DED12870}"/>
              </a:ext>
            </a:extLst>
          </p:cNvPr>
          <p:cNvSpPr>
            <a:spLocks noGrp="1"/>
          </p:cNvSpPr>
          <p:nvPr/>
        </p:nvSpPr>
        <p:spPr>
          <a:xfrm>
            <a:off x="2867025" y="3981450"/>
            <a:ext cx="571500"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2 명세</a:t>
            </a:r>
            <a:endParaRPr lang="ko-KR">
              <a:latin typeface="Calibri"/>
              <a:ea typeface="Calibri"/>
              <a:cs typeface="Calibri"/>
            </a:endParaRPr>
          </a:p>
        </p:txBody>
      </p:sp>
      <p:sp>
        <p:nvSpPr>
          <p:cNvPr id="1084" name="v10 edge:c1-command-authority">
            <a:extLst>
              <a:ext uri="{FF2B5EF4-FFF2-40B4-BE49-F238E27FC236}">
                <ns2:creationId id="{681F87AE-CE60-4AF9-A9FB-2BBD077C9D8F}"/>
              </a:ext>
            </a:extLst>
          </p:cNvPr>
          <p:cNvSpPr>
            <a:spLocks noGrp="1"/>
          </p:cNvSpPr>
          <p:nvPr/>
        </p:nvSpPr>
        <p:spPr>
          <a:xfrm>
            <a:off x="5572125" y="3609975"/>
            <a:ext cx="238125" cy="1581150"/>
          </a:xfrm>
          <a:custGeom>
            <a:pathLst>
              <a:path w="238125" h="1581150">
                <a:moveTo>
                  <a:pt x="0" y="0"/>
                </a:moveTo>
                <a:lnTo>
                  <a:pt x="238125" y="0"/>
                </a:lnTo>
                <a:lnTo>
                  <a:pt x="238125" y="1581150"/>
                </a:lnTo>
                <a:lnTo>
                  <a:pt x="0" y="1581150"/>
                </a:lnTo>
              </a:path>
            </a:pathLst>
          </a:custGeom>
          <a:noFill/>
          <a:ln w="17145">
            <a:solidFill>
              <a:srgbClr val="111111"/>
            </a:solidFill>
            <a:prstDash val="solid"/>
          </a:ln>
        </p:spPr>
      </p:sp>
      <p:sp>
        <p:nvSpPr>
          <p:cNvPr id="1085" name="v10 arrow:c1-command-authority">
            <a:extLst>
              <a:ext uri="{FF2B5EF4-FFF2-40B4-BE49-F238E27FC236}">
                <ns2:creationId id="{57230E90-E2DD-4AB7-B999-BDA1841E2718}"/>
              </a:ext>
            </a:extLst>
          </p:cNvPr>
          <p:cNvSpPr>
            <a:spLocks noGrp="1"/>
          </p:cNvSpPr>
          <p:nvPr/>
        </p:nvSpPr>
        <p:spPr>
          <a:xfrm>
            <a:off x="5572125" y="51530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086" name="v10 label 3 현재 조건 / 전송 권한 확인">
            <a:extLst>
              <a:ext uri="{FF2B5EF4-FFF2-40B4-BE49-F238E27FC236}">
                <ns2:creationId id="{B75B121A-56EF-44CF-807B-C0D151477C14}"/>
              </a:ext>
            </a:extLst>
          </p:cNvPr>
          <p:cNvSpPr>
            <a:spLocks noGrp="1"/>
          </p:cNvSpPr>
          <p:nvPr/>
        </p:nvSpPr>
        <p:spPr>
          <a:xfrm>
            <a:off x="3390900" y="4171950"/>
            <a:ext cx="2324100" cy="228600"/>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3 현재 조건 / 전송 권한 확인</a:t>
            </a:r>
            <a:endParaRPr lang="ko-KR">
              <a:latin typeface="Calibri"/>
              <a:ea typeface="Calibri"/>
              <a:cs typeface="Calibri"/>
            </a:endParaRPr>
          </a:p>
        </p:txBody>
      </p:sp>
      <p:sp>
        <p:nvSpPr>
          <p:cNvPr id="1087" name="v10 edge:c1-command-send">
            <a:extLst>
              <a:ext uri="{FF2B5EF4-FFF2-40B4-BE49-F238E27FC236}">
                <ns2:creationId id="{3B6552AA-FAFA-43E9-A266-7725BE0786F6}"/>
              </a:ext>
            </a:extLst>
          </p:cNvPr>
          <p:cNvSpPr>
            <a:spLocks noGrp="1"/>
          </p:cNvSpPr>
          <p:nvPr/>
        </p:nvSpPr>
        <p:spPr>
          <a:xfrm>
            <a:off x="3209925" y="5219700"/>
            <a:ext cx="266700" cy="1552575"/>
          </a:xfrm>
          <a:custGeom>
            <a:pathLst>
              <a:path w="266700" h="1552575">
                <a:moveTo>
                  <a:pt x="266700" y="0"/>
                </a:moveTo>
                <a:lnTo>
                  <a:pt x="0" y="0"/>
                </a:lnTo>
                <a:lnTo>
                  <a:pt x="0" y="1552575"/>
                </a:lnTo>
                <a:lnTo>
                  <a:pt x="266700" y="1552575"/>
                </a:lnTo>
              </a:path>
            </a:pathLst>
          </a:custGeom>
          <a:noFill/>
          <a:ln w="17145">
            <a:solidFill>
              <a:srgbClr val="111111"/>
            </a:solidFill>
            <a:prstDash val="solid"/>
          </a:ln>
        </p:spPr>
      </p:sp>
      <p:sp>
        <p:nvSpPr>
          <p:cNvPr id="1088" name="v10 arrow:c1-command-send">
            <a:extLst>
              <a:ext uri="{FF2B5EF4-FFF2-40B4-BE49-F238E27FC236}">
                <ns2:creationId id="{054B876D-97C5-4C00-8BBF-C8F70C790F70}"/>
              </a:ext>
            </a:extLst>
          </p:cNvPr>
          <p:cNvSpPr>
            <a:spLocks noGrp="1"/>
          </p:cNvSpPr>
          <p:nvPr/>
        </p:nvSpPr>
        <p:spPr>
          <a:xfrm>
            <a:off x="3390900" y="673417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089" name="v10 label 4 명령 전달">
            <a:extLst>
              <a:ext uri="{FF2B5EF4-FFF2-40B4-BE49-F238E27FC236}">
                <ns2:creationId id="{4803DF8F-41EE-45E2-827F-F5876789AF0C}"/>
              </a:ext>
            </a:extLst>
          </p:cNvPr>
          <p:cNvSpPr>
            <a:spLocks noGrp="1"/>
          </p:cNvSpPr>
          <p:nvPr/>
        </p:nvSpPr>
        <p:spPr>
          <a:xfrm>
            <a:off x="3400425" y="5715000"/>
            <a:ext cx="2219325" cy="219075"/>
          </a:xfrm>
          <a:prstGeom prst="rect">
            <a:avLst/>
          </a:prstGeom>
          <a:solidFill>
            <a:srgbClr val="FFFFFF"/>
          </a:solidFill>
          <a:ln w="0">
            <a:noFill/>
          </a:ln>
        </p:spPr>
        <p:txBody>
          <a:bodyPr wrap="none" lIns="47625" tIns="19050" rIns="47625" bIns="190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4 명령 전달</a:t>
            </a:r>
            <a:endParaRPr lang="ko-KR">
              <a:latin typeface="Calibri"/>
              <a:ea typeface="Calibri"/>
              <a:cs typeface="Calibri"/>
            </a:endParaRPr>
          </a:p>
        </p:txBody>
      </p:sp>
      <p:sp>
        <p:nvSpPr>
          <p:cNvPr id="1090" name="v10 edge:c1-send-contract">
            <a:extLst>
              <a:ext uri="{FF2B5EF4-FFF2-40B4-BE49-F238E27FC236}">
                <ns2:creationId id="{7F38C3AA-A5BE-4A4A-917E-CDF71B47F250}"/>
              </a:ext>
            </a:extLst>
          </p:cNvPr>
          <p:cNvSpPr>
            <a:spLocks noGrp="1"/>
          </p:cNvSpPr>
          <p:nvPr/>
        </p:nvSpPr>
        <p:spPr>
          <a:xfrm>
            <a:off x="3924300" y="6934200"/>
            <a:ext cx="953" cy="542925"/>
          </a:xfrm>
          <a:custGeom>
            <a:pathLst>
              <a:path w="953" h="542925">
                <a:moveTo>
                  <a:pt x="0" y="0"/>
                </a:moveTo>
                <a:lnTo>
                  <a:pt x="0" y="542925"/>
                </a:lnTo>
              </a:path>
            </a:pathLst>
          </a:custGeom>
          <a:noFill/>
          <a:ln w="17145">
            <a:solidFill>
              <a:srgbClr val="111111"/>
            </a:solidFill>
            <a:prstDash val="solid"/>
          </a:ln>
        </p:spPr>
      </p:sp>
      <p:sp>
        <p:nvSpPr>
          <p:cNvPr id="1091" name="v10 arrow:c1-send-contract">
            <a:extLst>
              <a:ext uri="{FF2B5EF4-FFF2-40B4-BE49-F238E27FC236}">
                <ns2:creationId id="{CF964FF2-07C7-4ECB-AE30-874CBC768386}"/>
              </a:ext>
            </a:extLst>
          </p:cNvPr>
          <p:cNvSpPr>
            <a:spLocks noGrp="1"/>
          </p:cNvSpPr>
          <p:nvPr/>
        </p:nvSpPr>
        <p:spPr>
          <a:xfrm>
            <a:off x="3886200" y="739140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92" name="v10 label 5 계약 전송">
            <a:extLst>
              <a:ext uri="{FF2B5EF4-FFF2-40B4-BE49-F238E27FC236}">
                <ns2:creationId id="{CB2B8A62-CF5A-49EB-8AA9-6FD94BC20419}"/>
              </a:ext>
            </a:extLst>
          </p:cNvPr>
          <p:cNvSpPr>
            <a:spLocks noGrp="1"/>
          </p:cNvSpPr>
          <p:nvPr/>
        </p:nvSpPr>
        <p:spPr>
          <a:xfrm>
            <a:off x="3381375" y="7105650"/>
            <a:ext cx="1066800" cy="1714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5 계약 전송</a:t>
            </a:r>
            <a:endParaRPr lang="ko-KR">
              <a:latin typeface="Calibri"/>
              <a:ea typeface="Calibri"/>
              <a:cs typeface="Calibri"/>
            </a:endParaRPr>
          </a:p>
        </p:txBody>
      </p:sp>
      <p:sp>
        <p:nvSpPr>
          <p:cNvPr id="1093" name="v10 edge:c1-agent-read">
            <a:extLst>
              <a:ext uri="{FF2B5EF4-FFF2-40B4-BE49-F238E27FC236}">
                <ns2:creationId id="{7BE4698A-6450-49C1-A2B2-7FC38B3654D7}"/>
              </a:ext>
            </a:extLst>
          </p:cNvPr>
          <p:cNvSpPr>
            <a:spLocks noGrp="1"/>
          </p:cNvSpPr>
          <p:nvPr/>
        </p:nvSpPr>
        <p:spPr>
          <a:xfrm>
            <a:off x="5572125" y="6772275"/>
            <a:ext cx="257175" cy="904875"/>
          </a:xfrm>
          <a:custGeom>
            <a:pathLst>
              <a:path w="257175" h="904875">
                <a:moveTo>
                  <a:pt x="142875" y="904875"/>
                </a:moveTo>
                <a:lnTo>
                  <a:pt x="257175" y="904875"/>
                </a:lnTo>
                <a:lnTo>
                  <a:pt x="257175" y="0"/>
                </a:lnTo>
                <a:lnTo>
                  <a:pt x="0" y="0"/>
                </a:lnTo>
              </a:path>
            </a:pathLst>
          </a:custGeom>
          <a:noFill/>
          <a:ln w="17145">
            <a:solidFill>
              <a:srgbClr val="111111"/>
            </a:solidFill>
            <a:prstDash val="solid"/>
          </a:ln>
        </p:spPr>
      </p:sp>
      <p:sp>
        <p:nvSpPr>
          <p:cNvPr id="1094" name="v10 arrow:c1-agent-read">
            <a:extLst>
              <a:ext uri="{FF2B5EF4-FFF2-40B4-BE49-F238E27FC236}">
                <ns2:creationId id="{C8D9C62C-12AD-40B9-AA55-1B23B8ABD6E0}"/>
              </a:ext>
            </a:extLst>
          </p:cNvPr>
          <p:cNvSpPr>
            <a:spLocks noGrp="1"/>
          </p:cNvSpPr>
          <p:nvPr/>
        </p:nvSpPr>
        <p:spPr>
          <a:xfrm>
            <a:off x="5572125" y="67341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095" name="v10 edge:c1-serving-request">
            <a:extLst>
              <a:ext uri="{FF2B5EF4-FFF2-40B4-BE49-F238E27FC236}">
                <ns2:creationId id="{CFE1191C-6C11-421E-8446-1CA414056CF6}"/>
              </a:ext>
            </a:extLst>
          </p:cNvPr>
          <p:cNvSpPr>
            <a:spLocks noGrp="1"/>
          </p:cNvSpPr>
          <p:nvPr/>
        </p:nvSpPr>
        <p:spPr>
          <a:xfrm>
            <a:off x="2714625" y="3648075"/>
            <a:ext cx="1809750" cy="3638550"/>
          </a:xfrm>
          <a:custGeom>
            <a:pathLst>
              <a:path w="1809750" h="3638550">
                <a:moveTo>
                  <a:pt x="1809750" y="3057525"/>
                </a:moveTo>
                <a:lnTo>
                  <a:pt x="1743075" y="3057525"/>
                </a:lnTo>
                <a:lnTo>
                  <a:pt x="1743075" y="3638550"/>
                </a:lnTo>
                <a:lnTo>
                  <a:pt x="257175" y="3638550"/>
                </a:lnTo>
                <a:lnTo>
                  <a:pt x="257175" y="0"/>
                </a:lnTo>
                <a:lnTo>
                  <a:pt x="0" y="0"/>
                </a:lnTo>
              </a:path>
            </a:pathLst>
          </a:custGeom>
          <a:noFill/>
          <a:ln w="17145">
            <a:solidFill>
              <a:srgbClr val="111111"/>
            </a:solidFill>
            <a:prstDash val="solid"/>
          </a:ln>
        </p:spPr>
      </p:sp>
      <p:sp>
        <p:nvSpPr>
          <p:cNvPr id="1096" name="v10 arrow:c1-serving-request">
            <a:extLst>
              <a:ext uri="{FF2B5EF4-FFF2-40B4-BE49-F238E27FC236}">
                <ns2:creationId id="{30E558CC-9EF8-48E9-A801-061DCE262797}"/>
              </a:ext>
            </a:extLst>
          </p:cNvPr>
          <p:cNvSpPr>
            <a:spLocks noGrp="1"/>
          </p:cNvSpPr>
          <p:nvPr/>
        </p:nvSpPr>
        <p:spPr>
          <a:xfrm>
            <a:off x="2714625" y="36099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097" name="v10 label 상세 READ 요청&#10;기존 범위 / 권한 검사">
            <a:extLst>
              <a:ext uri="{FF2B5EF4-FFF2-40B4-BE49-F238E27FC236}">
                <ns2:creationId id="{E1A4C880-C49A-4EF9-AD83-A2206066C156}"/>
              </a:ext>
            </a:extLst>
          </p:cNvPr>
          <p:cNvSpPr>
            <a:spLocks noGrp="1"/>
          </p:cNvSpPr>
          <p:nvPr/>
        </p:nvSpPr>
        <p:spPr>
          <a:xfrm>
            <a:off x="552450" y="6781800"/>
            <a:ext cx="2305050" cy="4572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상세 READ 요청</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기존 범위 / 권한 검사</a:t>
            </a:r>
            <a:endParaRPr lang="ko-KR">
              <a:latin typeface="Calibri"/>
              <a:ea typeface="Calibri"/>
              <a:cs typeface="Calibri"/>
            </a:endParaRPr>
          </a:p>
        </p:txBody>
      </p:sp>
      <p:sp>
        <p:nvSpPr>
          <p:cNvPr id="1098" name="v10 edge:c1-serving-result">
            <a:extLst>
              <a:ext uri="{FF2B5EF4-FFF2-40B4-BE49-F238E27FC236}">
                <ns2:creationId id="{99C6FA31-2502-4096-B4FA-DAFD3E97E051}"/>
              </a:ext>
            </a:extLst>
          </p:cNvPr>
          <p:cNvSpPr>
            <a:spLocks noGrp="1"/>
          </p:cNvSpPr>
          <p:nvPr/>
        </p:nvSpPr>
        <p:spPr>
          <a:xfrm>
            <a:off x="2714625" y="3743325"/>
            <a:ext cx="1809750" cy="3590925"/>
          </a:xfrm>
          <a:custGeom>
            <a:pathLst>
              <a:path w="1809750" h="3590925">
                <a:moveTo>
                  <a:pt x="0" y="0"/>
                </a:moveTo>
                <a:lnTo>
                  <a:pt x="200025" y="0"/>
                </a:lnTo>
                <a:lnTo>
                  <a:pt x="200025" y="3590925"/>
                </a:lnTo>
                <a:lnTo>
                  <a:pt x="1733550" y="3590925"/>
                </a:lnTo>
                <a:lnTo>
                  <a:pt x="1733550" y="3105150"/>
                </a:lnTo>
                <a:lnTo>
                  <a:pt x="1809750" y="3105150"/>
                </a:lnTo>
              </a:path>
            </a:pathLst>
          </a:custGeom>
          <a:noFill/>
          <a:ln w="17145">
            <a:solidFill>
              <a:srgbClr val="111111"/>
            </a:solidFill>
            <a:prstDash val="dash"/>
          </a:ln>
        </p:spPr>
      </p:sp>
      <p:sp>
        <p:nvSpPr>
          <p:cNvPr id="1099" name="v10 arrow:c1-serving-result">
            <a:extLst>
              <a:ext uri="{FF2B5EF4-FFF2-40B4-BE49-F238E27FC236}">
                <ns2:creationId id="{85787789-BB25-4DE2-B7A8-15AE2EB63A84}"/>
              </a:ext>
            </a:extLst>
          </p:cNvPr>
          <p:cNvSpPr>
            <a:spLocks noGrp="1"/>
          </p:cNvSpPr>
          <p:nvPr/>
        </p:nvSpPr>
        <p:spPr>
          <a:xfrm>
            <a:off x="4438650" y="681037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00" name="v10 edge:c1-detail-read">
            <a:extLst>
              <a:ext uri="{FF2B5EF4-FFF2-40B4-BE49-F238E27FC236}">
                <ns2:creationId id="{A761893B-0492-4564-B5B3-8775ACA29621}"/>
              </a:ext>
            </a:extLst>
          </p:cNvPr>
          <p:cNvSpPr>
            <a:spLocks noGrp="1"/>
          </p:cNvSpPr>
          <p:nvPr/>
        </p:nvSpPr>
        <p:spPr>
          <a:xfrm>
            <a:off x="400050" y="3771900"/>
            <a:ext cx="219075" cy="3752850"/>
          </a:xfrm>
          <a:custGeom>
            <a:pathLst>
              <a:path w="219075" h="3752850">
                <a:moveTo>
                  <a:pt x="219075" y="0"/>
                </a:moveTo>
                <a:lnTo>
                  <a:pt x="0" y="0"/>
                </a:lnTo>
                <a:lnTo>
                  <a:pt x="0" y="3752850"/>
                </a:lnTo>
                <a:lnTo>
                  <a:pt x="76200" y="3752850"/>
                </a:lnTo>
              </a:path>
            </a:pathLst>
          </a:custGeom>
          <a:noFill/>
          <a:ln w="17145">
            <a:solidFill>
              <a:srgbClr val="111111"/>
            </a:solidFill>
            <a:prstDash val="solid"/>
          </a:ln>
        </p:spPr>
      </p:sp>
      <p:sp>
        <p:nvSpPr>
          <p:cNvPr id="1101" name="v10 arrow:c1-detail-read">
            <a:extLst>
              <a:ext uri="{FF2B5EF4-FFF2-40B4-BE49-F238E27FC236}">
                <ns2:creationId id="{078F6F3F-EC98-497E-BA95-03B68C2034AF}"/>
              </a:ext>
            </a:extLst>
          </p:cNvPr>
          <p:cNvSpPr>
            <a:spLocks noGrp="1"/>
          </p:cNvSpPr>
          <p:nvPr/>
        </p:nvSpPr>
        <p:spPr>
          <a:xfrm>
            <a:off x="390525" y="74866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02" name="v10 edge:c1-detail-return">
            <a:extLst>
              <a:ext uri="{FF2B5EF4-FFF2-40B4-BE49-F238E27FC236}">
                <ns2:creationId id="{7BB978A2-6E36-433C-900F-ADB2A675627E}"/>
              </a:ext>
            </a:extLst>
          </p:cNvPr>
          <p:cNvSpPr>
            <a:spLocks noGrp="1"/>
          </p:cNvSpPr>
          <p:nvPr/>
        </p:nvSpPr>
        <p:spPr>
          <a:xfrm>
            <a:off x="438150" y="3762375"/>
            <a:ext cx="180975" cy="3962400"/>
          </a:xfrm>
          <a:custGeom>
            <a:pathLst>
              <a:path w="180975" h="3962400">
                <a:moveTo>
                  <a:pt x="38100" y="3962400"/>
                </a:moveTo>
                <a:lnTo>
                  <a:pt x="0" y="3962400"/>
                </a:lnTo>
                <a:lnTo>
                  <a:pt x="0" y="0"/>
                </a:lnTo>
                <a:lnTo>
                  <a:pt x="180975" y="0"/>
                </a:lnTo>
              </a:path>
            </a:pathLst>
          </a:custGeom>
          <a:noFill/>
          <a:ln w="17145">
            <a:solidFill>
              <a:srgbClr val="111111"/>
            </a:solidFill>
            <a:prstDash val="dash"/>
          </a:ln>
        </p:spPr>
      </p:sp>
      <p:sp>
        <p:nvSpPr>
          <p:cNvPr id="1103" name="v10 arrow:c1-detail-return">
            <a:extLst>
              <a:ext uri="{FF2B5EF4-FFF2-40B4-BE49-F238E27FC236}">
                <ns2:creationId id="{E28D82E0-ADAB-450E-A115-B315C51F6B90}"/>
              </a:ext>
            </a:extLst>
          </p:cNvPr>
          <p:cNvSpPr>
            <a:spLocks noGrp="1"/>
          </p:cNvSpPr>
          <p:nvPr/>
        </p:nvSpPr>
        <p:spPr>
          <a:xfrm>
            <a:off x="533400" y="372427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04" name="v10 edge:c1-serving-delivery">
            <a:extLst>
              <a:ext uri="{FF2B5EF4-FFF2-40B4-BE49-F238E27FC236}">
                <ns2:creationId id="{74DC3874-F65D-414D-B7E1-F1ADCC1D6F23}"/>
              </a:ext>
            </a:extLst>
          </p:cNvPr>
          <p:cNvSpPr>
            <a:spLocks noGrp="1"/>
          </p:cNvSpPr>
          <p:nvPr/>
        </p:nvSpPr>
        <p:spPr>
          <a:xfrm>
            <a:off x="5048250" y="6934200"/>
            <a:ext cx="953" cy="542925"/>
          </a:xfrm>
          <a:custGeom>
            <a:pathLst>
              <a:path w="953" h="542925">
                <a:moveTo>
                  <a:pt x="0" y="0"/>
                </a:moveTo>
                <a:lnTo>
                  <a:pt x="0" y="542925"/>
                </a:lnTo>
              </a:path>
            </a:pathLst>
          </a:custGeom>
          <a:noFill/>
          <a:ln w="17145">
            <a:solidFill>
              <a:srgbClr val="111111"/>
            </a:solidFill>
            <a:prstDash val="dash"/>
          </a:ln>
        </p:spPr>
      </p:sp>
      <p:sp>
        <p:nvSpPr>
          <p:cNvPr id="1105" name="v10 arrow:c1-serving-delivery">
            <a:extLst>
              <a:ext uri="{FF2B5EF4-FFF2-40B4-BE49-F238E27FC236}">
                <ns2:creationId id="{A819C8DF-C4D1-4BDB-954A-EE5156F32DD3}"/>
              </a:ext>
            </a:extLst>
          </p:cNvPr>
          <p:cNvSpPr>
            <a:spLocks noGrp="1"/>
          </p:cNvSpPr>
          <p:nvPr/>
        </p:nvSpPr>
        <p:spPr>
          <a:xfrm>
            <a:off x="5010150" y="739140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06" name="v10 label 원본 / 거절">
            <a:extLst>
              <a:ext uri="{FF2B5EF4-FFF2-40B4-BE49-F238E27FC236}">
                <ns2:creationId id="{BA385684-A7A2-41C7-8566-00EB29696F34}"/>
              </a:ext>
            </a:extLst>
          </p:cNvPr>
          <p:cNvSpPr>
            <a:spLocks noGrp="1"/>
          </p:cNvSpPr>
          <p:nvPr/>
        </p:nvSpPr>
        <p:spPr>
          <a:xfrm>
            <a:off x="4476750" y="7143750"/>
            <a:ext cx="1238250" cy="209550"/>
          </a:xfrm>
          <a:prstGeom prst="rect">
            <a:avLst/>
          </a:prstGeom>
          <a:solidFill>
            <a:srgbClr val="FFFFFF"/>
          </a:solidFill>
          <a:ln w="0">
            <a:noFill/>
          </a:ln>
        </p:spPr>
        <p:txBody>
          <a:bodyPr wrap="none" lIns="47625" tIns="19050" rIns="47625" bIns="19050" anchor="ctr">
            <a:noAutofit/>
          </a:bodyPr>
          <a:lstStyle>
            <a:defPPr algn="ctr">
              <a:defRPr sz="1200" b="0" lang="ko-KR">
                <a:solidFill>
                  <a:srgbClr val="111111"/>
                </a:solidFill>
                <a:latin typeface="Calibri"/>
                <a:ea typeface="Calibri"/>
                <a:cs typeface="Calibri"/>
              </a:defRPr>
            </a:defPPr>
            <a:lvl1pPr algn="ctr">
              <a:defRPr sz="1200" b="0" lang="ko-KR">
                <a:solidFill>
                  <a:srgbClr val="111111"/>
                </a:solidFill>
                <a:latin typeface="Calibri"/>
                <a:ea typeface="Calibri"/>
                <a:cs typeface="Calibri"/>
              </a:defRPr>
            </a:lvl1pPr>
            <a:lvl2pPr algn="ctr">
              <a:defRPr sz="1200" b="0" lang="ko-KR">
                <a:solidFill>
                  <a:srgbClr val="111111"/>
                </a:solidFill>
                <a:latin typeface="Calibri"/>
                <a:ea typeface="Calibri"/>
                <a:cs typeface="Calibri"/>
              </a:defRPr>
            </a:lvl2pPr>
            <a:lvl3pPr algn="ctr">
              <a:defRPr sz="1200" b="0" lang="ko-KR">
                <a:solidFill>
                  <a:srgbClr val="111111"/>
                </a:solidFill>
                <a:latin typeface="Calibri"/>
                <a:ea typeface="Calibri"/>
                <a:cs typeface="Calibri"/>
              </a:defRPr>
            </a:lvl3pPr>
            <a:lvl4pPr algn="ctr">
              <a:defRPr sz="1200" b="0" lang="ko-KR">
                <a:solidFill>
                  <a:srgbClr val="111111"/>
                </a:solidFill>
                <a:latin typeface="Calibri"/>
                <a:ea typeface="Calibri"/>
                <a:cs typeface="Calibri"/>
              </a:defRPr>
            </a:lvl4pPr>
            <a:lvl5pPr algn="ctr">
              <a:defRPr sz="1200" b="0" lang="ko-KR">
                <a:solidFill>
                  <a:srgbClr val="111111"/>
                </a:solidFill>
                <a:latin typeface="Calibri"/>
                <a:ea typeface="Calibri"/>
                <a:cs typeface="Calibri"/>
              </a:defRPr>
            </a:lvl5pPr>
            <a:lvl6pPr algn="ctr">
              <a:defRPr sz="1200" b="0" lang="ko-KR">
                <a:solidFill>
                  <a:srgbClr val="111111"/>
                </a:solidFill>
                <a:latin typeface="Calibri"/>
                <a:ea typeface="Calibri"/>
                <a:cs typeface="Calibri"/>
              </a:defRPr>
            </a:lvl6pPr>
            <a:lvl7pPr algn="ctr">
              <a:defRPr sz="1200" b="0" lang="ko-KR">
                <a:solidFill>
                  <a:srgbClr val="111111"/>
                </a:solidFill>
                <a:latin typeface="Calibri"/>
                <a:ea typeface="Calibri"/>
                <a:cs typeface="Calibri"/>
              </a:defRPr>
            </a:lvl7pPr>
            <a:lvl8pPr algn="ctr">
              <a:defRPr sz="1200" b="0" lang="ko-KR">
                <a:solidFill>
                  <a:srgbClr val="111111"/>
                </a:solidFill>
                <a:latin typeface="Calibri"/>
                <a:ea typeface="Calibri"/>
                <a:cs typeface="Calibri"/>
              </a:defRPr>
            </a:lvl8pPr>
            <a:lvl9pPr algn="ctr">
              <a:defRPr sz="1200" b="0" lang="ko-KR">
                <a:solidFill>
                  <a:srgbClr val="111111"/>
                </a:solidFill>
                <a:latin typeface="Calibri"/>
                <a:ea typeface="Calibri"/>
                <a:cs typeface="Calibri"/>
              </a:defRPr>
            </a:lvl9pPr>
          </a:lstStyle>
          <a:p>
            <a:pPr algn="ctr">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원본 / 거절</a:t>
            </a:r>
            <a:endParaRPr lang="ko-KR">
              <a:latin typeface="Calibri"/>
              <a:ea typeface="Calibri"/>
              <a:cs typeface="Calibri"/>
            </a:endParaRPr>
          </a:p>
        </p:txBody>
      </p:sp>
    </p:spTree>
    <p:extLst>
      <p:ext uri="{BB962C8B-B14F-4D97-AF65-F5344CB8AC3E}">
        <p14:creationId val="1641616985"/>
      </p:ext>
    </p:extLst>
  </p:cSld>
</p:sld>
</file>

<file path=ppt/slides/slide1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9" name="DP3 object 1">
            <a:extLst>
              <a:ext uri="{FF2B5EF4-FFF2-40B4-BE49-F238E27FC236}">
                <ns2:creationId id="{1F803DBB-3300-4404-891D-84A7DFD84A6D}"/>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1/2)</a:t>
            </a:r>
            <a:endParaRPr lang="ko-KR">
              <a:latin typeface="Calibri"/>
              <a:ea typeface="Calibri"/>
              <a:cs typeface="Calibri"/>
            </a:endParaRPr>
          </a:p>
        </p:txBody>
      </p:sp>
      <p:sp>
        <p:nvSpPr>
          <p:cNvPr id="2" name="DP3 object 2">
            <a:extLst>
              <a:ext uri="{FF2B5EF4-FFF2-40B4-BE49-F238E27FC236}">
                <ns2:creationId id="{7777621F-9FFE-4F48-B333-98D8BDBA0F1E}"/>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332DA30A-EB86-4B7C-A6A5-9941258987C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2B9EBEEA-BD1F-4933-A498-189312DC17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9087F066-1843-4A6F-8357-4782F5E1E13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BB720419-E865-4BEB-867A-C2B3C313713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4D35BC32-2613-4071-A186-946EDAFFC409}"/>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BFB0B753-7A2F-4C52-B495-6A29E47AAA8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AB889E59-2A00-4BF5-B536-2A1B60345CB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AB27CDDC-9C0F-4673-9957-EFFE19DC8CA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2DE16DBC-2101-4556-A012-61B487DC1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0340DA84-CE7C-4582-A435-58EB278D88A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6C340339-9633-4335-A8E3-AE1F67B917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32 / 36</a:t>
            </a:r>
            <a:endParaRPr lang="ko-KR">
              <a:latin typeface="Calibri"/>
              <a:ea typeface="Calibri"/>
              <a:cs typeface="Calibri"/>
            </a:endParaRPr>
          </a:p>
        </p:txBody>
      </p:sp>
      <p:sp>
        <p:nvSpPr>
          <p:cNvPr id="14" name="DP3 object 14">
            <a:extLst>
              <a:ext uri="{FF2B5EF4-FFF2-40B4-BE49-F238E27FC236}">
                <ns2:creationId id="{E1945A89-E0C1-4D5A-9AFA-876B4D3B5C11}"/>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15">
            <a:extLst>
              <a:ext uri="{FF2B5EF4-FFF2-40B4-BE49-F238E27FC236}">
                <ns2:creationId id="{1919233E-1F80-4748-9258-F426D0AD2218}"/>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앱을 오가며 말하고, 클릭 없이 가리키고, 일부만 고친 요청의 정확한 대상을 찾아야 한다.</a:t>
            </a:r>
            <a:endParaRPr lang="ko-KR">
              <a:latin typeface="Calibri"/>
              <a:ea typeface="Calibri"/>
              <a:cs typeface="Calibri"/>
            </a:endParaRPr>
          </a:p>
        </p:txBody>
      </p:sp>
      <p:sp>
        <p:nvSpPr>
          <p:cNvPr id="16" name="DP3 object 16">
            <a:extLst>
              <a:ext uri="{FF2B5EF4-FFF2-40B4-BE49-F238E27FC236}">
                <ns2:creationId id="{D6AB6203-0D4D-432D-A06D-C8A4F112582A}"/>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17">
            <a:extLst>
              <a:ext uri="{FF2B5EF4-FFF2-40B4-BE49-F238E27FC236}">
                <ns2:creationId id="{D26090D7-7C60-416E-85D0-A7948E33878E}"/>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18">
            <a:extLst>
              <a:ext uri="{FF2B5EF4-FFF2-40B4-BE49-F238E27FC236}">
                <ns2:creationId id="{03DFC894-4540-449F-A9CD-3B727720666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txBody>
          <a:bodyPr wrap="none" lIns="152400" tIns="0" rIns="180975"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20">
            <a:extLst>
              <a:ext uri="{FF2B5EF4-FFF2-40B4-BE49-F238E27FC236}">
                <ns2:creationId id="{FAF1CF54-5B40-4BFC-8B2D-5077175C17DF}"/>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클릭 없이 두 그래프 지정</a:t>
            </a:r>
            <a:endParaRPr lang="ko-KR">
              <a:latin typeface="Calibri"/>
              <a:ea typeface="Calibri"/>
              <a:cs typeface="Calibri"/>
            </a:endParaRPr>
          </a:p>
        </p:txBody>
      </p:sp>
      <p:sp>
        <p:nvSpPr>
          <p:cNvPr id="21" name="DP3 object 21">
            <a:extLst>
              <a:ext uri="{FF2B5EF4-FFF2-40B4-BE49-F238E27FC236}">
                <ns2:creationId id="{261417E5-2577-456D-ADC8-4F4B32D479F0}"/>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22">
            <a:extLst>
              <a:ext uri="{FF2B5EF4-FFF2-40B4-BE49-F238E27FC236}">
                <ns2:creationId id="{228DB197-5D46-4D35-ACCE-00964FC6A2B2}"/>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txBody>
          <a:bodyPr wrap="none" lIns="152400" tIns="0" rIns="180975"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24">
            <a:extLst>
              <a:ext uri="{FF2B5EF4-FFF2-40B4-BE49-F238E27FC236}">
                <ns2:creationId id="{A878D1E1-EC19-46BE-82A4-A6B825FDD0E1}"/>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25">
            <a:extLst>
              <a:ext uri="{FF2B5EF4-FFF2-40B4-BE49-F238E27FC236}">
                <ns2:creationId id="{91B517F6-6EF7-4A44-A5F0-02977B60D880}"/>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26">
            <a:extLst>
              <a:ext uri="{FF2B5EF4-FFF2-40B4-BE49-F238E27FC236}">
                <ns2:creationId id="{C60CD434-40DE-490F-8F90-12938542C6FD}"/>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txBody>
          <a:bodyPr wrap="none" lIns="152400" tIns="0" rIns="180975"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A4AA5ECD-DACD-43AD-9DD8-A487CB76037C}"/>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28">
            <a:extLst>
              <a:ext uri="{FF2B5EF4-FFF2-40B4-BE49-F238E27FC236}">
                <ns2:creationId id="{B5817316-8AFC-4A6B-982D-497F29769562}"/>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29">
            <a:extLst>
              <a:ext uri="{FF2B5EF4-FFF2-40B4-BE49-F238E27FC236}">
                <ns2:creationId id="{8071F855-A333-4506-91AF-7B08CC34A2DE}"/>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30">
            <a:extLst>
              <a:ext uri="{FF2B5EF4-FFF2-40B4-BE49-F238E27FC236}">
                <ns2:creationId id="{14D394BE-78B3-4F80-8567-BFBFEA81682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txBody>
          <a:bodyPr wrap="none" lIns="95250" tIns="76200" rIns="95250" bIns="1343025"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32">
            <a:extLst>
              <a:ext uri="{FF2B5EF4-FFF2-40B4-BE49-F238E27FC236}">
                <ns2:creationId id="{0CF7CE7D-9084-48FA-BA6B-7957CD96F804}"/>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33">
            <a:extLst>
              <a:ext uri="{FF2B5EF4-FFF2-40B4-BE49-F238E27FC236}">
                <ns2:creationId id="{F5E0415C-5949-4E22-9F41-83F16872BB53}"/>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34">
            <a:extLst>
              <a:ext uri="{FF2B5EF4-FFF2-40B4-BE49-F238E27FC236}">
                <ns2:creationId id="{69CD40F7-C911-4E04-8321-558B0EEB5341}"/>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35">
            <a:extLst>
              <a:ext uri="{FF2B5EF4-FFF2-40B4-BE49-F238E27FC236}">
                <ns2:creationId id="{F3AA975D-0B15-4C92-98B0-39BD24BE028F}"/>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txBody>
          <a:bodyPr wrap="none" lIns="95250" tIns="76200" rIns="95250" bIns="1343025"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37">
            <a:extLst>
              <a:ext uri="{FF2B5EF4-FFF2-40B4-BE49-F238E27FC236}">
                <ns2:creationId id="{488BB326-E827-4506-8BC1-690D35F4B237}"/>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38">
            <a:extLst>
              <a:ext uri="{FF2B5EF4-FFF2-40B4-BE49-F238E27FC236}">
                <ns2:creationId id="{D334FF97-A78C-4E5A-BC45-EBB02375ACCE}"/>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39">
            <a:extLst>
              <a:ext uri="{FF2B5EF4-FFF2-40B4-BE49-F238E27FC236}">
                <ns2:creationId id="{86AB2114-BE29-4941-8D44-43C9A38C9AE2}"/>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40">
            <a:extLst>
              <a:ext uri="{FF2B5EF4-FFF2-40B4-BE49-F238E27FC236}">
                <ns2:creationId id="{36562DED-9029-47D5-B2A2-6E76C7F25EE7}"/>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41">
            <a:extLst>
              <a:ext uri="{FF2B5EF4-FFF2-40B4-BE49-F238E27FC236}">
                <ns2:creationId id="{A8927475-6262-4273-B293-C0FE0B5E81C1}"/>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42">
            <a:extLst>
              <a:ext uri="{FF2B5EF4-FFF2-40B4-BE49-F238E27FC236}">
                <ns2:creationId id="{7F41F2EB-3EB0-47EC-955F-413913ECE8ED}"/>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43">
            <a:extLst>
              <a:ext uri="{FF2B5EF4-FFF2-40B4-BE49-F238E27FC236}">
                <ns2:creationId id="{00950260-D6C7-40B6-B73D-CE3E770AEEB6}"/>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44">
            <a:extLst>
              <a:ext uri="{FF2B5EF4-FFF2-40B4-BE49-F238E27FC236}">
                <ns2:creationId id="{8514FAFF-807D-4F8A-8DAC-AFDE6D4365C7}"/>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45">
            <a:extLst>
              <a:ext uri="{FF2B5EF4-FFF2-40B4-BE49-F238E27FC236}">
                <ns2:creationId id="{0A6AC115-8E36-441D-A026-50F897717285}"/>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46">
            <a:extLst>
              <a:ext uri="{FF2B5EF4-FFF2-40B4-BE49-F238E27FC236}">
                <ns2:creationId id="{EDAD865B-7E67-4DF2-BD58-E92E58161B66}"/>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47">
            <a:extLst>
              <a:ext uri="{FF2B5EF4-FFF2-40B4-BE49-F238E27FC236}">
                <ns2:creationId id="{5B28EC90-41B6-4BB2-9253-53ADCC1C1803}"/>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48">
            <a:extLst>
              <a:ext uri="{FF2B5EF4-FFF2-40B4-BE49-F238E27FC236}">
                <ns2:creationId id="{442040AB-3A37-4EAE-B284-E84D335DC890}"/>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49">
            <a:extLst>
              <a:ext uri="{FF2B5EF4-FFF2-40B4-BE49-F238E27FC236}">
                <ns2:creationId id="{67994477-2674-4D40-A43F-F2A8F88868BD}"/>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50">
            <a:extLst>
              <a:ext uri="{FF2B5EF4-FFF2-40B4-BE49-F238E27FC236}">
                <ns2:creationId id="{A6859AAF-F06C-4590-A9AB-3017CDDA7984}"/>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51">
            <a:extLst>
              <a:ext uri="{FF2B5EF4-FFF2-40B4-BE49-F238E27FC236}">
                <ns2:creationId id="{D41C5915-D799-40EA-87F0-0AC32E46F477}"/>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52">
            <a:extLst>
              <a:ext uri="{FF2B5EF4-FFF2-40B4-BE49-F238E27FC236}">
                <ns2:creationId id="{23819769-24BD-4167-81E0-6E18A7B92A5B}"/>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EC3A0187-0AE2-4614-AA4E-CAA08D6F2F0C}"/>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txBody>
          <a:bodyPr wrap="none" lIns="66675" tIns="38100" rIns="66675" bIns="3810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FD2DA0A-8DA0-4661-A84E-CE4ED023679E}"/>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txBody>
          <a:bodyPr wrap="none" lIns="66675" tIns="38100" rIns="66675" bIns="3810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F604528C-D8F0-4A1C-8A94-16FCF7BCAEFA}"/>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txBody>
          <a:bodyPr wrap="none" lIns="66675" tIns="38100" rIns="66675" bIns="3810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56">
            <a:extLst>
              <a:ext uri="{FF2B5EF4-FFF2-40B4-BE49-F238E27FC236}">
                <ns2:creationId id="{662B4949-3F8A-4D16-8CA4-326748FFAE1A}"/>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57">
            <a:extLst>
              <a:ext uri="{FF2B5EF4-FFF2-40B4-BE49-F238E27FC236}">
                <ns2:creationId id="{FDD0E485-DB51-472C-A787-4DFE4EC8551A}"/>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58">
            <a:extLst>
              <a:ext uri="{FF2B5EF4-FFF2-40B4-BE49-F238E27FC236}">
                <ns2:creationId id="{08E02D57-5F50-4812-AFDF-075F39927E84}"/>
              </a:ext>
            </a:extLst>
          </p:cNvPr>
          <p:cNvSpPr>
            <a:spLocks noGrp="1"/>
          </p:cNvSpPr>
          <p:nvPr/>
        </p:nvSpPr>
        <p:spPr>
          <a:xfrm>
            <a:off x="809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“이 매출”은 파일 전체인가,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선택한 셀 범위인가?</a:t>
            </a:r>
            <a:endParaRPr lang="ko-KR">
              <a:latin typeface="Calibri"/>
              <a:ea typeface="Calibri"/>
              <a:cs typeface="Calibri"/>
            </a:endParaRPr>
          </a:p>
        </p:txBody>
      </p:sp>
      <p:sp>
        <p:nvSpPr>
          <p:cNvPr id="63" name="DP3 object 59">
            <a:extLst>
              <a:ext uri="{FF2B5EF4-FFF2-40B4-BE49-F238E27FC236}">
                <ns2:creationId id="{59D14370-04F2-41AE-9F78-774A0DE904DF}"/>
              </a:ext>
            </a:extLst>
          </p:cNvPr>
          <p:cNvSpPr>
            <a:spLocks noGrp="1"/>
          </p:cNvSpPr>
          <p:nvPr/>
        </p:nvSpPr>
        <p:spPr>
          <a:xfrm>
            <a:off x="63341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포인터의 원은 지칭 동작인가,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단순한 마우스 이동인가?</a:t>
            </a:r>
            <a:endParaRPr lang="ko-KR">
              <a:latin typeface="Calibri"/>
              <a:ea typeface="Calibri"/>
              <a:cs typeface="Calibri"/>
            </a:endParaRPr>
          </a:p>
        </p:txBody>
      </p:sp>
      <p:sp>
        <p:nvSpPr>
          <p:cNvPr id="64" name="DP3 object 60">
            <a:extLst>
              <a:ext uri="{FF2B5EF4-FFF2-40B4-BE49-F238E27FC236}">
                <ns2:creationId id="{5AA3476E-E2E8-47D6-B4F8-9F7C6AF17609}"/>
              </a:ext>
            </a:extLst>
          </p:cNvPr>
          <p:cNvSpPr>
            <a:spLocks noGrp="1"/>
          </p:cNvSpPr>
          <p:nvPr/>
        </p:nvSpPr>
        <p:spPr>
          <a:xfrm>
            <a:off x="11858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“오른쪽 것”은 현재 메일인가,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앞선 PDF의 그래프인가?</a:t>
            </a:r>
            <a:endParaRPr lang="ko-KR">
              <a:latin typeface="Calibri"/>
              <a:ea typeface="Calibri"/>
              <a:cs typeface="Calibri"/>
            </a:endParaRPr>
          </a:p>
        </p:txBody>
      </p:sp>
      <p:sp>
        <p:nvSpPr>
          <p:cNvPr id="65" name="Editable path 61">
            <a:extLst>
              <a:ext uri="{FF2B5EF4-FFF2-40B4-BE49-F238E27FC236}">
                <ns2:creationId id="{F256D2D4-E9E2-4026-A125-48707A14EC7E}"/>
              </a:ext>
            </a:extLst>
          </p:cNvPr>
          <p:cNvSpPr>
            <a:spLocks noGrp="1"/>
          </p:cNvSpPr>
          <p:nvPr/>
        </p:nvSpPr>
        <p:spPr>
          <a:xfrm>
            <a:off x="619125" y="8277225"/>
            <a:ext cx="16811625" cy="953"/>
          </a:xfrm>
          <a:custGeom>
            <a:pathLst>
              <a:path w="16811625" h="953">
                <a:moveTo>
                  <a:pt x="0" y="0"/>
                </a:moveTo>
                <a:lnTo>
                  <a:pt x="16811625" y="0"/>
                </a:lnTo>
              </a:path>
            </a:pathLst>
          </a:custGeom>
          <a:noFill/>
          <a:ln w="14288">
            <a:solidFill>
              <a:srgbClr val="4676CB"/>
            </a:solidFill>
            <a:prstDash val="solid"/>
          </a:ln>
        </p:spPr>
      </p:sp>
      <p:sp>
        <p:nvSpPr>
          <p:cNvPr id="66" name="DP3 object 62">
            <a:extLst>
              <a:ext uri="{FF2B5EF4-FFF2-40B4-BE49-F238E27FC236}">
                <ns2:creationId id="{021F567B-D97F-4FDD-98C1-231A8B14C126}"/>
              </a:ext>
            </a:extLst>
          </p:cNvPr>
          <p:cNvSpPr>
            <a:spLocks noGrp="1"/>
          </p:cNvSpPr>
          <p:nvPr/>
        </p:nvSpPr>
        <p:spPr>
          <a:xfrm>
            <a:off x="809625" y="8477250"/>
            <a:ext cx="3238500" cy="6667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VIA가 정리할 요청</a:t>
            </a:r>
            <a:endParaRPr lang="ko-KR">
              <a:latin typeface="Calibri"/>
              <a:ea typeface="Calibri"/>
              <a:cs typeface="Calibri"/>
            </a:endParaRPr>
          </a:p>
        </p:txBody>
      </p:sp>
      <p:sp>
        <p:nvSpPr>
          <p:cNvPr id="67" name="DP3 object 63">
            <a:extLst>
              <a:ext uri="{FF2B5EF4-FFF2-40B4-BE49-F238E27FC236}">
                <ns2:creationId id="{B32BA17B-B821-4674-BE2D-201CAAC09366}"/>
              </a:ext>
            </a:extLst>
          </p:cNvPr>
          <p:cNvSpPr>
            <a:spLocks noGrp="1"/>
          </p:cNvSpPr>
          <p:nvPr/>
        </p:nvSpPr>
        <p:spPr>
          <a:xfrm>
            <a:off x="4191000" y="8410575"/>
            <a:ext cx="12620625" cy="7810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“매출 현황.xlsx의 선택 범위와</a:t>
            </a:r>
            <a:endParaRPr lang="ko-KR">
              <a:latin typeface="Calibri"/>
              <a:ea typeface="Calibri"/>
              <a:cs typeface="Calibri"/>
            </a:endParaRPr>
          </a:p>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실적 분석.pdf의 오른쪽 이익 그래프를 비교해줘.”</a:t>
            </a:r>
            <a:endParaRPr lang="ko-KR">
              <a:latin typeface="Calibri"/>
              <a:ea typeface="Calibri"/>
              <a:cs typeface="Calibri"/>
            </a:endParaRPr>
          </a:p>
        </p:txBody>
      </p:sp>
      <p:sp>
        <p:nvSpPr>
          <p:cNvPr id="68" name="DP3 object 64">
            <a:extLst>
              <a:ext uri="{FF2B5EF4-FFF2-40B4-BE49-F238E27FC236}">
                <ns2:creationId id="{D740C502-1425-4D1E-B375-772E60ED09DE}"/>
              </a:ext>
            </a:extLst>
          </p:cNvPr>
          <p:cNvSpPr>
            <a:spLocks noGrp="1"/>
          </p:cNvSpPr>
          <p:nvPr/>
        </p:nvSpPr>
        <p:spPr>
          <a:xfrm>
            <a:off x="4191000" y="9344025"/>
            <a:ext cx="12620625" cy="3524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Excel 범위는 유지하고, PDF 그래프만 두 개에서 오른쪽 하나로 정정한다.</a:t>
            </a:r>
            <a:endParaRPr lang="ko-KR">
              <a:latin typeface="Calibri"/>
              <a:ea typeface="Calibri"/>
              <a:cs typeface="Calibri"/>
            </a:endParaRPr>
          </a:p>
        </p:txBody>
      </p:sp>
    </p:spTree>
    <p:extLst>
      <p:ext uri="{BB962C8B-B14F-4D97-AF65-F5344CB8AC3E}">
        <p14:creationId val="1077030969"/>
      </p:ext>
    </p:extLst>
  </p:cSld>
</p:sld>
</file>

<file path=ppt/slides/slide1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6" name="DP3 object 65">
            <a:extLst>
              <a:ext uri="{FF2B5EF4-FFF2-40B4-BE49-F238E27FC236}">
                <ns2:creationId id="{B66B5A45-A625-4438-9BE7-5F4534832802}"/>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2/2)</a:t>
            </a:r>
            <a:endParaRPr lang="ko-KR">
              <a:latin typeface="Calibri"/>
              <a:ea typeface="Calibri"/>
              <a:cs typeface="Calibri"/>
            </a:endParaRPr>
          </a:p>
        </p:txBody>
      </p:sp>
      <p:sp>
        <p:nvSpPr>
          <p:cNvPr id="2" name="DP3 object 66">
            <a:extLst>
              <a:ext uri="{FF2B5EF4-FFF2-40B4-BE49-F238E27FC236}">
                <ns2:creationId id="{FF77A8F3-FC97-40D2-9436-529A0305922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67">
            <a:extLst>
              <a:ext uri="{FF2B5EF4-FFF2-40B4-BE49-F238E27FC236}">
                <ns2:creationId id="{2554202F-2537-42F7-B9AC-373A8DDAC41E}"/>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68">
            <a:extLst>
              <a:ext uri="{FF2B5EF4-FFF2-40B4-BE49-F238E27FC236}">
                <ns2:creationId id="{2383D976-2AA9-4E10-90AC-A02271D851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69">
            <a:extLst>
              <a:ext uri="{FF2B5EF4-FFF2-40B4-BE49-F238E27FC236}">
                <ns2:creationId id="{DAF03D03-91B9-4F76-AE20-43B11CA915A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70">
            <a:extLst>
              <a:ext uri="{FF2B5EF4-FFF2-40B4-BE49-F238E27FC236}">
                <ns2:creationId id="{ACE8F082-C614-453D-9A1D-4D1BCD39833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1">
            <a:extLst>
              <a:ext uri="{FF2B5EF4-FFF2-40B4-BE49-F238E27FC236}">
                <ns2:creationId id="{04C7F1CA-E789-4827-BDB2-671A891D626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72">
            <a:extLst>
              <a:ext uri="{FF2B5EF4-FFF2-40B4-BE49-F238E27FC236}">
                <ns2:creationId id="{05CF0394-51CB-4A74-BB8D-E3E4FE3C2B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73">
            <a:extLst>
              <a:ext uri="{FF2B5EF4-FFF2-40B4-BE49-F238E27FC236}">
                <ns2:creationId id="{0AC2B1E7-4A2E-4BF6-B11A-1FF1336B02B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74">
            <a:extLst>
              <a:ext uri="{FF2B5EF4-FFF2-40B4-BE49-F238E27FC236}">
                <ns2:creationId id="{3D8EC76A-5776-4C99-BB1D-14A96A53CC0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75">
            <a:extLst>
              <a:ext uri="{FF2B5EF4-FFF2-40B4-BE49-F238E27FC236}">
                <ns2:creationId id="{191D2496-5276-42F3-B955-33BF0953351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76">
            <a:extLst>
              <a:ext uri="{FF2B5EF4-FFF2-40B4-BE49-F238E27FC236}">
                <ns2:creationId id="{32181111-9FEC-4087-B6A3-747618FED19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77">
            <a:extLst>
              <a:ext uri="{FF2B5EF4-FFF2-40B4-BE49-F238E27FC236}">
                <ns2:creationId id="{62F83250-EDEF-43D3-921F-786A3638EC8B}"/>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33 / 36</a:t>
            </a:r>
            <a:endParaRPr lang="ko-KR">
              <a:latin typeface="Calibri"/>
              <a:ea typeface="Calibri"/>
              <a:cs typeface="Calibri"/>
            </a:endParaRPr>
          </a:p>
        </p:txBody>
      </p:sp>
      <p:sp>
        <p:nvSpPr>
          <p:cNvPr id="14" name="DP3 object 78">
            <a:extLst>
              <a:ext uri="{FF2B5EF4-FFF2-40B4-BE49-F238E27FC236}">
                <ns2:creationId id="{898B7BB2-9B7F-4A69-9001-9F1F8D841032}"/>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000" b="1" lang="ko-KR">
                <a:solidFill>
                  <a:srgbClr val="111111"/>
                </a:solidFill>
                <a:latin typeface="Calibri"/>
                <a:ea typeface="Calibri"/>
                <a:cs typeface="Calibri"/>
              </a:defRPr>
            </a:defPPr>
            <a:lvl1pPr algn="l">
              <a:defRPr sz="3000" b="1" lang="ko-KR">
                <a:solidFill>
                  <a:srgbClr val="111111"/>
                </a:solidFill>
                <a:latin typeface="Calibri"/>
                <a:ea typeface="Calibri"/>
                <a:cs typeface="Calibri"/>
              </a:defRPr>
            </a:lvl1pPr>
            <a:lvl2pPr algn="l">
              <a:defRPr sz="3000" b="1" lang="ko-KR">
                <a:solidFill>
                  <a:srgbClr val="111111"/>
                </a:solidFill>
                <a:latin typeface="Calibri"/>
                <a:ea typeface="Calibri"/>
                <a:cs typeface="Calibri"/>
              </a:defRPr>
            </a:lvl2pPr>
            <a:lvl3pPr algn="l">
              <a:defRPr sz="3000" b="1" lang="ko-KR">
                <a:solidFill>
                  <a:srgbClr val="111111"/>
                </a:solidFill>
                <a:latin typeface="Calibri"/>
                <a:ea typeface="Calibri"/>
                <a:cs typeface="Calibri"/>
              </a:defRPr>
            </a:lvl3pPr>
            <a:lvl4pPr algn="l">
              <a:defRPr sz="3000" b="1" lang="ko-KR">
                <a:solidFill>
                  <a:srgbClr val="111111"/>
                </a:solidFill>
                <a:latin typeface="Calibri"/>
                <a:ea typeface="Calibri"/>
                <a:cs typeface="Calibri"/>
              </a:defRPr>
            </a:lvl4pPr>
            <a:lvl5pPr algn="l">
              <a:defRPr sz="3000" b="1" lang="ko-KR">
                <a:solidFill>
                  <a:srgbClr val="111111"/>
                </a:solidFill>
                <a:latin typeface="Calibri"/>
                <a:ea typeface="Calibri"/>
                <a:cs typeface="Calibri"/>
              </a:defRPr>
            </a:lvl5pPr>
            <a:lvl6pPr algn="l">
              <a:defRPr sz="3000" b="1" lang="ko-KR">
                <a:solidFill>
                  <a:srgbClr val="111111"/>
                </a:solidFill>
                <a:latin typeface="Calibri"/>
                <a:ea typeface="Calibri"/>
                <a:cs typeface="Calibri"/>
              </a:defRPr>
            </a:lvl6pPr>
            <a:lvl7pPr algn="l">
              <a:defRPr sz="3000" b="1" lang="ko-KR">
                <a:solidFill>
                  <a:srgbClr val="111111"/>
                </a:solidFill>
                <a:latin typeface="Calibri"/>
                <a:ea typeface="Calibri"/>
                <a:cs typeface="Calibri"/>
              </a:defRPr>
            </a:lvl7pPr>
            <a:lvl8pPr algn="l">
              <a:defRPr sz="3000" b="1" lang="ko-KR">
                <a:solidFill>
                  <a:srgbClr val="111111"/>
                </a:solidFill>
                <a:latin typeface="Calibri"/>
                <a:ea typeface="Calibri"/>
                <a:cs typeface="Calibri"/>
              </a:defRPr>
            </a:lvl8pPr>
            <a:lvl9pPr algn="l">
              <a:defRPr sz="3000" b="1" lang="ko-KR">
                <a:solidFill>
                  <a:srgbClr val="111111"/>
                </a:solidFill>
                <a:latin typeface="Calibri"/>
                <a:ea typeface="Calibri"/>
                <a:cs typeface="Calibri"/>
              </a:defRPr>
            </a:lvl9pPr>
          </a:lstStyle>
          <a:p>
            <a:pPr algn="l">
              <a:defRPr sz="3000" b="1" lang="ko-KR">
                <a:solidFill>
                  <a:srgbClr val="111111"/>
                </a:solidFill>
                <a:latin typeface="Calibri"/>
                <a:ea typeface="Calibri"/>
                <a:cs typeface="Calibri"/>
              </a:defRPr>
            </a:pPr>
            <a:r>
              <a:rPr sz="3000" b="1" lang="ko-KR">
                <a:solidFill>
                  <a:srgbClr val="111111"/>
                </a:solidFill>
                <a:latin typeface="Calibri"/>
                <a:ea typeface="Calibri"/>
                <a:cs typeface="Calibri"/>
              </a:rPr>
              <a:t>VIA가 지칭을 잘못 연결하면, Agent가 정확히 일해도 요청은 실패한다</a:t>
            </a:r>
            <a:endParaRPr lang="ko-KR">
              <a:latin typeface="Calibri"/>
              <a:ea typeface="Calibri"/>
              <a:cs typeface="Calibri"/>
            </a:endParaRPr>
          </a:p>
        </p:txBody>
      </p:sp>
      <p:sp>
        <p:nvSpPr>
          <p:cNvPr id="15" name="DP3 object 79">
            <a:extLst>
              <a:ext uri="{FF2B5EF4-FFF2-40B4-BE49-F238E27FC236}">
                <ns2:creationId id="{B4D875F6-33CC-4AF1-BEFC-057342545E1D}"/>
              </a:ext>
            </a:extLst>
          </p:cNvPr>
          <p:cNvSpPr>
            <a:spLocks noGrp="1"/>
          </p:cNvSpPr>
          <p:nvPr/>
        </p:nvSpPr>
        <p:spPr>
          <a:xfrm>
            <a:off x="647700" y="2038350"/>
            <a:ext cx="16954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사용자의 말과 행동을 이어받는 VIA가, 실제 업무를 맡길 대상을 명확하게 만들어야 한다.</a:t>
            </a:r>
            <a:endParaRPr lang="ko-KR">
              <a:latin typeface="Calibri"/>
              <a:ea typeface="Calibri"/>
              <a:cs typeface="Calibri"/>
            </a:endParaRPr>
          </a:p>
        </p:txBody>
      </p:sp>
      <p:graphicFrame>
        <p:nvGraphicFramePr>
          <p:cNvPr id="16" name="">
            <a:extLst>
              <a:ext uri="{FF2B5EF4-FFF2-40B4-BE49-F238E27FC236}">
                <ns2:creationId id="{093150D0-8113-4F18-87C6-F50ABABF27C5}"/>
              </a:ext>
            </a:extLst>
          </p:cNvPr>
          <p:cNvGraphicFramePr/>
          <p:nvPr/>
        </p:nvGraphicFramePr>
        <p:xfrm>
          <a:off x="809625" y="2724150"/>
          <a:ext cx="16668750" cy="3667125"/>
        </p:xfrm>
        <a:graphic>
          <a:graphicData uri="http://schemas.openxmlformats.org/drawingml/2006/table">
            <a:tbl>
              <a:tblPr firstRow="0" bandRow="0" bandCol="0"/>
              <a:tblGrid>
                <a:gridCol w="5905500"/>
                <a:gridCol w="1076325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VIA의 연속 상호작용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VIA가 해결해야 할 어려움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말하면서 앱·페이지를 계속 이동</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화면 대신 보존한 당시 화면·행동으로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한 문장에서 여러 앱의 자료를 지칭</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활성 창을 넘어 자료별 범위와 출처를 연결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클릭 없이 가리키거나 둘러쌈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정식 선택 객체가 없어도 지칭 동작·범위를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이전 요청의 일부만 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유지할 대상과 교체할 대상, 최신 판본을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다른 Agent에게 실제 업무 위임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지칭한 자료와 조건을 명확한 요청으로 전달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80">
            <a:extLst>
              <a:ext uri="{FF2B5EF4-FFF2-40B4-BE49-F238E27FC236}">
                <ns2:creationId id="{61676F6D-BF91-4F89-B997-E5A3403A5E31}"/>
              </a:ext>
            </a:extLst>
          </p:cNvPr>
          <p:cNvSpPr>
            <a:spLocks noGrp="1"/>
          </p:cNvSpPr>
          <p:nvPr/>
        </p:nvSpPr>
        <p:spPr>
          <a:xfrm>
            <a:off x="809625" y="6867525"/>
            <a:ext cx="16383000" cy="4381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보존할 근거와, 그 근거에서 의미를 만드는 책임을 함께 설계해야 한다</a:t>
            </a:r>
            <a:endParaRPr lang="ko-KR">
              <a:latin typeface="Calibri"/>
              <a:ea typeface="Calibri"/>
              <a:cs typeface="Calibri"/>
            </a:endParaRPr>
          </a:p>
        </p:txBody>
      </p:sp>
      <p:sp>
        <p:nvSpPr>
          <p:cNvPr id="18" name="A/B 공통 기능&#10;당시 화면·선택·포인터·발화 보존&#10;현재 요청과 원본 판본 확인">
            <a:extLst>
              <a:ext uri="{FF2B5EF4-FFF2-40B4-BE49-F238E27FC236}">
                <ns2:creationId id="{C1402FD0-4F60-4233-B4DB-AC7574C9EF81}"/>
              </a:ext>
            </a:extLst>
          </p:cNvPr>
          <p:cNvSpPr>
            <a:spLocks noGrp="1"/>
          </p:cNvSpPr>
          <p:nvPr/>
        </p:nvSpPr>
        <p:spPr>
          <a:xfrm>
            <a:off x="809625" y="7515225"/>
            <a:ext cx="4953000" cy="1276350"/>
          </a:xfrm>
          <a:prstGeom prst="rect">
            <a:avLst/>
          </a:prstGeom>
          <a:solidFill>
            <a:srgbClr val="FFF6DD"/>
          </a:solidFill>
          <a:ln w="17145">
            <a:solidFill>
              <a:srgbClr val="111111"/>
            </a:solidFill>
            <a:prstDash val="solid"/>
          </a:ln>
        </p:spPr>
        <p:txBody>
          <a:bodyPr wrap="none" lIns="66675" tIns="38100" rIns="66675" bIns="3810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A/B 공통 기능</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당시 화면·선택·포인터·발화 보존</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요청과 원본 판본 확인</a:t>
            </a:r>
            <a:endParaRPr lang="ko-KR">
              <a:latin typeface="Calibri"/>
              <a:ea typeface="Calibri"/>
              <a:cs typeface="Calibri"/>
            </a:endParaRPr>
          </a:p>
        </p:txBody>
      </p:sp>
      <p:sp>
        <p:nvSpPr>
          <p:cNvPr id="20" name="A의 책임 구조&#10;원본을 함께 읽고&#10;대상 범위와 연결 관계를 공동 생산">
            <a:extLst>
              <a:ext uri="{FF2B5EF4-FFF2-40B4-BE49-F238E27FC236}">
                <ns2:creationId id="{7551A8C7-60BC-423C-9461-9CAC8E12680A}"/>
              </a:ext>
            </a:extLst>
          </p:cNvPr>
          <p:cNvSpPr>
            <a:spLocks noGrp="1"/>
          </p:cNvSpPr>
          <p:nvPr/>
        </p:nvSpPr>
        <p:spPr>
          <a:xfrm>
            <a:off x="6334125" y="7515225"/>
            <a:ext cx="4953000" cy="1276350"/>
          </a:xfrm>
          <a:prstGeom prst="rect">
            <a:avLst/>
          </a:prstGeom>
          <a:solidFill>
            <a:srgbClr val="F1F6FC"/>
          </a:solidFill>
          <a:ln w="28575">
            <a:solidFill>
              <a:srgbClr val="4676CB"/>
            </a:solidFill>
            <a:prstDash val="solid"/>
          </a:ln>
        </p:spPr>
        <p:txBody>
          <a:bodyPr wrap="none" lIns="66675" tIns="38100" rIns="66675" bIns="3810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원본을 함께 읽고</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대상 범위와 연결 관계를 공동 생산</a:t>
            </a:r>
            <a:endParaRPr lang="ko-KR">
              <a:latin typeface="Calibri"/>
              <a:ea typeface="Calibri"/>
              <a:cs typeface="Calibri"/>
            </a:endParaRPr>
          </a:p>
        </p:txBody>
      </p:sp>
      <p:sp>
        <p:nvSpPr>
          <p:cNvPr id="22" name="B의 책임 구조&#10;독립 후보를 병렬 생산한 뒤 결합&#10;부족한 범위는 원 생산자가 확장">
            <a:extLst>
              <a:ext uri="{FF2B5EF4-FFF2-40B4-BE49-F238E27FC236}">
                <ns2:creationId id="{8E712398-2B86-43C7-A76F-9E81A4934D33}"/>
              </a:ext>
            </a:extLst>
          </p:cNvPr>
          <p:cNvSpPr>
            <a:spLocks noGrp="1"/>
          </p:cNvSpPr>
          <p:nvPr/>
        </p:nvSpPr>
        <p:spPr>
          <a:xfrm>
            <a:off x="11858625" y="7515225"/>
            <a:ext cx="4953000" cy="1276350"/>
          </a:xfrm>
          <a:prstGeom prst="rect">
            <a:avLst/>
          </a:prstGeom>
          <a:solidFill>
            <a:srgbClr val="F1F6FC"/>
          </a:solidFill>
          <a:ln w="28575">
            <a:solidFill>
              <a:srgbClr val="4676CB"/>
            </a:solidFill>
            <a:prstDash val="solid"/>
          </a:ln>
        </p:spPr>
        <p:txBody>
          <a:bodyPr wrap="none" lIns="66675" tIns="38100" rIns="66675" bIns="3810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독립 후보를 병렬 생산한 뒤 결합</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부족한 범위는 원 생산자가 확장</a:t>
            </a:r>
            <a:endParaRPr lang="ko-KR">
              <a:latin typeface="Calibri"/>
              <a:ea typeface="Calibri"/>
              <a:cs typeface="Calibri"/>
            </a:endParaRPr>
          </a:p>
        </p:txBody>
      </p:sp>
      <p:sp>
        <p:nvSpPr>
          <p:cNvPr id="24" name="DP3 object 84">
            <a:extLst>
              <a:ext uri="{FF2B5EF4-FFF2-40B4-BE49-F238E27FC236}">
                <ns2:creationId id="{CBAA8FF0-745A-4997-8911-7197E2DCD8C5}"/>
              </a:ext>
            </a:extLst>
          </p:cNvPr>
          <p:cNvSpPr>
            <a:spLocks noGrp="1"/>
          </p:cNvSpPr>
          <p:nvPr/>
        </p:nvSpPr>
        <p:spPr>
          <a:xfrm>
            <a:off x="809625" y="9086850"/>
            <a:ext cx="16573500" cy="4572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선택할 것: 중간 상태·실행 의존·재판단 책임  /  달라지는 것: 응답 대기·정확도·비용·메모리</a:t>
            </a:r>
            <a:endParaRPr lang="ko-KR">
              <a:latin typeface="Calibri"/>
              <a:ea typeface="Calibri"/>
              <a:cs typeface="Calibri"/>
            </a:endParaRPr>
          </a:p>
        </p:txBody>
      </p:sp>
      <p:sp>
        <p:nvSpPr>
          <p:cNvPr id="25" name="DP3 object 85">
            <a:extLst>
              <a:ext uri="{FF2B5EF4-FFF2-40B4-BE49-F238E27FC236}">
                <ns2:creationId id="{9528C999-8C5F-47EC-961A-B342EDECD675}"/>
              </a:ext>
            </a:extLst>
          </p:cNvPr>
          <p:cNvSpPr>
            <a:spLocks noGrp="1"/>
          </p:cNvSpPr>
          <p:nvPr/>
        </p:nvSpPr>
        <p:spPr>
          <a:xfrm>
            <a:off x="809625" y="9629775"/>
            <a:ext cx="1657350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두 안은 동일한 공통 호출 한도 K를 사용한다. B는 여유가 있으면 독립 생산을 겹치고, 결합은 양쪽 완료를 기다린다.</a:t>
            </a:r>
            <a:endParaRPr lang="ko-KR">
              <a:latin typeface="Calibri"/>
              <a:ea typeface="Calibri"/>
              <a:cs typeface="Calibri"/>
            </a:endParaRPr>
          </a:p>
        </p:txBody>
      </p:sp>
    </p:spTree>
    <p:extLst>
      <p:ext uri="{BB962C8B-B14F-4D97-AF65-F5344CB8AC3E}">
        <p14:creationId val="1522761476"/>
      </p:ext>
    </p:extLst>
  </p:cSld>
</p:sld>
</file>

<file path=ppt/slides/slide1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1" name="DP3 object 86">
            <a:extLst>
              <a:ext uri="{FF2B5EF4-FFF2-40B4-BE49-F238E27FC236}">
                <ns2:creationId id="{8F05C562-2A70-4727-8A17-7B404F22BE4E}"/>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DP3 object 87">
            <a:extLst>
              <a:ext uri="{FF2B5EF4-FFF2-40B4-BE49-F238E27FC236}">
                <ns2:creationId id="{14804021-10AD-4274-8436-FBD78564C56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88">
            <a:extLst>
              <a:ext uri="{FF2B5EF4-FFF2-40B4-BE49-F238E27FC236}">
                <ns2:creationId id="{4FBCB696-43B0-4492-8CF7-BF12D37AB5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89">
            <a:extLst>
              <a:ext uri="{FF2B5EF4-FFF2-40B4-BE49-F238E27FC236}">
                <ns2:creationId id="{A6BCD7C9-F417-4B62-95B1-69074C386D4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90">
            <a:extLst>
              <a:ext uri="{FF2B5EF4-FFF2-40B4-BE49-F238E27FC236}">
                <ns2:creationId id="{B58A0BF4-F00A-4AB4-981C-1A92C070C3F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91">
            <a:extLst>
              <a:ext uri="{FF2B5EF4-FFF2-40B4-BE49-F238E27FC236}">
                <ns2:creationId id="{F5198578-2D40-4E85-B38D-4DD684E1101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92">
            <a:extLst>
              <a:ext uri="{FF2B5EF4-FFF2-40B4-BE49-F238E27FC236}">
                <ns2:creationId id="{1999E4C7-8C5A-4B30-827F-FA3F4FC7677A}"/>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93">
            <a:extLst>
              <a:ext uri="{FF2B5EF4-FFF2-40B4-BE49-F238E27FC236}">
                <ns2:creationId id="{5F9E27FB-540F-48B6-B2C6-7ADB2A65C9B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4">
            <a:extLst>
              <a:ext uri="{FF2B5EF4-FFF2-40B4-BE49-F238E27FC236}">
                <ns2:creationId id="{B439CF67-1E50-4A4B-9F8C-C3DEB76A57D7}"/>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95">
            <a:extLst>
              <a:ext uri="{FF2B5EF4-FFF2-40B4-BE49-F238E27FC236}">
                <ns2:creationId id="{6BCE7555-0031-4BD1-8B97-02D2E0FAC241}"/>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96">
            <a:extLst>
              <a:ext uri="{FF2B5EF4-FFF2-40B4-BE49-F238E27FC236}">
                <ns2:creationId id="{35D15D62-B207-4B27-89D8-72AFF92CB27A}"/>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97">
            <a:extLst>
              <a:ext uri="{FF2B5EF4-FFF2-40B4-BE49-F238E27FC236}">
                <ns2:creationId id="{A34F3E4A-7B58-4638-B827-59FDF8D811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98">
            <a:extLst>
              <a:ext uri="{FF2B5EF4-FFF2-40B4-BE49-F238E27FC236}">
                <ns2:creationId id="{FAC33EFD-43AD-4725-BDD6-9B3663BCDA1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34 / 36</a:t>
            </a:r>
            <a:endParaRPr lang="ko-KR">
              <a:latin typeface="Calibri"/>
              <a:ea typeface="Calibri"/>
              <a:cs typeface="Calibri"/>
            </a:endParaRPr>
          </a:p>
        </p:txBody>
      </p:sp>
      <p:sp>
        <p:nvSpPr>
          <p:cNvPr id="14" name="DP3 object 99">
            <a:extLst>
              <a:ext uri="{FF2B5EF4-FFF2-40B4-BE49-F238E27FC236}">
                <ns2:creationId id="{65EBAC42-E868-4122-857C-D814F221AEF0}"/>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원본 공동 판단 / B 독립 후보 병렬 생산 후 결합 / 같은 pixel 계약의 기존 실측</a:t>
            </a:r>
            <a:endParaRPr lang="ko-KR">
              <a:latin typeface="Calibri"/>
              <a:ea typeface="Calibri"/>
              <a:cs typeface="Calibri"/>
            </a:endParaRPr>
          </a:p>
        </p:txBody>
      </p:sp>
      <p:graphicFrame>
        <p:nvGraphicFramePr>
          <p:cNvPr id="15" name="">
            <a:extLst>
              <a:ext uri="{FF2B5EF4-FFF2-40B4-BE49-F238E27FC236}">
                <ns2:creationId id="{5D5B9EF8-DBC7-4F77-B08C-53001564739B}"/>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독립 후보 병렬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화면·발화 생산 대기를 겹침 / 후보를 같은 판단 안에서 재사용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양쪽 후보 완료 후 결합 / 생산·확장·후보 상태 비용</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공통 호출 한도와 자원 경쟁에 따라 병렬 이익 제한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19/24 (79.2%)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20/24 (83.3%)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0.0339156 +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42.762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00">
            <a:extLst>
              <a:ext uri="{FF2B5EF4-FFF2-40B4-BE49-F238E27FC236}">
                <ns2:creationId id="{FC566187-6ABD-4B38-B61A-7E38A2394949}"/>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txBody>
          <a:bodyPr wrap="none" lIns="38100" tIns="19050" rIns="47625" bIns="38100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02">
            <a:extLst>
              <a:ext uri="{FF2B5EF4-FFF2-40B4-BE49-F238E27FC236}">
                <ns2:creationId id="{5792A6AB-679B-49F1-A890-C9212521910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txBody>
          <a:bodyPr wrap="none" lIns="19050" tIns="0" rIns="1905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F3D63A6F-3BC1-4617-ABAA-56786FB00DB3}"/>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txBody>
          <a:bodyPr wrap="none" lIns="47625" tIns="13335" rIns="47625" bIns="1143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보존 상태</a:t>
            </a:r>
            <a:endParaRPr lang="ko-KR">
              <a:latin typeface="Calibri"/>
              <a:ea typeface="Calibri"/>
              <a:cs typeface="Calibri"/>
            </a:endParaRPr>
          </a:p>
        </p:txBody>
      </p:sp>
      <p:sp>
        <p:nvSpPr>
          <p:cNvPr id="22" name="DP3 object 105">
            <a:extLst>
              <a:ext uri="{FF2B5EF4-FFF2-40B4-BE49-F238E27FC236}">
                <ns2:creationId id="{3FE7E3C7-8752-4411-A82E-85BEDB07C9B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06">
            <a:extLst>
              <a:ext uri="{FF2B5EF4-FFF2-40B4-BE49-F238E27FC236}">
                <ns2:creationId id="{1567927A-8035-40D9-B020-C76D87AB9E8D}"/>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07">
            <a:extLst>
              <a:ext uri="{FF2B5EF4-FFF2-40B4-BE49-F238E27FC236}">
                <ns2:creationId id="{A515FB41-0489-4FE2-98BE-E99D75F2B2C2}"/>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81BEE6B7-F72E-4631-8C73-A49D6F7972D5}"/>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txBody>
          <a:bodyPr wrap="none" lIns="47625" tIns="-12573" rIns="47625" bIns="-1524"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027E7F08-8816-4774-AAEA-13A32581BBE1}"/>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txBody>
          <a:bodyPr wrap="none" lIns="47625" tIns="-24765" rIns="47625" bIns="-762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7627E2DB-2BC8-4920-8250-095EA9E5493E}"/>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txBody>
          <a:bodyPr wrap="none" lIns="76200" tIns="19050" rIns="76200" bIns="2686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111">
            <a:extLst>
              <a:ext uri="{FF2B5EF4-FFF2-40B4-BE49-F238E27FC236}">
                <ns2:creationId id="{89456394-147C-4C5A-88C8-AAE23AD2ABD0}"/>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7EC0FDB4-69F3-4AA7-8343-6EAD6BEC0D48}"/>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txBody>
          <a:bodyPr wrap="none" lIns="66675" tIns="38100" rIns="66675" bIns="3810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AE1B5D80-E8B8-499A-AD57-02C265A954DD}"/>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txBody>
          <a:bodyPr wrap="none" lIns="66675" tIns="38100" rIns="66675" bIns="3810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A304CD41-093C-4B85-8EC4-EAEBA9A831CF}"/>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txBody>
          <a:bodyPr wrap="none" lIns="47625" tIns="-53721" rIns="47625" bIns="-22098"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115">
            <a:extLst>
              <a:ext uri="{FF2B5EF4-FFF2-40B4-BE49-F238E27FC236}">
                <ns2:creationId id="{0D4BAAB0-CCC1-48B2-B909-CB7C026CD428}"/>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116">
            <a:extLst>
              <a:ext uri="{FF2B5EF4-FFF2-40B4-BE49-F238E27FC236}">
                <ns2:creationId id="{3BE6842C-B36C-4AF5-9668-EA49A468A94F}"/>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117">
            <a:extLst>
              <a:ext uri="{FF2B5EF4-FFF2-40B4-BE49-F238E27FC236}">
                <ns2:creationId id="{25CAC1E1-365E-460C-8E70-D33BCC767593}"/>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118">
            <a:extLst>
              <a:ext uri="{FF2B5EF4-FFF2-40B4-BE49-F238E27FC236}">
                <ns2:creationId id="{9E6BEE8C-779D-4796-9C56-E1994C7A1062}"/>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119">
            <a:extLst>
              <a:ext uri="{FF2B5EF4-FFF2-40B4-BE49-F238E27FC236}">
                <ns2:creationId id="{CD48B1C4-0925-4074-A064-3FF76E466337}"/>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120">
            <a:extLst>
              <a:ext uri="{FF2B5EF4-FFF2-40B4-BE49-F238E27FC236}">
                <ns2:creationId id="{4F2A38D8-5288-451B-9F19-ACC61F01FF3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121">
            <a:extLst>
              <a:ext uri="{FF2B5EF4-FFF2-40B4-BE49-F238E27FC236}">
                <ns2:creationId id="{E1A877E2-715D-4A19-91F4-FC767177246C}"/>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122">
            <a:extLst>
              <a:ext uri="{FF2B5EF4-FFF2-40B4-BE49-F238E27FC236}">
                <ns2:creationId id="{E672FDCE-4E87-4A54-8732-DEF0CCF4A5C5}"/>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123">
            <a:extLst>
              <a:ext uri="{FF2B5EF4-FFF2-40B4-BE49-F238E27FC236}">
                <ns2:creationId id="{A23DAE92-B1AC-4282-A29D-EBFD4C67ED82}"/>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txBody>
          <a:bodyPr wrap="none" lIns="-22318" tIns="-22318" rIns="-22318" bIns="-22318"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62A727AB-B6FE-4B83-944B-276C60B6A129}"/>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txBody>
          <a:bodyPr wrap="none" lIns="66675" tIns="38100" rIns="66675" bIns="3810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126">
            <a:extLst>
              <a:ext uri="{FF2B5EF4-FFF2-40B4-BE49-F238E27FC236}">
                <ns2:creationId id="{46D75640-CA87-44DB-A7AA-9B9A9FD15273}"/>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txBody>
          <a:bodyPr wrap="none" lIns="-22318" tIns="-22318" rIns="-22318" bIns="-22318"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128">
            <a:extLst>
              <a:ext uri="{FF2B5EF4-FFF2-40B4-BE49-F238E27FC236}">
                <ns2:creationId id="{9DC3CDEA-868C-4F19-98CB-98D462B9EDD0}"/>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129">
            <a:extLst>
              <a:ext uri="{FF2B5EF4-FFF2-40B4-BE49-F238E27FC236}">
                <ns2:creationId id="{A6FB945B-8C9D-4814-B70E-76D28B4956A5}"/>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130">
            <a:extLst>
              <a:ext uri="{FF2B5EF4-FFF2-40B4-BE49-F238E27FC236}">
                <ns2:creationId id="{B0D0ABA1-6A96-41D6-BD6A-6F4DFBF5D08A}"/>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txBody>
          <a:bodyPr wrap="none" lIns="-22318" tIns="-22318" rIns="-22318" bIns="-22318"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132">
            <a:extLst>
              <a:ext uri="{FF2B5EF4-FFF2-40B4-BE49-F238E27FC236}">
                <ns2:creationId id="{4E6812BA-7D1C-4B76-81CF-5AD200384E38}"/>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133">
            <a:extLst>
              <a:ext uri="{FF2B5EF4-FFF2-40B4-BE49-F238E27FC236}">
                <ns2:creationId id="{2A5FFF5C-4DD9-40A9-8638-0D285315EF16}"/>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134">
            <a:extLst>
              <a:ext uri="{FF2B5EF4-FFF2-40B4-BE49-F238E27FC236}">
                <ns2:creationId id="{037B809A-225B-4E62-B33F-7ACCB12E02CF}"/>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6BA26FAF-1F28-4EEB-B9D2-4BAA07C12A51}"/>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txBody>
          <a:bodyPr wrap="none" lIns="66675" tIns="38100" rIns="66675" bIns="381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136">
            <a:extLst>
              <a:ext uri="{FF2B5EF4-FFF2-40B4-BE49-F238E27FC236}">
                <ns2:creationId id="{007C9686-AD5C-4469-BDAE-8F387E3B072D}"/>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137">
            <a:extLst>
              <a:ext uri="{FF2B5EF4-FFF2-40B4-BE49-F238E27FC236}">
                <ns2:creationId id="{6792C1A4-1DDE-4E6A-902D-F89F19639D22}"/>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138">
            <a:extLst>
              <a:ext uri="{FF2B5EF4-FFF2-40B4-BE49-F238E27FC236}">
                <ns2:creationId id="{DFCDFD2E-EE43-4263-A0F7-CCB41C06379F}"/>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독립 생산을 병렬 시작 / 양쪽 준비 후 결합</a:t>
            </a:r>
            <a:endParaRPr lang="ko-KR">
              <a:latin typeface="Calibri"/>
              <a:ea typeface="Calibri"/>
              <a:cs typeface="Calibri"/>
            </a:endParaRPr>
          </a:p>
        </p:txBody>
      </p:sp>
      <p:sp>
        <p:nvSpPr>
          <p:cNvPr id="64" name="DP3 object 139">
            <a:extLst>
              <a:ext uri="{FF2B5EF4-FFF2-40B4-BE49-F238E27FC236}">
                <ns2:creationId id="{2AD4CC23-DAE1-4CAB-8D80-9B7B347BC59B}"/>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140">
            <a:extLst>
              <a:ext uri="{FF2B5EF4-FFF2-40B4-BE49-F238E27FC236}">
                <ns2:creationId id="{FEA1B753-7CA0-424A-9AC6-C19DEF894D2C}"/>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64340795-9376-44AE-A881-4B2C1F655692}"/>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txBody>
          <a:bodyPr wrap="none" lIns="76200" tIns="19050" rIns="76200" bIns="23812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142">
            <a:extLst>
              <a:ext uri="{FF2B5EF4-FFF2-40B4-BE49-F238E27FC236}">
                <ns2:creationId id="{EF5B5AA2-824B-402C-9651-986B1825B8A7}"/>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B3CF5537-EADB-4044-B92E-E2F15E68B806}"/>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txBody>
          <a:bodyPr wrap="none" lIns="66675" tIns="38100" rIns="66675" bIns="381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144">
            <a:extLst>
              <a:ext uri="{FF2B5EF4-FFF2-40B4-BE49-F238E27FC236}">
                <ns2:creationId id="{BB22C5CC-13E2-41F3-B9A2-5B93E64DC053}"/>
              </a:ext>
            </a:extLst>
          </p:cNvPr>
          <p:cNvSpPr>
            <a:spLocks noGrp="1"/>
          </p:cNvSpPr>
          <p:nvPr/>
        </p:nvSpPr>
        <p:spPr>
          <a:xfrm>
            <a:off x="10401300" y="4095750"/>
            <a:ext cx="1409700" cy="9429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동일 호출 한도 K</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독립 병렬 시작</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부족한 원본 확장</a:t>
            </a:r>
            <a:endParaRPr lang="ko-KR">
              <a:latin typeface="Calibri"/>
              <a:ea typeface="Calibri"/>
              <a:cs typeface="Calibri"/>
            </a:endParaRPr>
          </a:p>
        </p:txBody>
      </p:sp>
      <p:sp>
        <p:nvSpPr>
          <p:cNvPr id="72" name="Speech Reference&#10;Producer">
            <a:extLst>
              <a:ext uri="{FF2B5EF4-FFF2-40B4-BE49-F238E27FC236}">
                <ns2:creationId id="{BF7870F6-541D-4DD8-8395-1FF68D8CB9C6}"/>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txBody>
          <a:bodyPr wrap="none" lIns="66675" tIns="38100" rIns="66675" bIns="381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A9C1F9F5-1A0C-47D9-8CB1-41C396F68781}"/>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txBody>
          <a:bodyPr wrap="none" lIns="66675" tIns="38100" rIns="66675" bIns="381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147">
            <a:extLst>
              <a:ext uri="{FF2B5EF4-FFF2-40B4-BE49-F238E27FC236}">
                <ns2:creationId id="{AD484A42-45BE-447B-BA37-40A76F8461D2}"/>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148">
            <a:extLst>
              <a:ext uri="{FF2B5EF4-FFF2-40B4-BE49-F238E27FC236}">
                <ns2:creationId id="{34F4AAA9-2C70-41FA-8207-55A850D3BD29}"/>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49">
            <a:extLst>
              <a:ext uri="{FF2B5EF4-FFF2-40B4-BE49-F238E27FC236}">
                <ns2:creationId id="{FA41542D-D9F3-40A6-A201-9F90AFE7DBA8}"/>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50">
            <a:extLst>
              <a:ext uri="{FF2B5EF4-FFF2-40B4-BE49-F238E27FC236}">
                <ns2:creationId id="{CEE043B5-B923-4BBE-84FA-9B0F53A73CC8}"/>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51">
            <a:extLst>
              <a:ext uri="{FF2B5EF4-FFF2-40B4-BE49-F238E27FC236}">
                <ns2:creationId id="{F359F40B-0DFC-4881-8D4C-CDB7753A60E2}"/>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52">
            <a:extLst>
              <a:ext uri="{FF2B5EF4-FFF2-40B4-BE49-F238E27FC236}">
                <ns2:creationId id="{5E37433D-C2C7-43F0-BF2F-480A3AD61BA8}"/>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53">
            <a:extLst>
              <a:ext uri="{FF2B5EF4-FFF2-40B4-BE49-F238E27FC236}">
                <ns2:creationId id="{61D6EF6A-82A5-4A60-B16C-1DA9895994D3}"/>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54">
            <a:extLst>
              <a:ext uri="{FF2B5EF4-FFF2-40B4-BE49-F238E27FC236}">
                <ns2:creationId id="{E2ACD25F-B0F1-4FA3-81FF-8772AA46EF1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6E89ACC9-823E-437C-89EA-7E388A8A1889}"/>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txBody>
          <a:bodyPr wrap="none" lIns="47625" tIns="31623" rIns="47625" bIns="20574"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414EB327-4566-4EC5-AE8F-0BDBC1BC5C59}"/>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txBody>
          <a:bodyPr wrap="none" lIns="47625" tIns="31623" rIns="47625" bIns="20574"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57">
            <a:extLst>
              <a:ext uri="{FF2B5EF4-FFF2-40B4-BE49-F238E27FC236}">
                <ns2:creationId id="{A169282F-067D-4960-93A2-408CDDA97C6B}"/>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58">
            <a:extLst>
              <a:ext uri="{FF2B5EF4-FFF2-40B4-BE49-F238E27FC236}">
                <ns2:creationId id="{471EAEFF-DAD3-4D09-9E43-9B3351FE942A}"/>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59">
            <a:extLst>
              <a:ext uri="{FF2B5EF4-FFF2-40B4-BE49-F238E27FC236}">
                <ns2:creationId id="{9E6877E9-44ED-45E2-A009-30D9D1CC72EE}"/>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60">
            <a:extLst>
              <a:ext uri="{FF2B5EF4-FFF2-40B4-BE49-F238E27FC236}">
                <ns2:creationId id="{10DD729C-2B27-4585-BBE9-70E40E282CC9}"/>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972F1132-744D-4113-ACF3-ED18421A5C9D}"/>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txBody>
          <a:bodyPr wrap="none" lIns="66675" tIns="38100" rIns="66675" bIns="3810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62">
            <a:extLst>
              <a:ext uri="{FF2B5EF4-FFF2-40B4-BE49-F238E27FC236}">
                <ns2:creationId id="{6D54E0D3-6509-4173-B65F-31AD04999A75}"/>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63">
            <a:extLst>
              <a:ext uri="{FF2B5EF4-FFF2-40B4-BE49-F238E27FC236}">
                <ns2:creationId id="{23118C8E-04D1-47A9-9E2C-5603E47A9C2F}"/>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64">
            <a:extLst>
              <a:ext uri="{FF2B5EF4-FFF2-40B4-BE49-F238E27FC236}">
                <ns2:creationId id="{F8224BEE-E0A6-4F71-9057-EF5CE3AE1E7E}"/>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65">
            <a:extLst>
              <a:ext uri="{FF2B5EF4-FFF2-40B4-BE49-F238E27FC236}">
                <ns2:creationId id="{D85B5E46-A267-4F26-883D-6CE5381B0772}"/>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924A904-1388-4A84-8AC4-D27916A9A30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txBody>
          <a:bodyPr wrap="none" lIns="47625" tIns="66675" rIns="47625" bIns="3810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67">
            <a:extLst>
              <a:ext uri="{FF2B5EF4-FFF2-40B4-BE49-F238E27FC236}">
                <ns2:creationId id="{0F15995B-80CA-44EE-A8C2-BD068EF1C501}"/>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68">
            <a:extLst>
              <a:ext uri="{FF2B5EF4-FFF2-40B4-BE49-F238E27FC236}">
                <ns2:creationId id="{47C9AE2C-E924-41CF-BCFB-8A66DA169207}"/>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69">
            <a:extLst>
              <a:ext uri="{FF2B5EF4-FFF2-40B4-BE49-F238E27FC236}">
                <ns2:creationId id="{267543F7-8BDC-4DC3-82D4-D7B18D7F9458}"/>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70">
            <a:extLst>
              <a:ext uri="{FF2B5EF4-FFF2-40B4-BE49-F238E27FC236}">
                <ns2:creationId id="{7F727D2D-3ED2-4035-ABD7-FD19BA15D546}"/>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71">
            <a:extLst>
              <a:ext uri="{FF2B5EF4-FFF2-40B4-BE49-F238E27FC236}">
                <ns2:creationId id="{4C32CF54-7087-4132-86A8-493C1B076DBF}"/>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72">
            <a:extLst>
              <a:ext uri="{FF2B5EF4-FFF2-40B4-BE49-F238E27FC236}">
                <ns2:creationId id="{E190C980-BEE4-4D12-A493-2F7C98C6461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txBody>
          <a:bodyPr wrap="none" lIns="-22318" tIns="-22318" rIns="-22318" bIns="-22318"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74">
            <a:extLst>
              <a:ext uri="{FF2B5EF4-FFF2-40B4-BE49-F238E27FC236}">
                <ns2:creationId id="{0CB00307-856E-4B91-B8AD-E8DF18B93620}"/>
              </a:ext>
            </a:extLst>
          </p:cNvPr>
          <p:cNvSpPr>
            <a:spLocks noGrp="1"/>
          </p:cNvSpPr>
          <p:nvPr/>
        </p:nvSpPr>
        <p:spPr>
          <a:xfrm>
            <a:off x="14554200" y="3371850"/>
            <a:ext cx="266700" cy="276225"/>
          </a:xfrm>
          <a:prstGeom prst="roundRect">
            <a:avLst>
              <a:gd name="adj" fmla="val 28571"/>
            </a:avLst>
          </a:prstGeom>
          <a:solidFill>
            <a:srgbClr val="C9E1B3"/>
          </a:solidFill>
          <a:ln w="17145">
            <a:solidFill>
              <a:srgbClr val="70A843"/>
            </a:solidFill>
            <a:prstDash val="solid"/>
          </a:ln>
        </p:spPr>
        <p:txBody>
          <a:bodyPr wrap="none" lIns="-22318" tIns="-22318" rIns="-22318" bIns="-22318"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9" name="DP3 object 176">
            <a:extLst>
              <a:ext uri="{FF2B5EF4-FFF2-40B4-BE49-F238E27FC236}">
                <ns2:creationId id="{40CAE646-21D5-4155-9960-D9956714A778}"/>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txBody>
          <a:bodyPr wrap="none" lIns="-22318" tIns="-22318" rIns="-22318" bIns="-22318"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1" name="DP3 object 178">
            <a:extLst>
              <a:ext uri="{FF2B5EF4-FFF2-40B4-BE49-F238E27FC236}">
                <ns2:creationId id="{705548BE-F9B8-46C8-92B7-5B8EDB36AB21}"/>
              </a:ext>
            </a:extLst>
          </p:cNvPr>
          <p:cNvSpPr>
            <a:spLocks noGrp="1"/>
          </p:cNvSpPr>
          <p:nvPr/>
        </p:nvSpPr>
        <p:spPr>
          <a:xfrm>
            <a:off x="14554200" y="4171950"/>
            <a:ext cx="266700" cy="276225"/>
          </a:xfrm>
          <a:prstGeom prst="roundRect">
            <a:avLst>
              <a:gd name="adj" fmla="val 28571"/>
            </a:avLst>
          </a:prstGeom>
          <a:solidFill>
            <a:srgbClr val="C9E1B3"/>
          </a:solidFill>
          <a:ln w="17145">
            <a:solidFill>
              <a:srgbClr val="70A843"/>
            </a:solidFill>
            <a:prstDash val="solid"/>
          </a:ln>
        </p:spPr>
        <p:txBody>
          <a:bodyPr wrap="none" lIns="-22318" tIns="-22318" rIns="-22318" bIns="-22318"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180">
            <a:extLst>
              <a:ext uri="{FF2B5EF4-FFF2-40B4-BE49-F238E27FC236}">
                <ns2:creationId id="{7FDCFF5F-A5BD-447C-B5CF-FD411C54C81C}"/>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txBody>
          <a:bodyPr wrap="none" lIns="-22318" tIns="-22318" rIns="-22318" bIns="-22318"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8B5D3310-7270-40B1-9830-56C36722AEEA}"/>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txBody>
          <a:bodyPr wrap="none" lIns="66675" tIns="38100" rIns="66675" bIns="381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183">
            <a:extLst>
              <a:ext uri="{FF2B5EF4-FFF2-40B4-BE49-F238E27FC236}">
                <ns2:creationId id="{C60914A6-CFBB-46CE-BC82-8D07B68FF237}"/>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184">
            <a:extLst>
              <a:ext uri="{FF2B5EF4-FFF2-40B4-BE49-F238E27FC236}">
                <ns2:creationId id="{9F694702-6600-40DF-B4A3-00A89F520935}"/>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DP3 object 185">
            <a:extLst>
              <a:ext uri="{FF2B5EF4-FFF2-40B4-BE49-F238E27FC236}">
                <ns2:creationId id="{A0CDDA49-BE3A-4487-8473-61FF4430767B}"/>
              </a:ext>
            </a:extLst>
          </p:cNvPr>
          <p:cNvSpPr>
            <a:spLocks noGrp="1"/>
          </p:cNvSpPr>
          <p:nvPr/>
        </p:nvSpPr>
        <p:spPr>
          <a:xfrm>
            <a:off x="266700" y="9848850"/>
            <a:ext cx="17526000" cy="219075"/>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pixel 계약의 A / 병렬 B(기존 B4), 각 12회. 괄호는 관측/예정. 양쪽 미완료가 있어 성공 평균만으로 전체 속도 우열을 정하지 않는다.</a:t>
            </a:r>
            <a:endParaRPr lang="ko-KR">
              <a:latin typeface="Calibri"/>
              <a:ea typeface="Calibri"/>
              <a:cs typeface="Calibri"/>
            </a:endParaRPr>
          </a:p>
        </p:txBody>
      </p:sp>
      <p:sp>
        <p:nvSpPr>
          <p:cNvPr id="120" name="DP3 object 186">
            <a:extLst>
              <a:ext uri="{FF2B5EF4-FFF2-40B4-BE49-F238E27FC236}">
                <ns2:creationId id="{10C99E1E-92A6-4B56-98F4-15C0D25AE2C2}"/>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A 미확정 1회 예약 상한 $0.0729404 별도 보존(실제 청구액 아님). QA04 미측정. RSS는 로컬 Python+Rust. 같은 공통 호출 한도 사용.</a:t>
            </a:r>
            <a:endParaRPr lang="ko-KR">
              <a:latin typeface="Calibri"/>
              <a:ea typeface="Calibri"/>
              <a:cs typeface="Calibri"/>
            </a:endParaRPr>
          </a:p>
        </p:txBody>
      </p:sp>
    </p:spTree>
    <p:extLst>
      <p:ext uri="{BB962C8B-B14F-4D97-AF65-F5344CB8AC3E}">
        <p14:creationId val="268923925"/>
      </p:ext>
    </p:extLst>
  </p:cSld>
</p:sld>
</file>

<file path=ppt/slides/slide1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3 object 187">
            <a:extLst>
              <a:ext uri="{FF2B5EF4-FFF2-40B4-BE49-F238E27FC236}">
                <ns2:creationId id="{C28CDB6C-4E43-48D0-B117-B45DC0F1AE4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(기존 관측과 비교 범위)</a:t>
            </a:r>
            <a:endParaRPr lang="ko-KR">
              <a:latin typeface="Calibri"/>
              <a:ea typeface="Calibri"/>
              <a:cs typeface="Calibri"/>
            </a:endParaRPr>
          </a:p>
        </p:txBody>
      </p:sp>
      <p:sp>
        <p:nvSpPr>
          <p:cNvPr id="2" name="DP3 object 188">
            <a:extLst>
              <a:ext uri="{FF2B5EF4-FFF2-40B4-BE49-F238E27FC236}">
                <ns2:creationId id="{1C85F88C-BAF2-4124-B708-BE7C7628552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89">
            <a:extLst>
              <a:ext uri="{FF2B5EF4-FFF2-40B4-BE49-F238E27FC236}">
                <ns2:creationId id="{6AE39A72-163B-4948-921B-4B927D725A31}"/>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0">
            <a:extLst>
              <a:ext uri="{FF2B5EF4-FFF2-40B4-BE49-F238E27FC236}">
                <ns2:creationId id="{59DC0D03-3FA6-4EAF-82DA-175091C9FC1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1">
            <a:extLst>
              <a:ext uri="{FF2B5EF4-FFF2-40B4-BE49-F238E27FC236}">
                <ns2:creationId id="{2D0D1F48-6673-4EC7-9D9D-5F69AFB1B09D}"/>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2">
            <a:extLst>
              <a:ext uri="{FF2B5EF4-FFF2-40B4-BE49-F238E27FC236}">
                <ns2:creationId id="{E0844CF9-794D-4790-877B-9F5753A6203D}"/>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93">
            <a:extLst>
              <a:ext uri="{FF2B5EF4-FFF2-40B4-BE49-F238E27FC236}">
                <ns2:creationId id="{B1916A0A-858B-4D5A-B3F0-7FC2C5949B4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94">
            <a:extLst>
              <a:ext uri="{FF2B5EF4-FFF2-40B4-BE49-F238E27FC236}">
                <ns2:creationId id="{FCA7C4D8-5C01-49F7-AB58-57CDCE5AA85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95">
            <a:extLst>
              <a:ext uri="{FF2B5EF4-FFF2-40B4-BE49-F238E27FC236}">
                <ns2:creationId id="{1CD74566-CD08-421C-B74A-87107C87595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96">
            <a:extLst>
              <a:ext uri="{FF2B5EF4-FFF2-40B4-BE49-F238E27FC236}">
                <ns2:creationId id="{C73DD558-A261-4487-A6F0-7697D0AF6D7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97">
            <a:extLst>
              <a:ext uri="{FF2B5EF4-FFF2-40B4-BE49-F238E27FC236}">
                <ns2:creationId id="{C8B3B861-B834-445A-85C9-65EC4679FC5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98">
            <a:extLst>
              <a:ext uri="{FF2B5EF4-FFF2-40B4-BE49-F238E27FC236}">
                <ns2:creationId id="{772FE8EE-4941-4913-82FE-AA731C5A965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99">
            <a:extLst>
              <a:ext uri="{FF2B5EF4-FFF2-40B4-BE49-F238E27FC236}">
                <ns2:creationId id="{EA94BC4F-EA90-4A9C-9A57-5DA5D67E798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35 / 36</a:t>
            </a:r>
            <a:endParaRPr lang="ko-KR">
              <a:latin typeface="Calibri"/>
              <a:ea typeface="Calibri"/>
              <a:cs typeface="Calibri"/>
            </a:endParaRPr>
          </a:p>
        </p:txBody>
      </p:sp>
      <p:sp>
        <p:nvSpPr>
          <p:cNvPr id="14" name="DP3 object 200">
            <a:extLst>
              <a:ext uri="{FF2B5EF4-FFF2-40B4-BE49-F238E27FC236}">
                <ns2:creationId id="{264E0D71-6520-46BC-B2F1-0FE6BE32544A}"/>
              </a:ext>
            </a:extLst>
          </p:cNvPr>
          <p:cNvSpPr>
            <a:spLocks noGrp="1"/>
          </p:cNvSpPr>
          <p:nvPr/>
        </p:nvSpPr>
        <p:spPr>
          <a:xfrm>
            <a:off x="428625" y="1323975"/>
            <a:ext cx="17430750" cy="581025"/>
          </a:xfrm>
          <a:prstGeom prst="rect">
            <a:avLst/>
          </a:prstGeom>
          <a:noFill/>
          <a:ln w="0">
            <a:noFill/>
            <a:prstDash val="solid"/>
          </a:ln>
        </p:spPr>
        <p:txBody>
          <a:bodyPr wrap="none" lIns="0" tIns="0" rIns="0" bIns="0" anchor="ctr">
            <a:noAutofit/>
          </a:bodyPr>
          <a:lstStyle>
            <a:defPPr algn="l">
              <a:defRPr sz="2700" b="1" lang="ko-KR">
                <a:solidFill>
                  <a:srgbClr val="4676CB"/>
                </a:solidFill>
                <a:latin typeface="Calibri"/>
                <a:ea typeface="Calibri"/>
                <a:cs typeface="Calibri"/>
              </a:defRPr>
            </a:defPPr>
            <a:lvl1pPr algn="l">
              <a:defRPr sz="2700" b="1" lang="ko-KR">
                <a:solidFill>
                  <a:srgbClr val="4676CB"/>
                </a:solidFill>
                <a:latin typeface="Calibri"/>
                <a:ea typeface="Calibri"/>
                <a:cs typeface="Calibri"/>
              </a:defRPr>
            </a:lvl1pPr>
            <a:lvl2pPr algn="l">
              <a:defRPr sz="2700" b="1" lang="ko-KR">
                <a:solidFill>
                  <a:srgbClr val="4676CB"/>
                </a:solidFill>
                <a:latin typeface="Calibri"/>
                <a:ea typeface="Calibri"/>
                <a:cs typeface="Calibri"/>
              </a:defRPr>
            </a:lvl2pPr>
            <a:lvl3pPr algn="l">
              <a:defRPr sz="2700" b="1" lang="ko-KR">
                <a:solidFill>
                  <a:srgbClr val="4676CB"/>
                </a:solidFill>
                <a:latin typeface="Calibri"/>
                <a:ea typeface="Calibri"/>
                <a:cs typeface="Calibri"/>
              </a:defRPr>
            </a:lvl3pPr>
            <a:lvl4pPr algn="l">
              <a:defRPr sz="2700" b="1" lang="ko-KR">
                <a:solidFill>
                  <a:srgbClr val="4676CB"/>
                </a:solidFill>
                <a:latin typeface="Calibri"/>
                <a:ea typeface="Calibri"/>
                <a:cs typeface="Calibri"/>
              </a:defRPr>
            </a:lvl4pPr>
            <a:lvl5pPr algn="l">
              <a:defRPr sz="2700" b="1" lang="ko-KR">
                <a:solidFill>
                  <a:srgbClr val="4676CB"/>
                </a:solidFill>
                <a:latin typeface="Calibri"/>
                <a:ea typeface="Calibri"/>
                <a:cs typeface="Calibri"/>
              </a:defRPr>
            </a:lvl5pPr>
            <a:lvl6pPr algn="l">
              <a:defRPr sz="2700" b="1" lang="ko-KR">
                <a:solidFill>
                  <a:srgbClr val="4676CB"/>
                </a:solidFill>
                <a:latin typeface="Calibri"/>
                <a:ea typeface="Calibri"/>
                <a:cs typeface="Calibri"/>
              </a:defRPr>
            </a:lvl6pPr>
            <a:lvl7pPr algn="l">
              <a:defRPr sz="2700" b="1" lang="ko-KR">
                <a:solidFill>
                  <a:srgbClr val="4676CB"/>
                </a:solidFill>
                <a:latin typeface="Calibri"/>
                <a:ea typeface="Calibri"/>
                <a:cs typeface="Calibri"/>
              </a:defRPr>
            </a:lvl7pPr>
            <a:lvl8pPr algn="l">
              <a:defRPr sz="2700" b="1" lang="ko-KR">
                <a:solidFill>
                  <a:srgbClr val="4676CB"/>
                </a:solidFill>
                <a:latin typeface="Calibri"/>
                <a:ea typeface="Calibri"/>
                <a:cs typeface="Calibri"/>
              </a:defRPr>
            </a:lvl8pPr>
            <a:lvl9pPr algn="l">
              <a:defRPr sz="2700" b="1" lang="ko-KR">
                <a:solidFill>
                  <a:srgbClr val="4676CB"/>
                </a:solidFill>
                <a:latin typeface="Calibri"/>
                <a:ea typeface="Calibri"/>
                <a:cs typeface="Calibri"/>
              </a:defRPr>
            </a:lvl9pPr>
          </a:lstStyle>
          <a:p>
            <a:pPr algn="l">
              <a:defRPr sz="2700" b="1" lang="ko-KR">
                <a:solidFill>
                  <a:srgbClr val="4676CB"/>
                </a:solidFill>
                <a:latin typeface="Calibri"/>
                <a:ea typeface="Calibri"/>
                <a:cs typeface="Calibri"/>
              </a:defRPr>
            </a:pPr>
            <a:r>
              <a:rPr sz="2700" b="1" lang="ko-KR">
                <a:solidFill>
                  <a:srgbClr val="4676CB"/>
                </a:solidFill>
                <a:latin typeface="Calibri"/>
                <a:ea typeface="Calibri"/>
                <a:cs typeface="Calibri"/>
              </a:rPr>
              <a:t>pixel A와 병렬 B는 실측이 있다. 정규화 병렬 B는 아직 미측정이다.</a:t>
            </a:r>
            <a:endParaRPr lang="ko-KR">
              <a:latin typeface="Calibri"/>
              <a:ea typeface="Calibri"/>
              <a:cs typeface="Calibri"/>
            </a:endParaRPr>
          </a:p>
        </p:txBody>
      </p:sp>
      <p:sp>
        <p:nvSpPr>
          <p:cNvPr id="15" name="DP3 object 201">
            <a:extLst>
              <a:ext uri="{FF2B5EF4-FFF2-40B4-BE49-F238E27FC236}">
                <ns2:creationId id="{CB05A158-AA18-4C8D-8AA8-686B048B88E6}"/>
              </a:ext>
            </a:extLst>
          </p:cNvPr>
          <p:cNvSpPr>
            <a:spLocks noGrp="1"/>
          </p:cNvSpPr>
          <p:nvPr/>
        </p:nvSpPr>
        <p:spPr>
          <a:xfrm>
            <a:off x="619125" y="21526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이전 정규화 비교 — 당시 실행한 A와 순차 B의 이력</a:t>
            </a:r>
            <a:endParaRPr lang="ko-KR">
              <a:latin typeface="Calibri"/>
              <a:ea typeface="Calibri"/>
              <a:cs typeface="Calibri"/>
            </a:endParaRPr>
          </a:p>
        </p:txBody>
      </p:sp>
      <p:graphicFrame>
        <p:nvGraphicFramePr>
          <p:cNvPr id="16" name="">
            <a:extLst>
              <a:ext uri="{FF2B5EF4-FFF2-40B4-BE49-F238E27FC236}">
                <ns2:creationId id="{EFF33258-3422-4B20-86D4-A6FA7A53F2C0}"/>
              </a:ext>
            </a:extLst>
          </p:cNvPr>
          <p:cNvGraphicFramePr/>
          <p:nvPr/>
        </p:nvGraphicFramePr>
        <p:xfrm>
          <a:off x="619125" y="2724150"/>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15 / 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이전 B 순차 생산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42 / 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2">
            <a:extLst>
              <a:ext uri="{FF2B5EF4-FFF2-40B4-BE49-F238E27FC236}">
                <ns2:creationId id="{83672CE7-667A-4AEB-805C-5D8427B508F0}"/>
              </a:ext>
            </a:extLst>
          </p:cNvPr>
          <p:cNvSpPr>
            <a:spLocks noGrp="1"/>
          </p:cNvSpPr>
          <p:nvPr/>
        </p:nvSpPr>
        <p:spPr>
          <a:xfrm>
            <a:off x="619125" y="4819650"/>
            <a:ext cx="17049750" cy="381000"/>
          </a:xfrm>
          <a:prstGeom prst="rect">
            <a:avLst/>
          </a:prstGeom>
          <a:noFill/>
          <a:ln w="0">
            <a:noFill/>
            <a:prstDash val="solid"/>
          </a:ln>
        </p:spPr>
        <p:txBody>
          <a:bodyPr wrap="none" lIns="0" tIns="0" rIns="0" bIns="0" anchor="ctr">
            <a:noAutofit/>
          </a:bodyPr>
          <a:lstStyle>
            <a:defPPr algn="l">
              <a:defRPr sz="1900" b="0" lang="ko-KR">
                <a:solidFill>
                  <a:srgbClr val="C00000"/>
                </a:solidFill>
                <a:latin typeface="Calibri"/>
                <a:ea typeface="Calibri"/>
                <a:cs typeface="Calibri"/>
              </a:defRPr>
            </a:defPPr>
            <a:lvl1pPr algn="l">
              <a:defRPr sz="1900" b="0" lang="ko-KR">
                <a:solidFill>
                  <a:srgbClr val="C00000"/>
                </a:solidFill>
                <a:latin typeface="Calibri"/>
                <a:ea typeface="Calibri"/>
                <a:cs typeface="Calibri"/>
              </a:defRPr>
            </a:lvl1pPr>
            <a:lvl2pPr algn="l">
              <a:defRPr sz="1900" b="0" lang="ko-KR">
                <a:solidFill>
                  <a:srgbClr val="C00000"/>
                </a:solidFill>
                <a:latin typeface="Calibri"/>
                <a:ea typeface="Calibri"/>
                <a:cs typeface="Calibri"/>
              </a:defRPr>
            </a:lvl2pPr>
            <a:lvl3pPr algn="l">
              <a:defRPr sz="1900" b="0" lang="ko-KR">
                <a:solidFill>
                  <a:srgbClr val="C00000"/>
                </a:solidFill>
                <a:latin typeface="Calibri"/>
                <a:ea typeface="Calibri"/>
                <a:cs typeface="Calibri"/>
              </a:defRPr>
            </a:lvl3pPr>
            <a:lvl4pPr algn="l">
              <a:defRPr sz="1900" b="0" lang="ko-KR">
                <a:solidFill>
                  <a:srgbClr val="C00000"/>
                </a:solidFill>
                <a:latin typeface="Calibri"/>
                <a:ea typeface="Calibri"/>
                <a:cs typeface="Calibri"/>
              </a:defRPr>
            </a:lvl4pPr>
            <a:lvl5pPr algn="l">
              <a:defRPr sz="1900" b="0" lang="ko-KR">
                <a:solidFill>
                  <a:srgbClr val="C00000"/>
                </a:solidFill>
                <a:latin typeface="Calibri"/>
                <a:ea typeface="Calibri"/>
                <a:cs typeface="Calibri"/>
              </a:defRPr>
            </a:lvl5pPr>
            <a:lvl6pPr algn="l">
              <a:defRPr sz="1900" b="0" lang="ko-KR">
                <a:solidFill>
                  <a:srgbClr val="C00000"/>
                </a:solidFill>
                <a:latin typeface="Calibri"/>
                <a:ea typeface="Calibri"/>
                <a:cs typeface="Calibri"/>
              </a:defRPr>
            </a:lvl6pPr>
            <a:lvl7pPr algn="l">
              <a:defRPr sz="1900" b="0" lang="ko-KR">
                <a:solidFill>
                  <a:srgbClr val="C00000"/>
                </a:solidFill>
                <a:latin typeface="Calibri"/>
                <a:ea typeface="Calibri"/>
                <a:cs typeface="Calibri"/>
              </a:defRPr>
            </a:lvl7pPr>
            <a:lvl8pPr algn="l">
              <a:defRPr sz="1900" b="0" lang="ko-KR">
                <a:solidFill>
                  <a:srgbClr val="C00000"/>
                </a:solidFill>
                <a:latin typeface="Calibri"/>
                <a:ea typeface="Calibri"/>
                <a:cs typeface="Calibri"/>
              </a:defRPr>
            </a:lvl8pPr>
            <a:lvl9pPr algn="l">
              <a:defRPr sz="1900" b="0" lang="ko-KR">
                <a:solidFill>
                  <a:srgbClr val="C00000"/>
                </a:solidFill>
                <a:latin typeface="Calibri"/>
                <a:ea typeface="Calibri"/>
                <a:cs typeface="Calibri"/>
              </a:defRPr>
            </a:lvl9pPr>
          </a:lstStyle>
          <a:p>
            <a:pPr algn="l">
              <a:defRPr sz="1900" b="0" lang="ko-KR">
                <a:solidFill>
                  <a:srgbClr val="C00000"/>
                </a:solidFill>
                <a:latin typeface="Calibri"/>
                <a:ea typeface="Calibri"/>
                <a:cs typeface="Calibri"/>
              </a:defRPr>
            </a:pPr>
            <a:r>
              <a:rPr sz="1900" b="0" lang="ko-KR">
                <a:solidFill>
                  <a:srgbClr val="C00000"/>
                </a:solidFill>
                <a:latin typeface="Calibri"/>
                <a:ea typeface="Calibri"/>
                <a:cs typeface="Calibri"/>
              </a:rPr>
              <a:t>B의 밀집 화면 3회 미완료 유지. 정답 대상 ID를 제안했어도 공간 근거가 지시점을 포함하지 못했다.</a:t>
            </a:r>
            <a:endParaRPr lang="ko-KR">
              <a:latin typeface="Calibri"/>
              <a:ea typeface="Calibri"/>
              <a:cs typeface="Calibri"/>
            </a:endParaRPr>
          </a:p>
        </p:txBody>
      </p:sp>
      <p:sp>
        <p:nvSpPr>
          <p:cNvPr id="18" name="DP3 object 203">
            <a:extLst>
              <a:ext uri="{FF2B5EF4-FFF2-40B4-BE49-F238E27FC236}">
                <ns2:creationId id="{EB4DC984-3567-455F-9EED-D77CF956BDF7}"/>
              </a:ext>
            </a:extLst>
          </p:cNvPr>
          <p:cNvSpPr>
            <a:spLocks noGrp="1"/>
          </p:cNvSpPr>
          <p:nvPr/>
        </p:nvSpPr>
        <p:spPr>
          <a:xfrm>
            <a:off x="619125" y="54673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pixel 비교 — A와 독립 병렬 기본 B(기존 실행 ID: B4)</a:t>
            </a:r>
            <a:endParaRPr lang="ko-KR">
              <a:latin typeface="Calibri"/>
              <a:ea typeface="Calibri"/>
              <a:cs typeface="Calibri"/>
            </a:endParaRPr>
          </a:p>
        </p:txBody>
      </p:sp>
      <p:graphicFrame>
        <p:nvGraphicFramePr>
          <p:cNvPr id="19" name="">
            <a:extLst>
              <a:ext uri="{FF2B5EF4-FFF2-40B4-BE49-F238E27FC236}">
                <ns2:creationId id="{5ADF1108-DAEE-453D-B286-2DE63554CEBF}"/>
              </a:ext>
            </a:extLst>
          </p:cNvPr>
          <p:cNvGraphicFramePr/>
          <p:nvPr/>
        </p:nvGraphicFramePr>
        <p:xfrm>
          <a:off x="619125" y="6048375"/>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22 / 0.0339156*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병렬 B (기존 B4)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40 / 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0" name="DP3 object 204">
            <a:extLst>
              <a:ext uri="{FF2B5EF4-FFF2-40B4-BE49-F238E27FC236}">
                <ns2:creationId id="{7D1E198A-B207-4CE1-82FC-E8E34C81F1F5}"/>
              </a:ext>
            </a:extLst>
          </p:cNvPr>
          <p:cNvSpPr>
            <a:spLocks noGrp="1"/>
          </p:cNvSpPr>
          <p:nvPr/>
        </p:nvSpPr>
        <p:spPr>
          <a:xfrm>
            <a:off x="619125" y="8105775"/>
            <a:ext cx="17049750" cy="3905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 A 비용은 확정분만 표시. 미확정 1회 예약 상한 $0.0729404를 별도 보존하며 실제 청구액으로 보지 않는다.</a:t>
            </a:r>
            <a:endParaRPr lang="ko-KR">
              <a:latin typeface="Calibri"/>
              <a:ea typeface="Calibri"/>
              <a:cs typeface="Calibri"/>
            </a:endParaRPr>
          </a:p>
        </p:txBody>
      </p:sp>
      <p:sp>
        <p:nvSpPr>
          <p:cNvPr id="21" name="DP3 object 205">
            <a:extLst>
              <a:ext uri="{FF2B5EF4-FFF2-40B4-BE49-F238E27FC236}">
                <ns2:creationId id="{76A69E17-B673-41DB-8618-B09643AFF9EC}"/>
              </a:ext>
            </a:extLst>
          </p:cNvPr>
          <p:cNvSpPr>
            <a:spLocks noGrp="1"/>
          </p:cNvSpPr>
          <p:nvPr/>
        </p:nvSpPr>
        <p:spPr>
          <a:xfrm>
            <a:off x="619125" y="8848725"/>
            <a:ext cx="2381250" cy="4667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현재 판단</a:t>
            </a:r>
            <a:endParaRPr lang="ko-KR">
              <a:latin typeface="Calibri"/>
              <a:ea typeface="Calibri"/>
              <a:cs typeface="Calibri"/>
            </a:endParaRPr>
          </a:p>
        </p:txBody>
      </p:sp>
      <p:sp>
        <p:nvSpPr>
          <p:cNvPr id="22" name="DP3 object 206">
            <a:extLst>
              <a:ext uri="{FF2B5EF4-FFF2-40B4-BE49-F238E27FC236}">
                <ns2:creationId id="{D6AE47EE-8EAA-4F2E-AC23-DC1F47677420}"/>
              </a:ext>
            </a:extLst>
          </p:cNvPr>
          <p:cNvSpPr>
            <a:spLocks noGrp="1"/>
          </p:cNvSpPr>
          <p:nvPr/>
        </p:nvSpPr>
        <p:spPr>
          <a:xfrm>
            <a:off x="3048000" y="8848725"/>
            <a:ext cx="14287500" cy="4667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pixel A/B 모두 미완료. 첫 응답·완료의 누락을 포함해 전체 선택을 미확정으로 둔다.</a:t>
            </a:r>
            <a:endParaRPr lang="ko-KR">
              <a:latin typeface="Calibri"/>
              <a:ea typeface="Calibri"/>
              <a:cs typeface="Calibri"/>
            </a:endParaRPr>
          </a:p>
        </p:txBody>
      </p:sp>
      <p:sp>
        <p:nvSpPr>
          <p:cNvPr id="23" name="DP3 object 207">
            <a:extLst>
              <a:ext uri="{FF2B5EF4-FFF2-40B4-BE49-F238E27FC236}">
                <ns2:creationId id="{5E54B630-002C-4CD5-B350-2D5219A1DC1F}"/>
              </a:ext>
            </a:extLst>
          </p:cNvPr>
          <p:cNvSpPr>
            <a:spLocks noGrp="1"/>
          </p:cNvSpPr>
          <p:nvPr/>
        </p:nvSpPr>
        <p:spPr>
          <a:xfrm>
            <a:off x="619125" y="9601200"/>
            <a:ext cx="17049750" cy="342900"/>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기존 B4를 병렬 기본 B의 pixel 관측으로 활용한다. 원래 실행 ID와 실패는 유지하며, 정규화 A 수치와 혼합하지 않는다.</a:t>
            </a:r>
            <a:endParaRPr lang="ko-KR">
              <a:latin typeface="Calibri"/>
              <a:ea typeface="Calibri"/>
              <a:cs typeface="Calibri"/>
            </a:endParaRPr>
          </a:p>
        </p:txBody>
      </p:sp>
    </p:spTree>
    <p:extLst>
      <p:ext uri="{BB962C8B-B14F-4D97-AF65-F5344CB8AC3E}">
        <p14:creationId val="1537890082"/>
      </p:ext>
    </p:extLst>
  </p:cSld>
</p:sld>
</file>

<file path=ppt/slides/slide1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DP3 object 208">
            <a:extLst>
              <a:ext uri="{FF2B5EF4-FFF2-40B4-BE49-F238E27FC236}">
                <ns2:creationId id="{CAD04E6D-E5F1-4CA5-95BD-0D5DC1D78B2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(별도 복구 관측)</a:t>
            </a:r>
            <a:endParaRPr lang="ko-KR">
              <a:latin typeface="Calibri"/>
              <a:ea typeface="Calibri"/>
              <a:cs typeface="Calibri"/>
            </a:endParaRPr>
          </a:p>
        </p:txBody>
      </p:sp>
      <p:sp>
        <p:nvSpPr>
          <p:cNvPr id="2" name="DP3 object 209">
            <a:extLst>
              <a:ext uri="{FF2B5EF4-FFF2-40B4-BE49-F238E27FC236}">
                <ns2:creationId id="{97B9B85E-8574-4E8E-911D-FBA3ABF2FC7C}"/>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0">
            <a:extLst>
              <a:ext uri="{FF2B5EF4-FFF2-40B4-BE49-F238E27FC236}">
                <ns2:creationId id="{3E6E632A-7571-4A13-94AC-13996A76B597}"/>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1">
            <a:extLst>
              <a:ext uri="{FF2B5EF4-FFF2-40B4-BE49-F238E27FC236}">
                <ns2:creationId id="{C1515EC4-AE77-4E79-94D4-A28FD7D71E4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12">
            <a:extLst>
              <a:ext uri="{FF2B5EF4-FFF2-40B4-BE49-F238E27FC236}">
                <ns2:creationId id="{FD77D0EF-D231-44AB-A09D-0E32D9D2F2F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13">
            <a:extLst>
              <a:ext uri="{FF2B5EF4-FFF2-40B4-BE49-F238E27FC236}">
                <ns2:creationId id="{D25A1B33-4668-44F7-9423-5E59455B47C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14">
            <a:extLst>
              <a:ext uri="{FF2B5EF4-FFF2-40B4-BE49-F238E27FC236}">
                <ns2:creationId id="{A9307D3D-587B-4892-9FC0-FF78FF362CC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15">
            <a:extLst>
              <a:ext uri="{FF2B5EF4-FFF2-40B4-BE49-F238E27FC236}">
                <ns2:creationId id="{19A92B03-D4A6-4BA4-A9A7-50A37CCE3E0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16">
            <a:extLst>
              <a:ext uri="{FF2B5EF4-FFF2-40B4-BE49-F238E27FC236}">
                <ns2:creationId id="{BF9176DE-1B27-44E9-94A5-3D987EE4445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17">
            <a:extLst>
              <a:ext uri="{FF2B5EF4-FFF2-40B4-BE49-F238E27FC236}">
                <ns2:creationId id="{94AF2D9C-9FBF-4CA9-ABDF-7795DFEA00E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18">
            <a:extLst>
              <a:ext uri="{FF2B5EF4-FFF2-40B4-BE49-F238E27FC236}">
                <ns2:creationId id="{8E051A9F-4961-4E00-B176-9D6165279F23}"/>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19">
            <a:extLst>
              <a:ext uri="{FF2B5EF4-FFF2-40B4-BE49-F238E27FC236}">
                <ns2:creationId id="{E8310E5C-4461-490B-B878-3C542ADC71D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220">
            <a:extLst>
              <a:ext uri="{FF2B5EF4-FFF2-40B4-BE49-F238E27FC236}">
                <ns2:creationId id="{EFEA2D44-9D67-48A8-BA2C-7AFD214D87C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36 / 36</a:t>
            </a:r>
            <a:endParaRPr lang="ko-KR">
              <a:latin typeface="Calibri"/>
              <a:ea typeface="Calibri"/>
              <a:cs typeface="Calibri"/>
            </a:endParaRPr>
          </a:p>
        </p:txBody>
      </p:sp>
      <p:sp>
        <p:nvSpPr>
          <p:cNvPr id="14" name="DP3 object 221">
            <a:extLst>
              <a:ext uri="{FF2B5EF4-FFF2-40B4-BE49-F238E27FC236}">
                <ns2:creationId id="{59086D14-B836-4DF3-9C20-3F434F56F493}"/>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2">
            <a:extLst>
              <a:ext uri="{FF2B5EF4-FFF2-40B4-BE49-F238E27FC236}">
                <ns2:creationId id="{23FE3B7B-7A46-439E-909B-49CB967C3A7B}"/>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pixel 실험의 A와 A2+A5 비교. 정규화 병렬 기본 B와의 재비교 결과는 아니다.</a:t>
            </a:r>
            <a:endParaRPr lang="ko-KR">
              <a:latin typeface="Calibri"/>
              <a:ea typeface="Calibri"/>
              <a:cs typeface="Calibri"/>
            </a:endParaRPr>
          </a:p>
        </p:txBody>
      </p:sp>
      <p:sp>
        <p:nvSpPr>
          <p:cNvPr id="16" name="DP3 object 223">
            <a:extLst>
              <a:ext uri="{FF2B5EF4-FFF2-40B4-BE49-F238E27FC236}">
                <ns2:creationId id="{A9B1238B-6676-4A22-B366-24FC2D4ACAB5}"/>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4">
            <a:extLst>
              <a:ext uri="{FF2B5EF4-FFF2-40B4-BE49-F238E27FC236}">
                <ns2:creationId id="{FAA9FBC4-33A6-47B8-B555-80C5389EFC8D}"/>
              </a:ext>
            </a:extLst>
          </p:cNvPr>
          <p:cNvSpPr>
            <a:spLocks noGrp="1"/>
          </p:cNvSpPr>
          <p:nvPr/>
        </p:nvSpPr>
        <p:spPr>
          <a:xfrm>
            <a:off x="228600" y="2209800"/>
            <a:ext cx="5829300" cy="476250"/>
          </a:xfrm>
          <a:prstGeom prst="rect">
            <a:avLst/>
          </a:prstGeom>
          <a:solidFill>
            <a:srgbClr val="C9E1B3"/>
          </a:solidFill>
          <a:ln w="0">
            <a:noFill/>
            <a:prstDash val="solid"/>
          </a:ln>
        </p:spPr>
        <p:txBody>
          <a:bodyPr wrap="none" lIns="190500" tIns="47625" rIns="190500" bIns="47625"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8D7134C5-4EA6-4C91-BA5D-EF3AC4030266}"/>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txBody>
          <a:bodyPr wrap="none" lIns="66675" tIns="38100" rIns="66675" bIns="3810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7">
            <a:extLst>
              <a:ext uri="{FF2B5EF4-FFF2-40B4-BE49-F238E27FC236}">
                <ns2:creationId id="{70B25D95-E5D8-48E3-A22E-01A4CC7E7CD2}"/>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8">
            <a:extLst>
              <a:ext uri="{FF2B5EF4-FFF2-40B4-BE49-F238E27FC236}">
                <ns2:creationId id="{37F195BA-FCEA-48E4-A48D-5065F52DEEAA}"/>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4FEFD671-9D7F-4068-AF7B-19C04B6B05D4}"/>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txBody>
          <a:bodyPr wrap="none" lIns="66675" tIns="38100" rIns="66675" bIns="3810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0">
            <a:extLst>
              <a:ext uri="{FF2B5EF4-FFF2-40B4-BE49-F238E27FC236}">
                <ns2:creationId id="{63C25E6E-DEFB-4133-BD54-76D12AD1CF62}"/>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1">
            <a:extLst>
              <a:ext uri="{FF2B5EF4-FFF2-40B4-BE49-F238E27FC236}">
                <ns2:creationId id="{B2B29AC3-7DDE-4CC3-B01D-82395650D3E2}"/>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2">
            <a:extLst>
              <a:ext uri="{FF2B5EF4-FFF2-40B4-BE49-F238E27FC236}">
                <ns2:creationId id="{B23D3D1B-C716-4F23-8A18-BA5B17ABD034}"/>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DD8F9EAB-4791-4E6D-80A0-03EED4FC4322}"/>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txBody>
          <a:bodyPr wrap="none" lIns="66675" tIns="38100" rIns="66675" bIns="3810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4">
            <a:extLst>
              <a:ext uri="{FF2B5EF4-FFF2-40B4-BE49-F238E27FC236}">
                <ns2:creationId id="{681B1BF4-8B7E-405A-99CF-B13DE263728D}"/>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5">
            <a:extLst>
              <a:ext uri="{FF2B5EF4-FFF2-40B4-BE49-F238E27FC236}">
                <ns2:creationId id="{12D4120F-D044-468F-8CF8-2D9417F9FD3C}"/>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D213B17A-F785-400B-8AC5-6FA686437A3E}"/>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txBody>
          <a:bodyPr wrap="none" lIns="66675" tIns="38100" rIns="66675" bIns="3810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7">
            <a:extLst>
              <a:ext uri="{FF2B5EF4-FFF2-40B4-BE49-F238E27FC236}">
                <ns2:creationId id="{D0332067-8695-44F3-87F1-BA9E56990F8F}"/>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8">
            <a:extLst>
              <a:ext uri="{FF2B5EF4-FFF2-40B4-BE49-F238E27FC236}">
                <ns2:creationId id="{5EE9859F-6669-4921-A705-BEA878611743}"/>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5FEC3F33-1295-43E3-A678-57043E469DB5}"/>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txBody>
          <a:bodyPr wrap="none" lIns="66675" tIns="38100" rIns="66675" bIns="3810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0">
            <a:extLst>
              <a:ext uri="{FF2B5EF4-FFF2-40B4-BE49-F238E27FC236}">
                <ns2:creationId id="{04C7D60F-11C9-4EE6-BA5D-F843B0976C2C}"/>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1">
            <a:extLst>
              <a:ext uri="{FF2B5EF4-FFF2-40B4-BE49-F238E27FC236}">
                <ns2:creationId id="{08D5F60E-24C3-4766-A4B1-218A97888181}"/>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지칭 집합  19/24 → 24/24</a:t>
            </a:r>
            <a:endParaRPr lang="ko-KR">
              <a:latin typeface="Calibri"/>
              <a:ea typeface="Calibri"/>
              <a:cs typeface="Calibri"/>
            </a:endParaRPr>
          </a:p>
        </p:txBody>
      </p:sp>
      <p:graphicFrame>
        <p:nvGraphicFramePr>
          <p:cNvPr id="40" name="">
            <a:extLst>
              <a:ext uri="{FF2B5EF4-FFF2-40B4-BE49-F238E27FC236}">
                <ns2:creationId id="{9C2B5C5E-A0AF-4189-B873-7BE33C43BD82}"/>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최고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2">
            <a:extLst>
              <a:ext uri="{FF2B5EF4-FFF2-40B4-BE49-F238E27FC236}">
                <ns2:creationId id="{64CA6977-7304-4D39-A089-BE2804F89EC9}"/>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3">
            <a:extLst>
              <a:ext uri="{FF2B5EF4-FFF2-40B4-BE49-F238E27FC236}">
                <ns2:creationId id="{DBA91EDD-9C91-46D1-993F-16E8F9B2A61B}"/>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4">
            <a:extLst>
              <a:ext uri="{FF2B5EF4-FFF2-40B4-BE49-F238E27FC236}">
                <ns2:creationId id="{8C1E91F3-2198-41A4-90B7-7DA2B85D0850}"/>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5">
            <a:extLst>
              <a:ext uri="{FF2B5EF4-FFF2-40B4-BE49-F238E27FC236}">
                <ns2:creationId id="{0F15266C-D692-4FA8-8B54-B566931E2949}"/>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6">
            <a:extLst>
              <a:ext uri="{FF2B5EF4-FFF2-40B4-BE49-F238E27FC236}">
                <ns2:creationId id="{E8174A21-1ACE-4A29-854E-05B61614D186}"/>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7">
            <a:extLst>
              <a:ext uri="{FF2B5EF4-FFF2-40B4-BE49-F238E27FC236}">
                <ns2:creationId id="{A69864DD-7D96-4F2F-823B-E9D8A0EF7B4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546004694"/>
      </p:ext>
    </p:extLst>
  </p:cSld>
</p:sld>
</file>

<file path=ppt/slides/slide21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DP5 object 1">
            <a:extLst>
              <a:ext uri="{FF2B5EF4-FFF2-40B4-BE49-F238E27FC236}">
                <ns2:creationId id="{4E3E62C8-A12A-4311-864A-F43622B4954B}"/>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(배경)</a:t>
            </a:r>
            <a:endParaRPr lang="ko-KR">
              <a:latin typeface="Calibri"/>
              <a:ea typeface="Calibri"/>
              <a:cs typeface="Calibri"/>
            </a:endParaRPr>
          </a:p>
        </p:txBody>
      </p:sp>
      <p:sp>
        <p:nvSpPr>
          <p:cNvPr id="2" name="DP5 object 2">
            <a:extLst>
              <a:ext uri="{FF2B5EF4-FFF2-40B4-BE49-F238E27FC236}">
                <ns2:creationId id="{3EE55E11-4603-4128-9341-A61AEF3AAC0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3">
            <a:extLst>
              <a:ext uri="{FF2B5EF4-FFF2-40B4-BE49-F238E27FC236}">
                <ns2:creationId id="{20A84A57-907E-48B6-B5E9-766FD3BDA148}"/>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
            <a:extLst>
              <a:ext uri="{FF2B5EF4-FFF2-40B4-BE49-F238E27FC236}">
                <ns2:creationId id="{9FE90591-919D-456F-BD27-C588990BA02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5">
            <a:extLst>
              <a:ext uri="{FF2B5EF4-FFF2-40B4-BE49-F238E27FC236}">
                <ns2:creationId id="{BA3EA40E-007F-4931-B76B-31B1F9C6F708}"/>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6">
            <a:extLst>
              <a:ext uri="{FF2B5EF4-FFF2-40B4-BE49-F238E27FC236}">
                <ns2:creationId id="{CECC7BB9-EC21-4456-930A-C2755D5B88A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7">
            <a:extLst>
              <a:ext uri="{FF2B5EF4-FFF2-40B4-BE49-F238E27FC236}">
                <ns2:creationId id="{2F27D48D-A3B4-443A-81BE-EB64DF51EBC8}"/>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8">
            <a:extLst>
              <a:ext uri="{FF2B5EF4-FFF2-40B4-BE49-F238E27FC236}">
                <ns2:creationId id="{CCF81C3E-39E2-4420-805D-A5FFD577EEC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9">
            <a:extLst>
              <a:ext uri="{FF2B5EF4-FFF2-40B4-BE49-F238E27FC236}">
                <ns2:creationId id="{35E4D29C-F6BF-4C8E-AE8A-6E10077181D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0">
            <a:extLst>
              <a:ext uri="{FF2B5EF4-FFF2-40B4-BE49-F238E27FC236}">
                <ns2:creationId id="{8885AAD2-7D06-4528-ACD2-D0A1A94CF9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1">
            <a:extLst>
              <a:ext uri="{FF2B5EF4-FFF2-40B4-BE49-F238E27FC236}">
                <ns2:creationId id="{DFDA9B18-E3E5-4F43-8B6D-3616D4974324}"/>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DF7E5F65-C4CF-4889-975D-C30189FD0A4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06190120-15D9-46E4-B7B8-F9234C67D766}"/>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20 / 36</a:t>
            </a:r>
            <a:endParaRPr lang="ko-KR">
              <a:latin typeface="Calibri"/>
              <a:ea typeface="Calibri"/>
              <a:cs typeface="Calibri"/>
            </a:endParaRPr>
          </a:p>
        </p:txBody>
      </p:sp>
      <p:sp>
        <p:nvSpPr>
          <p:cNvPr id="14" name="DP5 object 14">
            <a:extLst>
              <a:ext uri="{FF2B5EF4-FFF2-40B4-BE49-F238E27FC236}">
                <ns2:creationId id="{035EC443-7AB5-4C38-ABF1-D5D410489D31}"/>
              </a:ext>
            </a:extLst>
          </p:cNvPr>
          <p:cNvSpPr>
            <a:spLocks noGrp="1"/>
          </p:cNvSpPr>
          <p:nvPr/>
        </p:nvSpPr>
        <p:spPr>
          <a:xfrm>
            <a:off x="628650" y="1381125"/>
            <a:ext cx="1695450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사용자가 기억하는 자료와, 마지막 작업 Agent는 다를 수 있다</a:t>
            </a:r>
            <a:endParaRPr lang="ko-KR">
              <a:latin typeface="Calibri"/>
              <a:ea typeface="Calibri"/>
              <a:cs typeface="Calibri"/>
            </a:endParaRPr>
          </a:p>
        </p:txBody>
      </p:sp>
      <p:sp>
        <p:nvSpPr>
          <p:cNvPr id="15" name="DP5 object 15">
            <a:extLst>
              <a:ext uri="{FF2B5EF4-FFF2-40B4-BE49-F238E27FC236}">
                <ns2:creationId id="{B29E0ABE-8394-45D0-A8A4-1905BAE3ACDF}"/>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실제 본 자료, 좋다고 평가한 측면과 적용 상황을 연결해 다음 위임의 의미를 정해야 한다.</a:t>
            </a:r>
            <a:endParaRPr lang="ko-KR">
              <a:latin typeface="Calibri"/>
              <a:ea typeface="Calibri"/>
              <a:cs typeface="Calibri"/>
            </a:endParaRPr>
          </a:p>
        </p:txBody>
      </p:sp>
      <p:sp>
        <p:nvSpPr>
          <p:cNvPr id="16" name="DP5 object 16">
            <a:extLst>
              <a:ext uri="{FF2B5EF4-FFF2-40B4-BE49-F238E27FC236}">
                <ns2:creationId id="{338DB7A9-8037-4FE9-B7CA-DE069DEA74A7}"/>
              </a:ext>
            </a:extLst>
          </p:cNvPr>
          <p:cNvSpPr>
            <a:spLocks noGrp="1"/>
          </p:cNvSpPr>
          <p:nvPr/>
        </p:nvSpPr>
        <p:spPr>
          <a:xfrm>
            <a:off x="85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R이 조사 D1 작성</a:t>
            </a:r>
            <a:endParaRPr lang="ko-KR">
              <a:latin typeface="Calibri"/>
              <a:ea typeface="Calibri"/>
              <a:cs typeface="Calibri"/>
            </a:endParaRPr>
          </a:p>
        </p:txBody>
      </p:sp>
      <p:sp>
        <p:nvSpPr>
          <p:cNvPr id="17" name="조사 결과 D1">
            <a:extLst>
              <a:ext uri="{FF2B5EF4-FFF2-40B4-BE49-F238E27FC236}">
                <ns2:creationId id="{2353EF75-C796-4E85-A9ED-A69376957E55}"/>
              </a:ext>
            </a:extLst>
          </p:cNvPr>
          <p:cNvSpPr>
            <a:spLocks noGrp="1"/>
          </p:cNvSpPr>
          <p:nvPr/>
        </p:nvSpPr>
        <p:spPr>
          <a:xfrm>
            <a:off x="104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18" name="Editable path 17">
            <a:extLst>
              <a:ext uri="{FF2B5EF4-FFF2-40B4-BE49-F238E27FC236}">
                <ns2:creationId id="{615F0A20-835D-46A7-8A56-4AD0BF5A8973}"/>
              </a:ext>
            </a:extLst>
          </p:cNvPr>
          <p:cNvSpPr>
            <a:spLocks noGrp="1"/>
          </p:cNvSpPr>
          <p:nvPr/>
        </p:nvSpPr>
        <p:spPr>
          <a:xfrm>
            <a:off x="527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19" name="DP5 object 18">
            <a:extLst>
              <a:ext uri="{FF2B5EF4-FFF2-40B4-BE49-F238E27FC236}">
                <ns2:creationId id="{26BC0A4F-4FBA-4677-8684-9FC6D5102F70}"/>
              </a:ext>
            </a:extLst>
          </p:cNvPr>
          <p:cNvSpPr>
            <a:spLocks noGrp="1"/>
          </p:cNvSpPr>
          <p:nvPr/>
        </p:nvSpPr>
        <p:spPr>
          <a:xfrm>
            <a:off x="120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조사 결과 D1</a:t>
            </a:r>
            <a:endParaRPr lang="ko-KR">
              <a:latin typeface="Calibri"/>
              <a:ea typeface="Calibri"/>
              <a:cs typeface="Calibri"/>
            </a:endParaRPr>
          </a:p>
        </p:txBody>
      </p:sp>
      <p:sp>
        <p:nvSpPr>
          <p:cNvPr id="20" name="Editable path 19">
            <a:extLst>
              <a:ext uri="{FF2B5EF4-FFF2-40B4-BE49-F238E27FC236}">
                <ns2:creationId id="{6AC6D9DD-2875-4D6A-9E66-A92CF67E96DC}"/>
              </a:ext>
            </a:extLst>
          </p:cNvPr>
          <p:cNvSpPr>
            <a:spLocks noGrp="1"/>
          </p:cNvSpPr>
          <p:nvPr/>
        </p:nvSpPr>
        <p:spPr>
          <a:xfrm>
            <a:off x="1209675" y="3876675"/>
            <a:ext cx="4057650" cy="953"/>
          </a:xfrm>
          <a:custGeom>
            <a:pathLst>
              <a:path w="4057650" h="953">
                <a:moveTo>
                  <a:pt x="0" y="0"/>
                </a:moveTo>
                <a:lnTo>
                  <a:pt x="4057650" y="0"/>
                </a:lnTo>
              </a:path>
            </a:pathLst>
          </a:custGeom>
          <a:noFill/>
          <a:ln w="9525">
            <a:solidFill>
              <a:srgbClr val="B7B9B9"/>
            </a:solidFill>
            <a:prstDash val="solid"/>
          </a:ln>
        </p:spPr>
      </p:sp>
      <p:sp>
        <p:nvSpPr>
          <p:cNvPr id="21" name="DP5 object 20">
            <a:extLst>
              <a:ext uri="{FF2B5EF4-FFF2-40B4-BE49-F238E27FC236}">
                <ns2:creationId id="{CCE33352-044B-4905-A9CA-4F6A6B2BC551}"/>
              </a:ext>
            </a:extLst>
          </p:cNvPr>
          <p:cNvSpPr>
            <a:spLocks noGrp="1"/>
          </p:cNvSpPr>
          <p:nvPr/>
        </p:nvSpPr>
        <p:spPr>
          <a:xfrm>
            <a:off x="120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생산자 R</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조사 내용의 출처</a:t>
            </a:r>
            <a:endParaRPr lang="ko-KR">
              <a:latin typeface="Calibri"/>
              <a:ea typeface="Calibri"/>
              <a:cs typeface="Calibri"/>
            </a:endParaRPr>
          </a:p>
        </p:txBody>
      </p:sp>
      <p:sp>
        <p:nvSpPr>
          <p:cNvPr id="22" name="DP5 object 21">
            <a:extLst>
              <a:ext uri="{FF2B5EF4-FFF2-40B4-BE49-F238E27FC236}">
                <ns2:creationId id="{CBBB0F0A-C1F8-4626-8759-AF143F0718A1}"/>
              </a:ext>
            </a:extLst>
          </p:cNvPr>
          <p:cNvSpPr>
            <a:spLocks noGrp="1"/>
          </p:cNvSpPr>
          <p:nvPr/>
        </p:nvSpPr>
        <p:spPr>
          <a:xfrm>
            <a:off x="6572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P가 발표 D2 작성</a:t>
            </a:r>
            <a:endParaRPr lang="ko-KR">
              <a:latin typeface="Calibri"/>
              <a:ea typeface="Calibri"/>
              <a:cs typeface="Calibri"/>
            </a:endParaRPr>
          </a:p>
        </p:txBody>
      </p:sp>
      <p:sp>
        <p:nvSpPr>
          <p:cNvPr id="23" name="발표자료 D2">
            <a:extLst>
              <a:ext uri="{FF2B5EF4-FFF2-40B4-BE49-F238E27FC236}">
                <ns2:creationId id="{6D2F31A0-A1B9-4252-8FB9-58F35F21D0E2}"/>
              </a:ext>
            </a:extLst>
          </p:cNvPr>
          <p:cNvSpPr>
            <a:spLocks noGrp="1"/>
          </p:cNvSpPr>
          <p:nvPr/>
        </p:nvSpPr>
        <p:spPr>
          <a:xfrm>
            <a:off x="6762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24" name="Editable path 22">
            <a:extLst>
              <a:ext uri="{FF2B5EF4-FFF2-40B4-BE49-F238E27FC236}">
                <ns2:creationId id="{5CC89DC4-20E7-4E51-882B-D80A00861B29}"/>
              </a:ext>
            </a:extLst>
          </p:cNvPr>
          <p:cNvSpPr>
            <a:spLocks noGrp="1"/>
          </p:cNvSpPr>
          <p:nvPr/>
        </p:nvSpPr>
        <p:spPr>
          <a:xfrm>
            <a:off x="10991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5" name="DP5 object 23">
            <a:extLst>
              <a:ext uri="{FF2B5EF4-FFF2-40B4-BE49-F238E27FC236}">
                <ns2:creationId id="{C0901603-687E-454B-96BF-69421E35A52A}"/>
              </a:ext>
            </a:extLst>
          </p:cNvPr>
          <p:cNvSpPr>
            <a:spLocks noGrp="1"/>
          </p:cNvSpPr>
          <p:nvPr/>
        </p:nvSpPr>
        <p:spPr>
          <a:xfrm>
            <a:off x="6924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D2</a:t>
            </a:r>
            <a:endParaRPr lang="ko-KR">
              <a:latin typeface="Calibri"/>
              <a:ea typeface="Calibri"/>
              <a:cs typeface="Calibri"/>
            </a:endParaRPr>
          </a:p>
        </p:txBody>
      </p:sp>
      <p:sp>
        <p:nvSpPr>
          <p:cNvPr id="26" name="Editable path 24">
            <a:extLst>
              <a:ext uri="{FF2B5EF4-FFF2-40B4-BE49-F238E27FC236}">
                <ns2:creationId id="{4D672B51-F1E2-43BF-9CAF-66C838C00BB0}"/>
              </a:ext>
            </a:extLst>
          </p:cNvPr>
          <p:cNvSpPr>
            <a:spLocks noGrp="1"/>
          </p:cNvSpPr>
          <p:nvPr/>
        </p:nvSpPr>
        <p:spPr>
          <a:xfrm>
            <a:off x="6924675" y="3876675"/>
            <a:ext cx="4057650" cy="953"/>
          </a:xfrm>
          <a:custGeom>
            <a:pathLst>
              <a:path w="4057650" h="953">
                <a:moveTo>
                  <a:pt x="0" y="0"/>
                </a:moveTo>
                <a:lnTo>
                  <a:pt x="4057650" y="0"/>
                </a:lnTo>
              </a:path>
            </a:pathLst>
          </a:custGeom>
          <a:noFill/>
          <a:ln w="9525">
            <a:solidFill>
              <a:srgbClr val="B7B9B9"/>
            </a:solidFill>
            <a:prstDash val="solid"/>
          </a:ln>
        </p:spPr>
      </p:sp>
      <p:sp>
        <p:nvSpPr>
          <p:cNvPr id="27" name="DP5 object 25">
            <a:extLst>
              <a:ext uri="{FF2B5EF4-FFF2-40B4-BE49-F238E27FC236}">
                <ns2:creationId id="{241B11E8-2EF7-4250-9714-87C9F2DCE294}"/>
              </a:ext>
            </a:extLst>
          </p:cNvPr>
          <p:cNvSpPr>
            <a:spLocks noGrp="1"/>
          </p:cNvSpPr>
          <p:nvPr/>
        </p:nvSpPr>
        <p:spPr>
          <a:xfrm>
            <a:off x="6924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작성자 P</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외부 고객용 구성의 참조</a:t>
            </a:r>
            <a:endParaRPr lang="ko-KR">
              <a:latin typeface="Calibri"/>
              <a:ea typeface="Calibri"/>
              <a:cs typeface="Calibri"/>
            </a:endParaRPr>
          </a:p>
        </p:txBody>
      </p:sp>
      <p:sp>
        <p:nvSpPr>
          <p:cNvPr id="28" name="DP5 object 26">
            <a:extLst>
              <a:ext uri="{FF2B5EF4-FFF2-40B4-BE49-F238E27FC236}">
                <ns2:creationId id="{60BF77A3-0108-4432-B883-51AB7DB28883}"/>
              </a:ext>
            </a:extLst>
          </p:cNvPr>
          <p:cNvSpPr>
            <a:spLocks noGrp="1"/>
          </p:cNvSpPr>
          <p:nvPr/>
        </p:nvSpPr>
        <p:spPr>
          <a:xfrm>
            <a:off x="1228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Q가 내부회의용 D3 수정</a:t>
            </a:r>
            <a:endParaRPr lang="ko-KR">
              <a:latin typeface="Calibri"/>
              <a:ea typeface="Calibri"/>
              <a:cs typeface="Calibri"/>
            </a:endParaRPr>
          </a:p>
        </p:txBody>
      </p:sp>
      <p:sp>
        <p:nvSpPr>
          <p:cNvPr id="29" name="수정본 D3">
            <a:extLst>
              <a:ext uri="{FF2B5EF4-FFF2-40B4-BE49-F238E27FC236}">
                <ns2:creationId id="{3E995B30-57DD-4DD6-9860-6FA38DBF71A1}"/>
              </a:ext>
            </a:extLst>
          </p:cNvPr>
          <p:cNvSpPr>
            <a:spLocks noGrp="1"/>
          </p:cNvSpPr>
          <p:nvPr/>
        </p:nvSpPr>
        <p:spPr>
          <a:xfrm>
            <a:off x="1247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30" name="Editable path 27">
            <a:extLst>
              <a:ext uri="{FF2B5EF4-FFF2-40B4-BE49-F238E27FC236}">
                <ns2:creationId id="{B38377A9-D56B-428E-A0C6-89DABC99C979}"/>
              </a:ext>
            </a:extLst>
          </p:cNvPr>
          <p:cNvSpPr>
            <a:spLocks noGrp="1"/>
          </p:cNvSpPr>
          <p:nvPr/>
        </p:nvSpPr>
        <p:spPr>
          <a:xfrm>
            <a:off x="1670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5 object 28">
            <a:extLst>
              <a:ext uri="{FF2B5EF4-FFF2-40B4-BE49-F238E27FC236}">
                <ns2:creationId id="{AD5A9E6D-A9D2-42CA-AD6D-44060064A5F0}"/>
              </a:ext>
            </a:extLst>
          </p:cNvPr>
          <p:cNvSpPr>
            <a:spLocks noGrp="1"/>
          </p:cNvSpPr>
          <p:nvPr/>
        </p:nvSpPr>
        <p:spPr>
          <a:xfrm>
            <a:off x="1263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수정본 D3</a:t>
            </a:r>
            <a:endParaRPr lang="ko-KR">
              <a:latin typeface="Calibri"/>
              <a:ea typeface="Calibri"/>
              <a:cs typeface="Calibri"/>
            </a:endParaRPr>
          </a:p>
        </p:txBody>
      </p:sp>
      <p:sp>
        <p:nvSpPr>
          <p:cNvPr id="32" name="Editable path 29">
            <a:extLst>
              <a:ext uri="{FF2B5EF4-FFF2-40B4-BE49-F238E27FC236}">
                <ns2:creationId id="{6EDA4151-D898-496A-A726-D1E32A4B42F5}"/>
              </a:ext>
            </a:extLst>
          </p:cNvPr>
          <p:cNvSpPr>
            <a:spLocks noGrp="1"/>
          </p:cNvSpPr>
          <p:nvPr/>
        </p:nvSpPr>
        <p:spPr>
          <a:xfrm>
            <a:off x="12639675" y="3876675"/>
            <a:ext cx="4057650" cy="953"/>
          </a:xfrm>
          <a:custGeom>
            <a:pathLst>
              <a:path w="4057650" h="953">
                <a:moveTo>
                  <a:pt x="0" y="0"/>
                </a:moveTo>
                <a:lnTo>
                  <a:pt x="4057650" y="0"/>
                </a:lnTo>
              </a:path>
            </a:pathLst>
          </a:custGeom>
          <a:noFill/>
          <a:ln w="9525">
            <a:solidFill>
              <a:srgbClr val="B7B9B9"/>
            </a:solidFill>
            <a:prstDash val="solid"/>
          </a:ln>
        </p:spPr>
      </p:sp>
      <p:sp>
        <p:nvSpPr>
          <p:cNvPr id="33" name="DP5 object 30">
            <a:extLst>
              <a:ext uri="{FF2B5EF4-FFF2-40B4-BE49-F238E27FC236}">
                <ns2:creationId id="{4968A348-E4D1-439A-8348-FB80C9613D3D}"/>
              </a:ext>
            </a:extLst>
          </p:cNvPr>
          <p:cNvSpPr>
            <a:spLocks noGrp="1"/>
          </p:cNvSpPr>
          <p:nvPr/>
        </p:nvSpPr>
        <p:spPr>
          <a:xfrm>
            <a:off x="1263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수정자 Q</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가장 최근 결과와 Agent</a:t>
            </a:r>
            <a:endParaRPr lang="ko-KR">
              <a:latin typeface="Calibri"/>
              <a:ea typeface="Calibri"/>
              <a:cs typeface="Calibri"/>
            </a:endParaRPr>
          </a:p>
        </p:txBody>
      </p:sp>
      <p:sp>
        <p:nvSpPr>
          <p:cNvPr id="34" name="Editable path 31">
            <a:extLst>
              <a:ext uri="{FF2B5EF4-FFF2-40B4-BE49-F238E27FC236}">
                <ns2:creationId id="{A15BA298-E0AC-4027-A6F2-BE890DA9A85D}"/>
              </a:ext>
            </a:extLst>
          </p:cNvPr>
          <p:cNvSpPr>
            <a:spLocks noGrp="1"/>
          </p:cNvSpPr>
          <p:nvPr/>
        </p:nvSpPr>
        <p:spPr>
          <a:xfrm>
            <a:off x="5429250" y="4200525"/>
            <a:ext cx="1333500" cy="953"/>
          </a:xfrm>
          <a:custGeom>
            <a:pathLst>
              <a:path w="1333500" h="953">
                <a:moveTo>
                  <a:pt x="0" y="0"/>
                </a:moveTo>
                <a:lnTo>
                  <a:pt x="1333500" y="0"/>
                </a:lnTo>
              </a:path>
            </a:pathLst>
          </a:custGeom>
          <a:noFill/>
          <a:ln w="19050">
            <a:solidFill>
              <a:srgbClr val="111111"/>
            </a:solidFill>
            <a:prstDash val="solid"/>
          </a:ln>
        </p:spPr>
      </p:sp>
      <p:sp>
        <p:nvSpPr>
          <p:cNvPr id="35" name="Editable arrowhead 32">
            <a:extLst>
              <a:ext uri="{FF2B5EF4-FFF2-40B4-BE49-F238E27FC236}">
                <ns2:creationId id="{7E6B2AF3-6E90-4A2E-816A-1AD714410914}"/>
              </a:ext>
            </a:extLst>
          </p:cNvPr>
          <p:cNvSpPr>
            <a:spLocks noGrp="1"/>
          </p:cNvSpPr>
          <p:nvPr/>
        </p:nvSpPr>
        <p:spPr>
          <a:xfrm>
            <a:off x="6667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6" name="Editable path 33">
            <a:extLst>
              <a:ext uri="{FF2B5EF4-FFF2-40B4-BE49-F238E27FC236}">
                <ns2:creationId id="{735C35DA-7549-4ED3-B123-90F1211C1C26}"/>
              </a:ext>
            </a:extLst>
          </p:cNvPr>
          <p:cNvSpPr>
            <a:spLocks noGrp="1"/>
          </p:cNvSpPr>
          <p:nvPr/>
        </p:nvSpPr>
        <p:spPr>
          <a:xfrm>
            <a:off x="11144250" y="4200525"/>
            <a:ext cx="1333500" cy="953"/>
          </a:xfrm>
          <a:custGeom>
            <a:pathLst>
              <a:path w="1333500" h="953">
                <a:moveTo>
                  <a:pt x="0" y="0"/>
                </a:moveTo>
                <a:lnTo>
                  <a:pt x="1333500" y="0"/>
                </a:lnTo>
              </a:path>
            </a:pathLst>
          </a:custGeom>
          <a:noFill/>
          <a:ln w="19050">
            <a:solidFill>
              <a:srgbClr val="111111"/>
            </a:solidFill>
            <a:prstDash val="solid"/>
          </a:ln>
        </p:spPr>
      </p:sp>
      <p:sp>
        <p:nvSpPr>
          <p:cNvPr id="37" name="Editable arrowhead 34">
            <a:extLst>
              <a:ext uri="{FF2B5EF4-FFF2-40B4-BE49-F238E27FC236}">
                <ns2:creationId id="{8799764A-95A7-476F-957C-27B23723674F}"/>
              </a:ext>
            </a:extLst>
          </p:cNvPr>
          <p:cNvSpPr>
            <a:spLocks noGrp="1"/>
          </p:cNvSpPr>
          <p:nvPr/>
        </p:nvSpPr>
        <p:spPr>
          <a:xfrm>
            <a:off x="12382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사용자 피드백: “외부 고객에게는 처음 구성이 좋고, 이번 내부회의에는 수정본을 쓰자.”">
            <a:extLst>
              <a:ext uri="{FF2B5EF4-FFF2-40B4-BE49-F238E27FC236}">
                <ns2:creationId id="{AE0CB1F8-6E35-46FF-B4D9-84099679FE22}"/>
              </a:ext>
            </a:extLst>
          </p:cNvPr>
          <p:cNvSpPr>
            <a:spLocks noGrp="1"/>
          </p:cNvSpPr>
          <p:nvPr/>
        </p:nvSpPr>
        <p:spPr>
          <a:xfrm>
            <a:off x="1047750" y="5467350"/>
            <a:ext cx="15811500" cy="609600"/>
          </a:xfrm>
          <a:prstGeom prst="rect">
            <a:avLst/>
          </a:prstGeom>
          <a:solidFill>
            <a:srgbClr val="C9E1B3"/>
          </a:solidFill>
          <a:ln w="17145">
            <a:solidFill>
              <a:srgbClr val="111111"/>
            </a:solidFill>
            <a:prstDash val="solid"/>
          </a:ln>
        </p:spPr>
        <p:txBody>
          <a:bodyPr wrap="none" lIns="66675" tIns="38100" rIns="66675" bIns="3810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사용자 피드백: “외부 고객에게는 처음 구성이 좋고, 이번 내부회의에는 수정본을 쓰자.”</a:t>
            </a:r>
            <a:endParaRPr lang="ko-KR">
              <a:latin typeface="Calibri"/>
              <a:ea typeface="Calibri"/>
              <a:cs typeface="Calibri"/>
            </a:endParaRPr>
          </a:p>
        </p:txBody>
      </p:sp>
      <p:sp>
        <p:nvSpPr>
          <p:cNvPr id="40" name="새 요청: “고객용으로 좋다고 한 형식에 이번 조사 수치를 넣고, 그 자료 만든 쪽에 맡겨.”">
            <a:extLst>
              <a:ext uri="{FF2B5EF4-FFF2-40B4-BE49-F238E27FC236}">
                <ns2:creationId id="{7A29EEE9-C525-4971-AFC7-B495C9C8CCC5}"/>
              </a:ext>
            </a:extLst>
          </p:cNvPr>
          <p:cNvSpPr>
            <a:spLocks noGrp="1"/>
          </p:cNvSpPr>
          <p:nvPr/>
        </p:nvSpPr>
        <p:spPr>
          <a:xfrm>
            <a:off x="1047750" y="6381750"/>
            <a:ext cx="15811500" cy="723900"/>
          </a:xfrm>
          <a:prstGeom prst="rect">
            <a:avLst/>
          </a:prstGeom>
          <a:solidFill>
            <a:srgbClr val="F1F6FC"/>
          </a:solidFill>
          <a:ln w="28575">
            <a:solidFill>
              <a:srgbClr val="4676CB"/>
            </a:solidFill>
            <a:prstDash val="solid"/>
          </a:ln>
        </p:spPr>
        <p:txBody>
          <a:bodyPr wrap="none" lIns="66675" tIns="38100" rIns="66675" bIns="3810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새 요청: “고객용으로 좋다고 한 형식에 이번 조사 수치를 넣고, 그 자료 만든 쪽에 맡겨.”</a:t>
            </a:r>
            <a:endParaRPr lang="ko-KR">
              <a:latin typeface="Calibri"/>
              <a:ea typeface="Calibri"/>
              <a:cs typeface="Calibri"/>
            </a:endParaRPr>
          </a:p>
        </p:txBody>
      </p:sp>
      <p:sp>
        <p:nvSpPr>
          <p:cNvPr id="42" name="DP5 object 37">
            <a:extLst>
              <a:ext uri="{FF2B5EF4-FFF2-40B4-BE49-F238E27FC236}">
                <ns2:creationId id="{15EE7C58-2453-4FD1-8DC7-24FB80A99DB5}"/>
              </a:ext>
            </a:extLst>
          </p:cNvPr>
          <p:cNvSpPr>
            <a:spLocks noGrp="1"/>
          </p:cNvSpPr>
          <p:nvPr/>
        </p:nvSpPr>
        <p:spPr>
          <a:xfrm>
            <a:off x="1047750" y="7334250"/>
            <a:ext cx="15811500" cy="4476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연결할 의미: 형식 D2 / 내용은 신규 조사 / 명시적으로 지칭한 작성자 P</a:t>
            </a:r>
            <a:endParaRPr lang="ko-KR">
              <a:latin typeface="Calibri"/>
              <a:ea typeface="Calibri"/>
              <a:cs typeface="Calibri"/>
            </a:endParaRPr>
          </a:p>
        </p:txBody>
      </p:sp>
      <p:sp>
        <p:nvSpPr>
          <p:cNvPr id="43" name="DP5 object 38">
            <a:extLst>
              <a:ext uri="{FF2B5EF4-FFF2-40B4-BE49-F238E27FC236}">
                <ns2:creationId id="{8929A3D9-1519-4EEF-87BD-C374D1C92AE9}"/>
              </a:ext>
            </a:extLst>
          </p:cNvPr>
          <p:cNvSpPr>
            <a:spLocks noGrp="1"/>
          </p:cNvSpPr>
          <p:nvPr/>
        </p:nvSpPr>
        <p:spPr>
          <a:xfrm>
            <a:off x="1047750" y="7924800"/>
            <a:ext cx="15811500" cy="381000"/>
          </a:xfrm>
          <a:prstGeom prst="rect">
            <a:avLst/>
          </a:prstGeom>
          <a:noFill/>
          <a:ln w="0">
            <a:noFill/>
            <a:prstDash val="solid"/>
          </a:ln>
        </p:spPr>
        <p:txBody>
          <a:bodyPr wrap="none" lIns="0" tIns="0" rIns="0" bIns="0" anchor="ctr">
            <a:noAutofit/>
          </a:bodyPr>
          <a:lstStyle>
            <a:defPPr algn="ctr">
              <a:defRPr sz="2100" b="0" lang="ko-KR">
                <a:solidFill>
                  <a:srgbClr val="C00000"/>
                </a:solidFill>
                <a:latin typeface="Calibri"/>
                <a:ea typeface="Calibri"/>
                <a:cs typeface="Calibri"/>
              </a:defRPr>
            </a:defPPr>
            <a:lvl1pPr algn="ctr">
              <a:defRPr sz="2100" b="0" lang="ko-KR">
                <a:solidFill>
                  <a:srgbClr val="C00000"/>
                </a:solidFill>
                <a:latin typeface="Calibri"/>
                <a:ea typeface="Calibri"/>
                <a:cs typeface="Calibri"/>
              </a:defRPr>
            </a:lvl1pPr>
            <a:lvl2pPr algn="ctr">
              <a:defRPr sz="2100" b="0" lang="ko-KR">
                <a:solidFill>
                  <a:srgbClr val="C00000"/>
                </a:solidFill>
                <a:latin typeface="Calibri"/>
                <a:ea typeface="Calibri"/>
                <a:cs typeface="Calibri"/>
              </a:defRPr>
            </a:lvl2pPr>
            <a:lvl3pPr algn="ctr">
              <a:defRPr sz="2100" b="0" lang="ko-KR">
                <a:solidFill>
                  <a:srgbClr val="C00000"/>
                </a:solidFill>
                <a:latin typeface="Calibri"/>
                <a:ea typeface="Calibri"/>
                <a:cs typeface="Calibri"/>
              </a:defRPr>
            </a:lvl3pPr>
            <a:lvl4pPr algn="ctr">
              <a:defRPr sz="2100" b="0" lang="ko-KR">
                <a:solidFill>
                  <a:srgbClr val="C00000"/>
                </a:solidFill>
                <a:latin typeface="Calibri"/>
                <a:ea typeface="Calibri"/>
                <a:cs typeface="Calibri"/>
              </a:defRPr>
            </a:lvl4pPr>
            <a:lvl5pPr algn="ctr">
              <a:defRPr sz="2100" b="0" lang="ko-KR">
                <a:solidFill>
                  <a:srgbClr val="C00000"/>
                </a:solidFill>
                <a:latin typeface="Calibri"/>
                <a:ea typeface="Calibri"/>
                <a:cs typeface="Calibri"/>
              </a:defRPr>
            </a:lvl5pPr>
            <a:lvl6pPr algn="ctr">
              <a:defRPr sz="2100" b="0" lang="ko-KR">
                <a:solidFill>
                  <a:srgbClr val="C00000"/>
                </a:solidFill>
                <a:latin typeface="Calibri"/>
                <a:ea typeface="Calibri"/>
                <a:cs typeface="Calibri"/>
              </a:defRPr>
            </a:lvl6pPr>
            <a:lvl7pPr algn="ctr">
              <a:defRPr sz="2100" b="0" lang="ko-KR">
                <a:solidFill>
                  <a:srgbClr val="C00000"/>
                </a:solidFill>
                <a:latin typeface="Calibri"/>
                <a:ea typeface="Calibri"/>
                <a:cs typeface="Calibri"/>
              </a:defRPr>
            </a:lvl7pPr>
            <a:lvl8pPr algn="ctr">
              <a:defRPr sz="2100" b="0" lang="ko-KR">
                <a:solidFill>
                  <a:srgbClr val="C00000"/>
                </a:solidFill>
                <a:latin typeface="Calibri"/>
                <a:ea typeface="Calibri"/>
                <a:cs typeface="Calibri"/>
              </a:defRPr>
            </a:lvl8pPr>
            <a:lvl9pPr algn="ctr">
              <a:defRPr sz="2100" b="0" lang="ko-KR">
                <a:solidFill>
                  <a:srgbClr val="C00000"/>
                </a:solidFill>
                <a:latin typeface="Calibri"/>
                <a:ea typeface="Calibri"/>
                <a:cs typeface="Calibri"/>
              </a:defRPr>
            </a:lvl9pPr>
          </a:lstStyle>
          <a:p>
            <a:pPr algn="ctr">
              <a:defRPr sz="2100" b="0" lang="ko-KR">
                <a:solidFill>
                  <a:srgbClr val="C00000"/>
                </a:solidFill>
                <a:latin typeface="Calibri"/>
                <a:ea typeface="Calibri"/>
                <a:cs typeface="Calibri"/>
              </a:defRPr>
            </a:pPr>
            <a:r>
              <a:rPr sz="2100" b="0" lang="ko-KR">
                <a:solidFill>
                  <a:srgbClr val="C00000"/>
                </a:solidFill>
                <a:latin typeface="Calibri"/>
                <a:ea typeface="Calibri"/>
                <a:cs typeface="Calibri"/>
              </a:rPr>
              <a:t>최신 수정자 Q로 바꾸거나, “모든 업무에서 P 선호”로 일반화하면 다른 요청이 된다.</a:t>
            </a:r>
            <a:endParaRPr lang="ko-KR">
              <a:latin typeface="Calibri"/>
              <a:ea typeface="Calibri"/>
              <a:cs typeface="Calibri"/>
            </a:endParaRPr>
          </a:p>
        </p:txBody>
      </p:sp>
      <p:sp>
        <p:nvSpPr>
          <p:cNvPr id="44" name="Editable path 39">
            <a:extLst>
              <a:ext uri="{FF2B5EF4-FFF2-40B4-BE49-F238E27FC236}">
                <ns2:creationId id="{CB5EF2F5-FB1F-4BF5-AB25-CF6F8C9E5E9D}"/>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45" name="DP5 object 40">
            <a:extLst>
              <a:ext uri="{FF2B5EF4-FFF2-40B4-BE49-F238E27FC236}">
                <ns2:creationId id="{3BBD9765-FC9F-48C1-9FC4-D5BC5D2645C0}"/>
              </a:ext>
            </a:extLst>
          </p:cNvPr>
          <p:cNvSpPr>
            <a:spLocks noGrp="1"/>
          </p:cNvSpPr>
          <p:nvPr/>
        </p:nvSpPr>
        <p:spPr>
          <a:xfrm>
            <a:off x="628650" y="8972550"/>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46" name="DP5 object 41">
            <a:extLst>
              <a:ext uri="{FF2B5EF4-FFF2-40B4-BE49-F238E27FC236}">
                <ns2:creationId id="{DB1975C1-9709-4F0A-BBE9-62FE47727346}"/>
              </a:ext>
            </a:extLst>
          </p:cNvPr>
          <p:cNvSpPr>
            <a:spLocks noGrp="1"/>
          </p:cNvSpPr>
          <p:nvPr/>
        </p:nvSpPr>
        <p:spPr>
          <a:xfrm>
            <a:off x="3381375" y="8953500"/>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위임 관계를 현재 요청에서 해석할까, 미리 정리해 둘까?</a:t>
            </a:r>
            <a:endParaRPr lang="ko-KR">
              <a:latin typeface="Calibri"/>
              <a:ea typeface="Calibri"/>
              <a:cs typeface="Calibri"/>
            </a:endParaRPr>
          </a:p>
        </p:txBody>
      </p:sp>
      <p:sp>
        <p:nvSpPr>
          <p:cNvPr id="47" name="DP5 object 42">
            <a:extLst>
              <a:ext uri="{FF2B5EF4-FFF2-40B4-BE49-F238E27FC236}">
                <ns2:creationId id="{7C6B7CDF-29B2-4FF9-8C5D-BA72DDE9F231}"/>
              </a:ext>
            </a:extLst>
          </p:cNvPr>
          <p:cNvSpPr>
            <a:spLocks noGrp="1"/>
          </p:cNvSpPr>
          <p:nvPr/>
        </p:nvSpPr>
        <p:spPr>
          <a:xfrm>
            <a:off x="3381375" y="9572625"/>
            <a:ext cx="139065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원본과 명시적 사실은 공통 보존. 미래 요청에 쓰일 관계의 해석 시점과 관리 책임을 선택한다.</a:t>
            </a:r>
            <a:endParaRPr lang="ko-KR">
              <a:latin typeface="Calibri"/>
              <a:ea typeface="Calibri"/>
              <a:cs typeface="Calibri"/>
            </a:endParaRPr>
          </a:p>
        </p:txBody>
      </p:sp>
    </p:spTree>
    <p:extLst>
      <p:ext uri="{BB962C8B-B14F-4D97-AF65-F5344CB8AC3E}">
        <p14:creationId val="1488308837"/>
      </p:ext>
    </p:extLst>
  </p:cSld>
</p:sld>
</file>

<file path=ppt/slides/slide21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05" name="DP5 object 43">
            <a:extLst>
              <a:ext uri="{FF2B5EF4-FFF2-40B4-BE49-F238E27FC236}">
                <ns2:creationId id="{F02B4EFB-5E8F-4B0A-A253-C0E3A6FDCB0C}"/>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(설계 구조 비교)</a:t>
            </a:r>
            <a:endParaRPr lang="ko-KR">
              <a:latin typeface="Calibri"/>
              <a:ea typeface="Calibri"/>
              <a:cs typeface="Calibri"/>
            </a:endParaRPr>
          </a:p>
        </p:txBody>
      </p:sp>
      <p:sp>
        <p:nvSpPr>
          <p:cNvPr id="2" name="DP5 object 44">
            <a:extLst>
              <a:ext uri="{FF2B5EF4-FFF2-40B4-BE49-F238E27FC236}">
                <ns2:creationId id="{0CEB19CF-1DF8-4EF8-9874-4FE89914A63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45">
            <a:extLst>
              <a:ext uri="{FF2B5EF4-FFF2-40B4-BE49-F238E27FC236}">
                <ns2:creationId id="{725ABF50-3D75-440E-A9B7-271F108C71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6">
            <a:extLst>
              <a:ext uri="{FF2B5EF4-FFF2-40B4-BE49-F238E27FC236}">
                <ns2:creationId id="{827B17A4-D950-4A3C-BF4F-E3BD6933826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47">
            <a:extLst>
              <a:ext uri="{FF2B5EF4-FFF2-40B4-BE49-F238E27FC236}">
                <ns2:creationId id="{E87C8AD9-2D52-4294-8308-8FF04A9509A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48">
            <a:extLst>
              <a:ext uri="{FF2B5EF4-FFF2-40B4-BE49-F238E27FC236}">
                <ns2:creationId id="{D77205CF-7B5A-4679-B47A-A2BC8837F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49">
            <a:extLst>
              <a:ext uri="{FF2B5EF4-FFF2-40B4-BE49-F238E27FC236}">
                <ns2:creationId id="{06B03687-9813-4A0A-917F-B2100FC46FBB}"/>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50">
            <a:extLst>
              <a:ext uri="{FF2B5EF4-FFF2-40B4-BE49-F238E27FC236}">
                <ns2:creationId id="{2911B5A9-CED5-4DC9-B179-087E34ED1E9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51">
            <a:extLst>
              <a:ext uri="{FF2B5EF4-FFF2-40B4-BE49-F238E27FC236}">
                <ns2:creationId id="{67DE81E1-9D14-4AB8-B1C1-3FEDEFF93690}"/>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52">
            <a:extLst>
              <a:ext uri="{FF2B5EF4-FFF2-40B4-BE49-F238E27FC236}">
                <ns2:creationId id="{A6D1EF64-3B16-49DC-8332-4EED932B24B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53">
            <a:extLst>
              <a:ext uri="{FF2B5EF4-FFF2-40B4-BE49-F238E27FC236}">
                <ns2:creationId id="{68E31145-B97C-4B71-BEB4-161F4C53177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54">
            <a:extLst>
              <a:ext uri="{FF2B5EF4-FFF2-40B4-BE49-F238E27FC236}">
                <ns2:creationId id="{6382DBA7-3BEC-4E87-9220-9BA145A5B33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3B044CB-F593-4441-8584-7A3A8441C0B1}"/>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21 / 36</a:t>
            </a:r>
            <a:endParaRPr lang="ko-KR">
              <a:latin typeface="Calibri"/>
              <a:ea typeface="Calibri"/>
              <a:cs typeface="Calibri"/>
            </a:endParaRPr>
          </a:p>
        </p:txBody>
      </p:sp>
      <p:sp>
        <p:nvSpPr>
          <p:cNvPr id="14" name="DP5 object 56">
            <a:extLst>
              <a:ext uri="{FF2B5EF4-FFF2-40B4-BE49-F238E27FC236}">
                <ns2:creationId id="{3091B2F1-2C9E-4137-8FF7-0F5F38D2273A}"/>
              </a:ext>
            </a:extLst>
          </p:cNvPr>
          <p:cNvSpPr>
            <a:spLocks noGrp="1"/>
          </p:cNvSpPr>
          <p:nvPr/>
        </p:nvSpPr>
        <p:spPr>
          <a:xfrm>
            <a:off x="266700" y="1200150"/>
            <a:ext cx="175260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차이의 중심: 요청이 관계 해석을 소유하는가, 독립 갱신 경로가 관계 상태를 유지하는가</a:t>
            </a:r>
            <a:endParaRPr lang="ko-KR">
              <a:latin typeface="Calibri"/>
              <a:ea typeface="Calibri"/>
              <a:cs typeface="Calibri"/>
            </a:endParaRPr>
          </a:p>
        </p:txBody>
      </p:sp>
      <p:graphicFrame>
        <p:nvGraphicFramePr>
          <p:cNvPr id="103" name="">
            <a:extLst>
              <a:ext uri="{FF2B5EF4-FFF2-40B4-BE49-F238E27FC236}">
                <ns2:creationId id="{BD3DD10D-0758-470C-BBEE-0E8F24FAB7F7}"/>
              </a:ext>
            </a:extLst>
          </p:cNvPr>
          <p:cNvGraphicFramePr/>
          <p:nvPr/>
        </p:nvGraphicFramePr>
        <p:xfrm>
          <a:off x="381000" y="9134475"/>
          <a:ext cx="17526000" cy="438150"/>
        </p:xfrm>
        <a:graphic>
          <a:graphicData uri="http://schemas.openxmlformats.org/drawingml/2006/table">
            <a:tbl>
              <a:tblPr firstRow="0" bandRow="0" bandCol="0"/>
              <a:tblGrid>
                <a:gridCol w="2143125"/>
                <a:gridCol w="7686675"/>
                <a:gridCol w="7696200"/>
              </a:tblGrid>
              <a:tr h="438150">
                <a:tc>
                  <a:txBody>
                    <a:bodyPr anchor="ctr"/>
                    <a:lstStyle/>
                    <a:p>
                      <a:pPr algn="ctr">
                        <a:lnSpc>
                          <a:spcPct val="100000"/>
                        </a:lnSpc>
                        <a:buNone/>
                        <a:defRPr lang="ko-KR">
                          <a:latin typeface="Calibri"/>
                          <a:ea typeface="Calibri"/>
                          <a:cs typeface="Calibri"/>
                        </a:defRPr>
                      </a:pPr>
                      <a:r>
                        <a:rPr sz="1800" b="1" lang="ko-KR">
                          <a:solidFill>
                            <a:srgbClr val="111111"/>
                          </a:solidFill>
                          <a:latin typeface="Calibri"/>
                          <a:ea typeface="Calibri"/>
                          <a:cs typeface="Calibri"/>
                        </a:rPr>
                        <a:t>구조적 대가</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 원본 조합이 요청 임계 경로에 남음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800" b="0" lang="ko-KR">
                          <a:solidFill>
                            <a:srgbClr val="C00000"/>
                          </a:solidFill>
                          <a:latin typeface="Calibri"/>
                          <a:ea typeface="Calibri"/>
                          <a:cs typeface="Calibri"/>
                        </a:rPr>
                        <a:t>B: 생산·게시·무효화·조회 계약을 추가 관리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r>
            </a:tbl>
          </a:graphicData>
        </a:graphic>
      </p:graphicFrame>
      <p:sp>
        <p:nvSpPr>
          <p:cNvPr id="104" name="DP5 object 125">
            <a:extLst>
              <a:ext uri="{FF2B5EF4-FFF2-40B4-BE49-F238E27FC236}">
                <ns2:creationId id="{C40E36D7-B495-44A1-B87A-52F6F8C12701}"/>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논리적 실행·상태 경계이며 별도 프로세스·모델 복제를 뜻하지 않는다. 필요한 의미 처리만 같은 Model Access 사용. 파생 관계는 원본 권위를 대체하지 않는다.</a:t>
            </a:r>
            <a:endParaRPr lang="ko-KR">
              <a:latin typeface="Calibri"/>
              <a:ea typeface="Calibri"/>
              <a:cs typeface="Calibri"/>
            </a:endParaRPr>
          </a:p>
        </p:txBody>
      </p:sp>
      <p:sp>
        <p:nvSpPr>
          <p:cNvPr id="1106" name="v10 node:undefined">
            <a:extLst>
              <a:ext uri="{FF2B5EF4-FFF2-40B4-BE49-F238E27FC236}">
                <ns2:creationId id="{956B305B-7CDF-485D-9AE9-3C15BF958907}"/>
              </a:ext>
            </a:extLst>
          </p:cNvPr>
          <p:cNvSpPr>
            <a:spLocks noGrp="1"/>
          </p:cNvSpPr>
          <p:nvPr/>
        </p:nvSpPr>
        <p:spPr>
          <a:xfrm>
            <a:off x="381000" y="1752600"/>
            <a:ext cx="857250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요청 경로에서 원본 관계 해석</a:t>
            </a:r>
            <a:endParaRPr lang="ko-KR">
              <a:latin typeface="Calibri"/>
              <a:ea typeface="Calibri"/>
              <a:cs typeface="Calibri"/>
            </a:endParaRPr>
          </a:p>
        </p:txBody>
      </p:sp>
      <p:sp>
        <p:nvSpPr>
          <p:cNvPr id="1107" name="v10 node:undefined">
            <a:extLst>
              <a:ext uri="{FF2B5EF4-FFF2-40B4-BE49-F238E27FC236}">
                <ns2:creationId id="{AF36C4D0-F5AD-40F1-B6AA-2D05023617C0}"/>
              </a:ext>
            </a:extLst>
          </p:cNvPr>
          <p:cNvSpPr>
            <a:spLocks noGrp="1"/>
          </p:cNvSpPr>
          <p:nvPr/>
        </p:nvSpPr>
        <p:spPr>
          <a:xfrm>
            <a:off x="9334500" y="1752600"/>
            <a:ext cx="857250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  사건 갱신 경로 + 관계 조회 경로</a:t>
            </a:r>
            <a:endParaRPr lang="ko-KR">
              <a:latin typeface="Calibri"/>
              <a:ea typeface="Calibri"/>
              <a:cs typeface="Calibri"/>
            </a:endParaRPr>
          </a:p>
        </p:txBody>
      </p:sp>
      <p:sp>
        <p:nvSpPr>
          <p:cNvPr id="1108" name="v10 rule:">
            <a:extLst>
              <a:ext uri="{FF2B5EF4-FFF2-40B4-BE49-F238E27FC236}">
                <ns2:creationId id="{9F2D19AF-AC42-4595-AB17-DCFC3DC04A20}"/>
              </a:ext>
            </a:extLst>
          </p:cNvPr>
          <p:cNvSpPr>
            <a:spLocks noGrp="1"/>
          </p:cNvSpPr>
          <p:nvPr/>
        </p:nvSpPr>
        <p:spPr>
          <a:xfrm>
            <a:off x="9144000" y="1752600"/>
            <a:ext cx="953" cy="7105650"/>
          </a:xfrm>
          <a:custGeom>
            <a:pathLst>
              <a:path w="953" h="7105650">
                <a:moveTo>
                  <a:pt x="0" y="0"/>
                </a:moveTo>
                <a:lnTo>
                  <a:pt x="0" y="7105650"/>
                </a:lnTo>
              </a:path>
            </a:pathLst>
          </a:custGeom>
          <a:noFill/>
          <a:ln w="9525">
            <a:solidFill>
              <a:srgbClr val="B7B9B9"/>
            </a:solidFill>
            <a:prstDash val="solid"/>
          </a:ln>
        </p:spPr>
      </p:sp>
      <p:sp>
        <p:nvSpPr>
          <p:cNvPr id="1109" name="v10 node:a-rc">
            <a:extLst>
              <a:ext uri="{FF2B5EF4-FFF2-40B4-BE49-F238E27FC236}">
                <ns2:creationId id="{D4DA6A21-5B16-438E-B1ED-90E29D1BD039}"/>
              </a:ext>
            </a:extLst>
          </p:cNvPr>
          <p:cNvSpPr>
            <a:spLocks noGrp="1"/>
          </p:cNvSpPr>
          <p:nvPr/>
        </p:nvSpPr>
        <p:spPr>
          <a:xfrm>
            <a:off x="571500" y="2428875"/>
            <a:ext cx="3810000" cy="1238250"/>
          </a:xfrm>
          <a:prstGeom prst="rect">
            <a:avLst/>
          </a:prstGeom>
          <a:solidFill>
            <a:srgbClr val="FFF6DD"/>
          </a:solidFill>
          <a:ln w="16193">
            <a:solidFill>
              <a:srgbClr val="111111"/>
            </a:solidFill>
          </a:ln>
        </p:spPr>
        <p:txBody>
          <a:bodyPr wrap="none" lIns="47625" tIns="19050" rIns="47625" bIns="8953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110" name="v10 divider a-rc">
            <a:extLst>
              <a:ext uri="{FF2B5EF4-FFF2-40B4-BE49-F238E27FC236}">
                <ns2:creationId id="{71E490B9-3A48-43A8-8EA4-E52054A7A047}"/>
              </a:ext>
            </a:extLst>
          </p:cNvPr>
          <p:cNvSpPr>
            <a:spLocks noGrp="1"/>
          </p:cNvSpPr>
          <p:nvPr/>
        </p:nvSpPr>
        <p:spPr>
          <a:xfrm>
            <a:off x="571500" y="2790825"/>
            <a:ext cx="3810000" cy="953"/>
          </a:xfrm>
          <a:custGeom>
            <a:pathLst>
              <a:path w="3810000" h="953">
                <a:moveTo>
                  <a:pt x="0" y="0"/>
                </a:moveTo>
                <a:lnTo>
                  <a:pt x="3810000" y="0"/>
                </a:lnTo>
              </a:path>
            </a:pathLst>
          </a:custGeom>
          <a:noFill/>
          <a:ln w="9525">
            <a:solidFill>
              <a:srgbClr val="111111"/>
            </a:solidFill>
            <a:prstDash val="solid"/>
          </a:ln>
        </p:spPr>
      </p:sp>
      <p:sp>
        <p:nvSpPr>
          <p:cNvPr id="1111" name="v10 node:a-permit">
            <a:extLst>
              <a:ext uri="{FF2B5EF4-FFF2-40B4-BE49-F238E27FC236}">
                <ns2:creationId id="{DD1AFECC-1AD3-4EF2-B7A5-7E799FD548E9}"/>
              </a:ext>
            </a:extLst>
          </p:cNvPr>
          <p:cNvSpPr>
            <a:spLocks noGrp="1"/>
          </p:cNvSpPr>
          <p:nvPr/>
        </p:nvSpPr>
        <p:spPr>
          <a:xfrm>
            <a:off x="762000" y="2933700"/>
            <a:ext cx="3429000" cy="523875"/>
          </a:xfrm>
          <a:prstGeom prst="roundRect">
            <a:avLst>
              <a:gd name="adj" fmla="val 1454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허가 및 의미 채택기</a:t>
            </a:r>
            <a:endParaRPr lang="ko-KR">
              <a:latin typeface="Calibri"/>
              <a:ea typeface="Calibri"/>
              <a:cs typeface="Calibri"/>
            </a:endParaRPr>
          </a:p>
        </p:txBody>
      </p:sp>
      <p:sp>
        <p:nvSpPr>
          <p:cNvPr id="1112" name="v10 node:a-cm">
            <a:extLst>
              <a:ext uri="{FF2B5EF4-FFF2-40B4-BE49-F238E27FC236}">
                <ns2:creationId id="{EEFCD6AA-EE33-4D7F-BF28-E3FC05C30BDD}"/>
              </a:ext>
            </a:extLst>
          </p:cNvPr>
          <p:cNvSpPr>
            <a:spLocks noGrp="1"/>
          </p:cNvSpPr>
          <p:nvPr/>
        </p:nvSpPr>
        <p:spPr>
          <a:xfrm>
            <a:off x="5810250" y="2428875"/>
            <a:ext cx="2952750" cy="1952625"/>
          </a:xfrm>
          <a:prstGeom prst="rect">
            <a:avLst/>
          </a:prstGeom>
          <a:solidFill>
            <a:srgbClr val="FFF6DD"/>
          </a:solidFill>
          <a:ln w="16193">
            <a:solidFill>
              <a:srgbClr val="111111"/>
            </a:solidFill>
          </a:ln>
        </p:spPr>
        <p:txBody>
          <a:bodyPr wrap="none" lIns="47625" tIns="19050" rIns="47625" bIns="16097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113" name="v10 divider a-cm">
            <a:extLst>
              <a:ext uri="{FF2B5EF4-FFF2-40B4-BE49-F238E27FC236}">
                <ns2:creationId id="{C940D85C-D873-48BC-9E3F-2AEAB1ED1CCA}"/>
              </a:ext>
            </a:extLst>
          </p:cNvPr>
          <p:cNvSpPr>
            <a:spLocks noGrp="1"/>
          </p:cNvSpPr>
          <p:nvPr/>
        </p:nvSpPr>
        <p:spPr>
          <a:xfrm>
            <a:off x="5810250" y="2790825"/>
            <a:ext cx="2952750" cy="953"/>
          </a:xfrm>
          <a:custGeom>
            <a:pathLst>
              <a:path w="2952750" h="953">
                <a:moveTo>
                  <a:pt x="0" y="0"/>
                </a:moveTo>
                <a:lnTo>
                  <a:pt x="2952750" y="0"/>
                </a:lnTo>
              </a:path>
            </a:pathLst>
          </a:custGeom>
          <a:noFill/>
          <a:ln w="9525">
            <a:solidFill>
              <a:srgbClr val="111111"/>
            </a:solidFill>
            <a:prstDash val="solid"/>
          </a:ln>
        </p:spPr>
      </p:sp>
      <p:sp>
        <p:nvSpPr>
          <p:cNvPr id="1114" name="v10 node:a-read">
            <a:extLst>
              <a:ext uri="{FF2B5EF4-FFF2-40B4-BE49-F238E27FC236}">
                <ns2:creationId id="{033325BB-4501-4C49-BC5B-5CB4D6A64815}"/>
              </a:ext>
            </a:extLst>
          </p:cNvPr>
          <p:cNvSpPr>
            <a:spLocks noGrp="1"/>
          </p:cNvSpPr>
          <p:nvPr/>
        </p:nvSpPr>
        <p:spPr>
          <a:xfrm>
            <a:off x="6000750" y="2933700"/>
            <a:ext cx="2571750" cy="523875"/>
          </a:xfrm>
          <a:prstGeom prst="roundRect">
            <a:avLst>
              <a:gd name="adj" fmla="val 1454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원본 조회기</a:t>
            </a:r>
            <a:endParaRPr lang="ko-KR">
              <a:latin typeface="Calibri"/>
              <a:ea typeface="Calibri"/>
              <a:cs typeface="Calibri"/>
            </a:endParaRPr>
          </a:p>
        </p:txBody>
      </p:sp>
      <p:sp>
        <p:nvSpPr>
          <p:cNvPr id="1115" name="v10 node:a-read-state">
            <a:extLst>
              <a:ext uri="{FF2B5EF4-FFF2-40B4-BE49-F238E27FC236}">
                <ns2:creationId id="{A3403BA0-AC69-4AEA-BB46-496130CD9997}"/>
              </a:ext>
            </a:extLst>
          </p:cNvPr>
          <p:cNvSpPr>
            <a:spLocks noGrp="1"/>
          </p:cNvSpPr>
          <p:nvPr/>
        </p:nvSpPr>
        <p:spPr>
          <a:xfrm>
            <a:off x="6000750" y="3714750"/>
            <a:ext cx="2571750" cy="54292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읽은 판본과 허용 범위</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(RAM)</a:t>
            </a:r>
            <a:endParaRPr lang="ko-KR">
              <a:latin typeface="Calibri"/>
              <a:ea typeface="Calibri"/>
              <a:cs typeface="Calibri"/>
            </a:endParaRPr>
          </a:p>
        </p:txBody>
      </p:sp>
      <p:sp>
        <p:nvSpPr>
          <p:cNvPr id="1116" name="v10 node:a-source">
            <a:extLst>
              <a:ext uri="{FF2B5EF4-FFF2-40B4-BE49-F238E27FC236}">
                <ns2:creationId id="{1823B10A-BAE9-4361-B0BF-CA3E2D34F735}"/>
              </a:ext>
            </a:extLst>
          </p:cNvPr>
          <p:cNvSpPr>
            <a:spLocks noGrp="1"/>
          </p:cNvSpPr>
          <p:nvPr/>
        </p:nvSpPr>
        <p:spPr>
          <a:xfrm>
            <a:off x="5810250" y="5095875"/>
            <a:ext cx="2952750" cy="95250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공통 원본과 확정 사실</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기존 소유자 권위 유지</a:t>
            </a:r>
            <a:endParaRPr lang="ko-KR">
              <a:latin typeface="Calibri"/>
              <a:ea typeface="Calibri"/>
              <a:cs typeface="Calibri"/>
            </a:endParaRPr>
          </a:p>
        </p:txBody>
      </p:sp>
      <p:sp>
        <p:nvSpPr>
          <p:cNvPr id="1117" name="v10 node:a-ri">
            <a:extLst>
              <a:ext uri="{FF2B5EF4-FFF2-40B4-BE49-F238E27FC236}">
                <ns2:creationId id="{5E5DABDD-D74D-42A6-89F2-F36E4B87E236}"/>
              </a:ext>
            </a:extLst>
          </p:cNvPr>
          <p:cNvSpPr>
            <a:spLocks noGrp="1"/>
          </p:cNvSpPr>
          <p:nvPr/>
        </p:nvSpPr>
        <p:spPr>
          <a:xfrm>
            <a:off x="571500" y="6191250"/>
            <a:ext cx="3810000" cy="1809750"/>
          </a:xfrm>
          <a:prstGeom prst="rect">
            <a:avLst/>
          </a:prstGeom>
          <a:solidFill>
            <a:srgbClr val="FFF6DD"/>
          </a:solidFill>
          <a:ln w="16193">
            <a:solidFill>
              <a:srgbClr val="111111"/>
            </a:solidFill>
          </a:ln>
        </p:spPr>
        <p:txBody>
          <a:bodyPr wrap="none" lIns="47625" tIns="19050" rIns="47625" bIns="14668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18" name="v10 divider a-ri">
            <a:extLst>
              <a:ext uri="{FF2B5EF4-FFF2-40B4-BE49-F238E27FC236}">
                <ns2:creationId id="{3ED92372-0B92-4FBF-BAB5-D34A8028102E}"/>
              </a:ext>
            </a:extLst>
          </p:cNvPr>
          <p:cNvSpPr>
            <a:spLocks noGrp="1"/>
          </p:cNvSpPr>
          <p:nvPr/>
        </p:nvSpPr>
        <p:spPr>
          <a:xfrm>
            <a:off x="571500" y="6553200"/>
            <a:ext cx="3810000" cy="953"/>
          </a:xfrm>
          <a:custGeom>
            <a:pathLst>
              <a:path w="3810000" h="953">
                <a:moveTo>
                  <a:pt x="0" y="0"/>
                </a:moveTo>
                <a:lnTo>
                  <a:pt x="3810000" y="0"/>
                </a:lnTo>
              </a:path>
            </a:pathLst>
          </a:custGeom>
          <a:noFill/>
          <a:ln w="9525">
            <a:solidFill>
              <a:srgbClr val="111111"/>
            </a:solidFill>
            <a:prstDash val="solid"/>
          </a:ln>
        </p:spPr>
      </p:sp>
      <p:sp>
        <p:nvSpPr>
          <p:cNvPr id="1119" name="v10 node:a-interpret">
            <a:extLst>
              <a:ext uri="{FF2B5EF4-FFF2-40B4-BE49-F238E27FC236}">
                <ns2:creationId id="{54242DD6-2C00-4434-90E1-843ACC6DC27D}"/>
              </a:ext>
            </a:extLst>
          </p:cNvPr>
          <p:cNvSpPr>
            <a:spLocks noGrp="1"/>
          </p:cNvSpPr>
          <p:nvPr/>
        </p:nvSpPr>
        <p:spPr>
          <a:xfrm>
            <a:off x="762000" y="6705600"/>
            <a:ext cx="2000250" cy="523875"/>
          </a:xfrm>
          <a:prstGeom prst="roundRect">
            <a:avLst>
              <a:gd name="adj" fmla="val 14545"/>
            </a:avLst>
          </a:prstGeom>
          <a:solidFill>
            <a:srgbClr val="FFFFFF"/>
          </a:solidFill>
          <a:ln w="16193">
            <a:solidFill>
              <a:srgbClr val="4676CB"/>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원본 관계 해석기</a:t>
            </a:r>
            <a:endParaRPr lang="ko-KR">
              <a:latin typeface="Calibri"/>
              <a:ea typeface="Calibri"/>
              <a:cs typeface="Calibri"/>
            </a:endParaRPr>
          </a:p>
        </p:txBody>
      </p:sp>
      <p:sp>
        <p:nvSpPr>
          <p:cNvPr id="1120" name="v10 node:a-state">
            <a:extLst>
              <a:ext uri="{FF2B5EF4-FFF2-40B4-BE49-F238E27FC236}">
                <ns2:creationId id="{B7C5A8C3-8F5E-409C-8378-787F65D75179}"/>
              </a:ext>
            </a:extLst>
          </p:cNvPr>
          <p:cNvSpPr>
            <a:spLocks noGrp="1"/>
          </p:cNvSpPr>
          <p:nvPr/>
        </p:nvSpPr>
        <p:spPr>
          <a:xfrm>
            <a:off x="2952750" y="6667500"/>
            <a:ext cx="1238250" cy="10668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후보</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근거와 불확실성</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RAM)</a:t>
            </a:r>
            <a:endParaRPr lang="ko-KR">
              <a:latin typeface="Calibri"/>
              <a:ea typeface="Calibri"/>
              <a:cs typeface="Calibri"/>
            </a:endParaRPr>
          </a:p>
        </p:txBody>
      </p:sp>
      <p:sp>
        <p:nvSpPr>
          <p:cNvPr id="1121" name="v10 edge:a-permitted-read">
            <a:extLst>
              <a:ext uri="{FF2B5EF4-FFF2-40B4-BE49-F238E27FC236}">
                <ns2:creationId id="{D8F6160B-2F88-4ED6-96DB-046141F2A737}"/>
              </a:ext>
            </a:extLst>
          </p:cNvPr>
          <p:cNvSpPr>
            <a:spLocks noGrp="1"/>
          </p:cNvSpPr>
          <p:nvPr/>
        </p:nvSpPr>
        <p:spPr>
          <a:xfrm>
            <a:off x="4191000" y="3095625"/>
            <a:ext cx="1809750" cy="953"/>
          </a:xfrm>
          <a:custGeom>
            <a:pathLst>
              <a:path w="1809750" h="953">
                <a:moveTo>
                  <a:pt x="0" y="0"/>
                </a:moveTo>
                <a:lnTo>
                  <a:pt x="1809750" y="0"/>
                </a:lnTo>
              </a:path>
            </a:pathLst>
          </a:custGeom>
          <a:noFill/>
          <a:ln w="17145">
            <a:solidFill>
              <a:srgbClr val="111111"/>
            </a:solidFill>
            <a:prstDash val="solid"/>
          </a:ln>
        </p:spPr>
      </p:sp>
      <p:sp>
        <p:nvSpPr>
          <p:cNvPr id="1122" name="v10 arrow:a-permitted-read">
            <a:extLst>
              <a:ext uri="{FF2B5EF4-FFF2-40B4-BE49-F238E27FC236}">
                <ns2:creationId id="{CA717711-DC11-4C41-8325-949CE72FD59C}"/>
              </a:ext>
            </a:extLst>
          </p:cNvPr>
          <p:cNvSpPr>
            <a:spLocks noGrp="1"/>
          </p:cNvSpPr>
          <p:nvPr/>
        </p:nvSpPr>
        <p:spPr>
          <a:xfrm>
            <a:off x="5915025" y="30575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23" name="v10 label 1 조회 허가&#10;추가 범위 재허가">
            <a:extLst>
              <a:ext uri="{FF2B5EF4-FFF2-40B4-BE49-F238E27FC236}">
                <ns2:creationId id="{3BA557D7-AEE3-4D1D-BDE3-4D2C9FC94652}"/>
              </a:ext>
            </a:extLst>
          </p:cNvPr>
          <p:cNvSpPr>
            <a:spLocks noGrp="1"/>
          </p:cNvSpPr>
          <p:nvPr/>
        </p:nvSpPr>
        <p:spPr>
          <a:xfrm>
            <a:off x="4438650" y="2552700"/>
            <a:ext cx="1428750" cy="46672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1 조회 허가</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추가 범위 재허가</a:t>
            </a:r>
            <a:endParaRPr lang="ko-KR">
              <a:latin typeface="Calibri"/>
              <a:ea typeface="Calibri"/>
              <a:cs typeface="Calibri"/>
            </a:endParaRPr>
          </a:p>
        </p:txBody>
      </p:sp>
      <p:sp>
        <p:nvSpPr>
          <p:cNvPr id="1124" name="v10 edge:a-read-result">
            <a:extLst>
              <a:ext uri="{FF2B5EF4-FFF2-40B4-BE49-F238E27FC236}">
                <ns2:creationId id="{8F2C73F2-A6DF-42C4-A06F-BE3EAA24F875}"/>
              </a:ext>
            </a:extLst>
          </p:cNvPr>
          <p:cNvSpPr>
            <a:spLocks noGrp="1"/>
          </p:cNvSpPr>
          <p:nvPr/>
        </p:nvSpPr>
        <p:spPr>
          <a:xfrm>
            <a:off x="3905250" y="3324225"/>
            <a:ext cx="2095500" cy="657225"/>
          </a:xfrm>
          <a:custGeom>
            <a:pathLst>
              <a:path w="2095500" h="657225">
                <a:moveTo>
                  <a:pt x="2095500" y="0"/>
                </a:moveTo>
                <a:lnTo>
                  <a:pt x="1333500" y="0"/>
                </a:lnTo>
                <a:lnTo>
                  <a:pt x="1333500" y="657225"/>
                </a:lnTo>
                <a:lnTo>
                  <a:pt x="0" y="657225"/>
                </a:lnTo>
                <a:lnTo>
                  <a:pt x="0" y="133350"/>
                </a:lnTo>
              </a:path>
            </a:pathLst>
          </a:custGeom>
          <a:noFill/>
          <a:ln w="17145">
            <a:solidFill>
              <a:srgbClr val="111111"/>
            </a:solidFill>
            <a:prstDash val="dash"/>
          </a:ln>
        </p:spPr>
      </p:sp>
      <p:sp>
        <p:nvSpPr>
          <p:cNvPr id="1125" name="v10 arrow:a-read-result">
            <a:extLst>
              <a:ext uri="{FF2B5EF4-FFF2-40B4-BE49-F238E27FC236}">
                <ns2:creationId id="{08BE0006-AF8C-4F25-9942-E0E5522A1D26}"/>
              </a:ext>
            </a:extLst>
          </p:cNvPr>
          <p:cNvSpPr>
            <a:spLocks noGrp="1"/>
          </p:cNvSpPr>
          <p:nvPr/>
        </p:nvSpPr>
        <p:spPr>
          <a:xfrm>
            <a:off x="3867150" y="34575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26" name="v10 label 2 원본 또는 조회 불가">
            <a:extLst>
              <a:ext uri="{FF2B5EF4-FFF2-40B4-BE49-F238E27FC236}">
                <ns2:creationId id="{600E002E-D084-4494-B3FC-7AB888B9622A}"/>
              </a:ext>
            </a:extLst>
          </p:cNvPr>
          <p:cNvSpPr>
            <a:spLocks noGrp="1"/>
          </p:cNvSpPr>
          <p:nvPr/>
        </p:nvSpPr>
        <p:spPr>
          <a:xfrm>
            <a:off x="3095625" y="4048125"/>
            <a:ext cx="2333625" cy="27622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원본 또는 조회 불가</a:t>
            </a:r>
            <a:endParaRPr lang="ko-KR">
              <a:latin typeface="Calibri"/>
              <a:ea typeface="Calibri"/>
              <a:cs typeface="Calibri"/>
            </a:endParaRPr>
          </a:p>
        </p:txBody>
      </p:sp>
      <p:sp>
        <p:nvSpPr>
          <p:cNvPr id="1127" name="v10 edge:a-revision">
            <a:extLst>
              <a:ext uri="{FF2B5EF4-FFF2-40B4-BE49-F238E27FC236}">
                <ns2:creationId id="{7883BAED-8FE2-47DB-B964-3E167FBC7724}"/>
              </a:ext>
            </a:extLst>
          </p:cNvPr>
          <p:cNvSpPr>
            <a:spLocks noGrp="1"/>
          </p:cNvSpPr>
          <p:nvPr/>
        </p:nvSpPr>
        <p:spPr>
          <a:xfrm>
            <a:off x="7286625" y="3457575"/>
            <a:ext cx="953" cy="257175"/>
          </a:xfrm>
          <a:custGeom>
            <a:pathLst>
              <a:path w="953" h="257175">
                <a:moveTo>
                  <a:pt x="0" y="0"/>
                </a:moveTo>
                <a:lnTo>
                  <a:pt x="0" y="257175"/>
                </a:lnTo>
              </a:path>
            </a:pathLst>
          </a:custGeom>
          <a:noFill/>
          <a:ln w="17145">
            <a:solidFill>
              <a:srgbClr val="111111"/>
            </a:solidFill>
            <a:prstDash val="solid"/>
          </a:ln>
        </p:spPr>
      </p:sp>
      <p:sp>
        <p:nvSpPr>
          <p:cNvPr id="1128" name="v10 arrow:a-revision">
            <a:extLst>
              <a:ext uri="{FF2B5EF4-FFF2-40B4-BE49-F238E27FC236}">
                <ns2:creationId id="{9F6E8C98-5F99-4A45-9F2B-00A662D53F51}"/>
              </a:ext>
            </a:extLst>
          </p:cNvPr>
          <p:cNvSpPr>
            <a:spLocks noGrp="1"/>
          </p:cNvSpPr>
          <p:nvPr/>
        </p:nvSpPr>
        <p:spPr>
          <a:xfrm>
            <a:off x="7248525" y="3629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29" name="v10 edge:a-source-query">
            <a:extLst>
              <a:ext uri="{FF2B5EF4-FFF2-40B4-BE49-F238E27FC236}">
                <ns2:creationId id="{D3BF9EE7-48C8-4CA0-A31F-A335F17098DA}"/>
              </a:ext>
            </a:extLst>
          </p:cNvPr>
          <p:cNvSpPr>
            <a:spLocks noGrp="1"/>
          </p:cNvSpPr>
          <p:nvPr/>
        </p:nvSpPr>
        <p:spPr>
          <a:xfrm>
            <a:off x="8572500" y="3105150"/>
            <a:ext cx="361950" cy="2324100"/>
          </a:xfrm>
          <a:custGeom>
            <a:pathLst>
              <a:path w="361950" h="2324100">
                <a:moveTo>
                  <a:pt x="0" y="0"/>
                </a:moveTo>
                <a:lnTo>
                  <a:pt x="361950" y="0"/>
                </a:lnTo>
                <a:lnTo>
                  <a:pt x="361950" y="2324100"/>
                </a:lnTo>
                <a:lnTo>
                  <a:pt x="190500" y="2324100"/>
                </a:lnTo>
              </a:path>
            </a:pathLst>
          </a:custGeom>
          <a:noFill/>
          <a:ln w="17145">
            <a:solidFill>
              <a:srgbClr val="111111"/>
            </a:solidFill>
            <a:prstDash val="solid"/>
          </a:ln>
        </p:spPr>
      </p:sp>
      <p:sp>
        <p:nvSpPr>
          <p:cNvPr id="1130" name="v10 arrow:a-source-query">
            <a:extLst>
              <a:ext uri="{FF2B5EF4-FFF2-40B4-BE49-F238E27FC236}">
                <ns2:creationId id="{F2C3C938-7053-4937-B85B-7A47FE4CB776}"/>
              </a:ext>
            </a:extLst>
          </p:cNvPr>
          <p:cNvSpPr>
            <a:spLocks noGrp="1"/>
          </p:cNvSpPr>
          <p:nvPr/>
        </p:nvSpPr>
        <p:spPr>
          <a:xfrm>
            <a:off x="8763000" y="539115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31" name="v10 label 허용 범위 읽기">
            <a:extLst>
              <a:ext uri="{FF2B5EF4-FFF2-40B4-BE49-F238E27FC236}">
                <ns2:creationId id="{FDBD2F7F-3AFB-4C6B-A96F-54225C2A02DF}"/>
              </a:ext>
            </a:extLst>
          </p:cNvPr>
          <p:cNvSpPr>
            <a:spLocks noGrp="1"/>
          </p:cNvSpPr>
          <p:nvPr/>
        </p:nvSpPr>
        <p:spPr>
          <a:xfrm>
            <a:off x="6953250" y="4581525"/>
            <a:ext cx="1857375" cy="27622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범위 읽기</a:t>
            </a:r>
            <a:endParaRPr lang="ko-KR">
              <a:latin typeface="Calibri"/>
              <a:ea typeface="Calibri"/>
              <a:cs typeface="Calibri"/>
            </a:endParaRPr>
          </a:p>
        </p:txBody>
      </p:sp>
      <p:sp>
        <p:nvSpPr>
          <p:cNvPr id="1132" name="v10 edge:a-source-return">
            <a:extLst>
              <a:ext uri="{FF2B5EF4-FFF2-40B4-BE49-F238E27FC236}">
                <ns2:creationId id="{7E8514BE-2D57-40D8-ACE6-95D5B4965469}"/>
              </a:ext>
            </a:extLst>
          </p:cNvPr>
          <p:cNvSpPr>
            <a:spLocks noGrp="1"/>
          </p:cNvSpPr>
          <p:nvPr/>
        </p:nvSpPr>
        <p:spPr>
          <a:xfrm>
            <a:off x="5572125" y="3333750"/>
            <a:ext cx="428625" cy="2428875"/>
          </a:xfrm>
          <a:custGeom>
            <a:pathLst>
              <a:path w="428625" h="2428875">
                <a:moveTo>
                  <a:pt x="238125" y="2428875"/>
                </a:moveTo>
                <a:lnTo>
                  <a:pt x="0" y="2428875"/>
                </a:lnTo>
                <a:lnTo>
                  <a:pt x="0" y="0"/>
                </a:lnTo>
                <a:lnTo>
                  <a:pt x="428625" y="0"/>
                </a:lnTo>
              </a:path>
            </a:pathLst>
          </a:custGeom>
          <a:noFill/>
          <a:ln w="17145">
            <a:solidFill>
              <a:srgbClr val="111111"/>
            </a:solidFill>
            <a:prstDash val="dash"/>
          </a:ln>
        </p:spPr>
      </p:sp>
      <p:sp>
        <p:nvSpPr>
          <p:cNvPr id="1133" name="v10 arrow:a-source-return">
            <a:extLst>
              <a:ext uri="{FF2B5EF4-FFF2-40B4-BE49-F238E27FC236}">
                <ns2:creationId id="{A9FF7CD2-9C3B-4D0C-BAE5-6008F77C2BE4}"/>
              </a:ext>
            </a:extLst>
          </p:cNvPr>
          <p:cNvSpPr>
            <a:spLocks noGrp="1"/>
          </p:cNvSpPr>
          <p:nvPr/>
        </p:nvSpPr>
        <p:spPr>
          <a:xfrm>
            <a:off x="5915025" y="32956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34" name="v10 label 원본과 판본">
            <a:extLst>
              <a:ext uri="{FF2B5EF4-FFF2-40B4-BE49-F238E27FC236}">
                <ns2:creationId id="{D9BFED0F-00AE-4CCC-8E28-5AD740F1DD6B}"/>
              </a:ext>
            </a:extLst>
          </p:cNvPr>
          <p:cNvSpPr>
            <a:spLocks noGrp="1"/>
          </p:cNvSpPr>
          <p:nvPr/>
        </p:nvSpPr>
        <p:spPr>
          <a:xfrm>
            <a:off x="5857875" y="6105525"/>
            <a:ext cx="2000250" cy="22860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원본과 판본</a:t>
            </a:r>
            <a:endParaRPr lang="ko-KR">
              <a:latin typeface="Calibri"/>
              <a:ea typeface="Calibri"/>
              <a:cs typeface="Calibri"/>
            </a:endParaRPr>
          </a:p>
        </p:txBody>
      </p:sp>
      <p:sp>
        <p:nvSpPr>
          <p:cNvPr id="1135" name="v10 edge:a-resume">
            <a:extLst>
              <a:ext uri="{FF2B5EF4-FFF2-40B4-BE49-F238E27FC236}">
                <ns2:creationId id="{A0604681-393C-4C32-B2A7-A306E0A21835}"/>
              </a:ext>
            </a:extLst>
          </p:cNvPr>
          <p:cNvSpPr>
            <a:spLocks noGrp="1"/>
          </p:cNvSpPr>
          <p:nvPr/>
        </p:nvSpPr>
        <p:spPr>
          <a:xfrm>
            <a:off x="381000" y="3457575"/>
            <a:ext cx="857250" cy="3505200"/>
          </a:xfrm>
          <a:custGeom>
            <a:pathLst>
              <a:path w="857250" h="3505200">
                <a:moveTo>
                  <a:pt x="857250" y="0"/>
                </a:moveTo>
                <a:lnTo>
                  <a:pt x="857250" y="2305050"/>
                </a:lnTo>
                <a:lnTo>
                  <a:pt x="0" y="2305050"/>
                </a:lnTo>
                <a:lnTo>
                  <a:pt x="0" y="3505200"/>
                </a:lnTo>
                <a:lnTo>
                  <a:pt x="381000" y="3505200"/>
                </a:lnTo>
              </a:path>
            </a:pathLst>
          </a:custGeom>
          <a:noFill/>
          <a:ln w="17145">
            <a:solidFill>
              <a:srgbClr val="111111"/>
            </a:solidFill>
            <a:prstDash val="solid"/>
          </a:ln>
        </p:spPr>
      </p:sp>
      <p:sp>
        <p:nvSpPr>
          <p:cNvPr id="1136" name="v10 arrow:a-resume">
            <a:extLst>
              <a:ext uri="{FF2B5EF4-FFF2-40B4-BE49-F238E27FC236}">
                <ns2:creationId id="{200DE63D-D403-4C84-80C0-18DDCDC58CA3}"/>
              </a:ext>
            </a:extLst>
          </p:cNvPr>
          <p:cNvSpPr>
            <a:spLocks noGrp="1"/>
          </p:cNvSpPr>
          <p:nvPr/>
        </p:nvSpPr>
        <p:spPr>
          <a:xfrm>
            <a:off x="676275" y="692467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37" name="v10 label 3 원본 전달 / 보완 후 재개">
            <a:extLst>
              <a:ext uri="{FF2B5EF4-FFF2-40B4-BE49-F238E27FC236}">
                <ns2:creationId id="{79E561DA-BE00-48E7-A05C-466939EBAA6C}"/>
              </a:ext>
            </a:extLst>
          </p:cNvPr>
          <p:cNvSpPr>
            <a:spLocks noGrp="1"/>
          </p:cNvSpPr>
          <p:nvPr/>
        </p:nvSpPr>
        <p:spPr>
          <a:xfrm>
            <a:off x="571500" y="5286375"/>
            <a:ext cx="3381375" cy="304800"/>
          </a:xfrm>
          <a:prstGeom prst="rect">
            <a:avLst/>
          </a:prstGeom>
          <a:solidFill>
            <a:srgbClr val="FFFFFF"/>
          </a:solidFill>
          <a:ln w="0">
            <a:no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 원본 전달 / 보완 후 재개</a:t>
            </a:r>
            <a:endParaRPr lang="ko-KR">
              <a:latin typeface="Calibri"/>
              <a:ea typeface="Calibri"/>
              <a:cs typeface="Calibri"/>
            </a:endParaRPr>
          </a:p>
        </p:txBody>
      </p:sp>
      <p:sp>
        <p:nvSpPr>
          <p:cNvPr id="1138" name="v10 edge:a-proposal-or-read">
            <a:extLst>
              <a:ext uri="{FF2B5EF4-FFF2-40B4-BE49-F238E27FC236}">
                <ns2:creationId id="{0D4451AD-917A-4C55-9DC4-67C754D5F0BD}"/>
              </a:ext>
            </a:extLst>
          </p:cNvPr>
          <p:cNvSpPr>
            <a:spLocks noGrp="1"/>
          </p:cNvSpPr>
          <p:nvPr/>
        </p:nvSpPr>
        <p:spPr>
          <a:xfrm>
            <a:off x="1714500" y="3276600"/>
            <a:ext cx="2952750" cy="4857750"/>
          </a:xfrm>
          <a:custGeom>
            <a:pathLst>
              <a:path w="2952750" h="4857750">
                <a:moveTo>
                  <a:pt x="0" y="3952875"/>
                </a:moveTo>
                <a:lnTo>
                  <a:pt x="0" y="4857750"/>
                </a:lnTo>
                <a:lnTo>
                  <a:pt x="2952750" y="4857750"/>
                </a:lnTo>
                <a:lnTo>
                  <a:pt x="2952750" y="0"/>
                </a:lnTo>
                <a:lnTo>
                  <a:pt x="2476500" y="0"/>
                </a:lnTo>
              </a:path>
            </a:pathLst>
          </a:custGeom>
          <a:noFill/>
          <a:ln w="17145">
            <a:solidFill>
              <a:srgbClr val="111111"/>
            </a:solidFill>
            <a:prstDash val="dash"/>
          </a:ln>
        </p:spPr>
      </p:sp>
      <p:sp>
        <p:nvSpPr>
          <p:cNvPr id="1139" name="v10 arrow:a-proposal-or-read">
            <a:extLst>
              <a:ext uri="{FF2B5EF4-FFF2-40B4-BE49-F238E27FC236}">
                <ns2:creationId id="{40324258-5C4F-48D8-86D7-27CE47E520E5}"/>
              </a:ext>
            </a:extLst>
          </p:cNvPr>
          <p:cNvSpPr>
            <a:spLocks noGrp="1"/>
          </p:cNvSpPr>
          <p:nvPr/>
        </p:nvSpPr>
        <p:spPr>
          <a:xfrm>
            <a:off x="4191000" y="32385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40" name="v10 label 4 의미 제안 / 추가 읽기">
            <a:extLst>
              <a:ext uri="{FF2B5EF4-FFF2-40B4-BE49-F238E27FC236}">
                <ns2:creationId id="{A06BE9AC-787E-4C23-B02C-E4EFD647C023}"/>
              </a:ext>
            </a:extLst>
          </p:cNvPr>
          <p:cNvSpPr>
            <a:spLocks noGrp="1"/>
          </p:cNvSpPr>
          <p:nvPr/>
        </p:nvSpPr>
        <p:spPr>
          <a:xfrm>
            <a:off x="1857375" y="7791450"/>
            <a:ext cx="2667000" cy="26670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4 의미 제안 / 추가 읽기</a:t>
            </a:r>
            <a:endParaRPr lang="ko-KR">
              <a:latin typeface="Calibri"/>
              <a:ea typeface="Calibri"/>
              <a:cs typeface="Calibri"/>
            </a:endParaRPr>
          </a:p>
        </p:txBody>
      </p:sp>
      <p:sp>
        <p:nvSpPr>
          <p:cNvPr id="1141" name="v10 edge:a-work-state">
            <a:extLst>
              <a:ext uri="{FF2B5EF4-FFF2-40B4-BE49-F238E27FC236}">
                <ns2:creationId id="{B615CF83-5972-47A4-B2C6-4516D9014286}"/>
              </a:ext>
            </a:extLst>
          </p:cNvPr>
          <p:cNvSpPr>
            <a:spLocks noGrp="1"/>
          </p:cNvSpPr>
          <p:nvPr/>
        </p:nvSpPr>
        <p:spPr>
          <a:xfrm>
            <a:off x="2762250" y="7115175"/>
            <a:ext cx="190500" cy="953"/>
          </a:xfrm>
          <a:custGeom>
            <a:pathLst>
              <a:path w="190500" h="953">
                <a:moveTo>
                  <a:pt x="0" y="0"/>
                </a:moveTo>
                <a:lnTo>
                  <a:pt x="190500" y="0"/>
                </a:lnTo>
              </a:path>
            </a:pathLst>
          </a:custGeom>
          <a:noFill/>
          <a:ln w="17145">
            <a:solidFill>
              <a:srgbClr val="4676CB"/>
            </a:solidFill>
            <a:prstDash val="solid"/>
          </a:ln>
        </p:spPr>
      </p:sp>
      <p:sp>
        <p:nvSpPr>
          <p:cNvPr id="1142" name="v10 arrow:a-work-state">
            <a:extLst>
              <a:ext uri="{FF2B5EF4-FFF2-40B4-BE49-F238E27FC236}">
                <ns2:creationId id="{6C7FFEFD-1185-4356-9B32-DABC9040D9B6}"/>
              </a:ext>
            </a:extLst>
          </p:cNvPr>
          <p:cNvSpPr>
            <a:spLocks noGrp="1"/>
          </p:cNvSpPr>
          <p:nvPr/>
        </p:nvSpPr>
        <p:spPr>
          <a:xfrm>
            <a:off x="2867025" y="707707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143" name="v10 label 미확정 관계는 현재 요청에서 해석&#10;추가 영속 관계 상태는 없음&#10;확정 사실과 유효 근거는 재사용">
            <a:extLst>
              <a:ext uri="{FF2B5EF4-FFF2-40B4-BE49-F238E27FC236}">
                <ns2:creationId id="{A069DACE-F104-4EA0-AE44-1796C7AD3310}"/>
              </a:ext>
            </a:extLst>
          </p:cNvPr>
          <p:cNvSpPr>
            <a:spLocks noGrp="1"/>
          </p:cNvSpPr>
          <p:nvPr/>
        </p:nvSpPr>
        <p:spPr>
          <a:xfrm>
            <a:off x="5810250" y="6638925"/>
            <a:ext cx="3095625" cy="1143000"/>
          </a:xfrm>
          <a:prstGeom prst="rect">
            <a:avLst/>
          </a:prstGeom>
          <a:noFill/>
          <a:ln w="0">
            <a:noFill/>
          </a:ln>
        </p:spPr>
        <p:txBody>
          <a:bodyPr wrap="none" lIns="47625" tIns="19050" rIns="47625" bIns="1905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미확정 관계는 현재 요청에서 해석</a:t>
            </a:r>
            <a:endParaRPr lang="ko-KR">
              <a:latin typeface="Calibri"/>
              <a:ea typeface="Calibri"/>
              <a:cs typeface="Calibri"/>
            </a:endParaRPr>
          </a:p>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추가 영속 관계 상태는 없음</a:t>
            </a:r>
            <a:endParaRPr lang="ko-KR">
              <a:latin typeface="Calibri"/>
              <a:ea typeface="Calibri"/>
              <a:cs typeface="Calibri"/>
            </a:endParaRPr>
          </a:p>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사실과 유효 근거는 재사용</a:t>
            </a:r>
            <a:endParaRPr lang="ko-KR">
              <a:latin typeface="Calibri"/>
              <a:ea typeface="Calibri"/>
              <a:cs typeface="Calibri"/>
            </a:endParaRPr>
          </a:p>
        </p:txBody>
      </p:sp>
      <p:sp>
        <p:nvSpPr>
          <p:cNvPr id="1144" name="v10 label 추가 읽기: 4 → 1 → 2 → 3&#10;최종 제안: 현재 판본과 권한 확인 후 채택">
            <a:extLst>
              <a:ext uri="{FF2B5EF4-FFF2-40B4-BE49-F238E27FC236}">
                <ns2:creationId id="{D77A74E4-ED9E-42DF-B33A-C6D05ADD909E}"/>
              </a:ext>
            </a:extLst>
          </p:cNvPr>
          <p:cNvSpPr>
            <a:spLocks noGrp="1"/>
          </p:cNvSpPr>
          <p:nvPr/>
        </p:nvSpPr>
        <p:spPr>
          <a:xfrm>
            <a:off x="571500" y="8191500"/>
            <a:ext cx="8191500" cy="590550"/>
          </a:xfrm>
          <a:prstGeom prst="rect">
            <a:avLst/>
          </a:prstGeom>
          <a:noFill/>
          <a:ln w="0">
            <a:noFill/>
          </a:ln>
        </p:spPr>
        <p:txBody>
          <a:bodyPr wrap="none" lIns="47625" tIns="19050" rIns="47625" bIns="1905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추가 읽기: 4 → 1 → 2 → 3</a:t>
            </a:r>
            <a:endParaRPr lang="ko-KR">
              <a:latin typeface="Calibri"/>
              <a:ea typeface="Calibri"/>
              <a:cs typeface="Calibri"/>
            </a:endParaRPr>
          </a:p>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최종 제안: 현재 판본과 권한 확인 후 채택</a:t>
            </a:r>
            <a:endParaRPr lang="ko-KR">
              <a:latin typeface="Calibri"/>
              <a:ea typeface="Calibri"/>
              <a:cs typeface="Calibri"/>
            </a:endParaRPr>
          </a:p>
        </p:txBody>
      </p:sp>
      <p:sp>
        <p:nvSpPr>
          <p:cNvPr id="1145" name="v10 node:b-rc">
            <a:extLst>
              <a:ext uri="{FF2B5EF4-FFF2-40B4-BE49-F238E27FC236}">
                <ns2:creationId id="{33A0734C-1D7C-4599-B9DD-61090EA4BCA3}"/>
              </a:ext>
            </a:extLst>
          </p:cNvPr>
          <p:cNvSpPr>
            <a:spLocks noGrp="1"/>
          </p:cNvSpPr>
          <p:nvPr/>
        </p:nvSpPr>
        <p:spPr>
          <a:xfrm>
            <a:off x="9525000" y="2428875"/>
            <a:ext cx="3238500" cy="1238250"/>
          </a:xfrm>
          <a:prstGeom prst="rect">
            <a:avLst/>
          </a:prstGeom>
          <a:solidFill>
            <a:srgbClr val="FFF6DD"/>
          </a:solidFill>
          <a:ln w="16193">
            <a:solidFill>
              <a:srgbClr val="111111"/>
            </a:solidFill>
          </a:ln>
        </p:spPr>
        <p:txBody>
          <a:bodyPr wrap="none" lIns="47625" tIns="19050" rIns="47625" bIns="8953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146" name="v10 divider b-rc">
            <a:extLst>
              <a:ext uri="{FF2B5EF4-FFF2-40B4-BE49-F238E27FC236}">
                <ns2:creationId id="{4D69029E-E0E7-42CF-8D04-C2C74B8123A3}"/>
              </a:ext>
            </a:extLst>
          </p:cNvPr>
          <p:cNvSpPr>
            <a:spLocks noGrp="1"/>
          </p:cNvSpPr>
          <p:nvPr/>
        </p:nvSpPr>
        <p:spPr>
          <a:xfrm>
            <a:off x="9525000" y="2790825"/>
            <a:ext cx="3238500" cy="953"/>
          </a:xfrm>
          <a:custGeom>
            <a:pathLst>
              <a:path w="3238500" h="953">
                <a:moveTo>
                  <a:pt x="0" y="0"/>
                </a:moveTo>
                <a:lnTo>
                  <a:pt x="3238500" y="0"/>
                </a:lnTo>
              </a:path>
            </a:pathLst>
          </a:custGeom>
          <a:noFill/>
          <a:ln w="9525">
            <a:solidFill>
              <a:srgbClr val="111111"/>
            </a:solidFill>
            <a:prstDash val="solid"/>
          </a:ln>
        </p:spPr>
      </p:sp>
      <p:sp>
        <p:nvSpPr>
          <p:cNvPr id="1147" name="v10 node:b-permit">
            <a:extLst>
              <a:ext uri="{FF2B5EF4-FFF2-40B4-BE49-F238E27FC236}">
                <ns2:creationId id="{01789116-7579-4051-9B94-5E8AC869F624}"/>
              </a:ext>
            </a:extLst>
          </p:cNvPr>
          <p:cNvSpPr>
            <a:spLocks noGrp="1"/>
          </p:cNvSpPr>
          <p:nvPr/>
        </p:nvSpPr>
        <p:spPr>
          <a:xfrm>
            <a:off x="9715500" y="2933700"/>
            <a:ext cx="2857500" cy="523875"/>
          </a:xfrm>
          <a:prstGeom prst="roundRect">
            <a:avLst>
              <a:gd name="adj" fmla="val 1454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허가 및 의미 채택기</a:t>
            </a:r>
            <a:endParaRPr lang="ko-KR">
              <a:latin typeface="Calibri"/>
              <a:ea typeface="Calibri"/>
              <a:cs typeface="Calibri"/>
            </a:endParaRPr>
          </a:p>
        </p:txBody>
      </p:sp>
      <p:sp>
        <p:nvSpPr>
          <p:cNvPr id="1148" name="v10 node:b-cm">
            <a:extLst>
              <a:ext uri="{FF2B5EF4-FFF2-40B4-BE49-F238E27FC236}">
                <ns2:creationId id="{FFC8C672-1252-429C-ACD7-4F341FD8DF07}"/>
              </a:ext>
            </a:extLst>
          </p:cNvPr>
          <p:cNvSpPr>
            <a:spLocks noGrp="1"/>
          </p:cNvSpPr>
          <p:nvPr/>
        </p:nvSpPr>
        <p:spPr>
          <a:xfrm>
            <a:off x="13811250" y="2428875"/>
            <a:ext cx="4095750" cy="4762500"/>
          </a:xfrm>
          <a:prstGeom prst="rect">
            <a:avLst/>
          </a:prstGeom>
          <a:solidFill>
            <a:srgbClr val="FFF6DD"/>
          </a:solidFill>
          <a:ln w="16193">
            <a:solidFill>
              <a:srgbClr val="111111"/>
            </a:solidFill>
          </a:ln>
        </p:spPr>
        <p:txBody>
          <a:bodyPr wrap="none" lIns="47625" tIns="19050" rIns="47625" bIns="44196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149" name="v10 divider b-cm">
            <a:extLst>
              <a:ext uri="{FF2B5EF4-FFF2-40B4-BE49-F238E27FC236}">
                <ns2:creationId id="{F0183C08-7705-4A91-824E-6B8BF9BC06B6}"/>
              </a:ext>
            </a:extLst>
          </p:cNvPr>
          <p:cNvSpPr>
            <a:spLocks noGrp="1"/>
          </p:cNvSpPr>
          <p:nvPr/>
        </p:nvSpPr>
        <p:spPr>
          <a:xfrm>
            <a:off x="13811250" y="2790825"/>
            <a:ext cx="4095750" cy="953"/>
          </a:xfrm>
          <a:custGeom>
            <a:pathLst>
              <a:path w="4095750" h="953">
                <a:moveTo>
                  <a:pt x="0" y="0"/>
                </a:moveTo>
                <a:lnTo>
                  <a:pt x="4095750" y="0"/>
                </a:lnTo>
              </a:path>
            </a:pathLst>
          </a:custGeom>
          <a:noFill/>
          <a:ln w="9525">
            <a:solidFill>
              <a:srgbClr val="111111"/>
            </a:solidFill>
            <a:prstDash val="solid"/>
          </a:ln>
        </p:spPr>
      </p:sp>
      <p:sp>
        <p:nvSpPr>
          <p:cNvPr id="1150" name="v10 node:b-query">
            <a:extLst>
              <a:ext uri="{FF2B5EF4-FFF2-40B4-BE49-F238E27FC236}">
                <ns2:creationId id="{E86E40F1-3F4F-4CFD-A128-2E2A17E424AE}"/>
              </a:ext>
            </a:extLst>
          </p:cNvPr>
          <p:cNvSpPr>
            <a:spLocks noGrp="1"/>
          </p:cNvSpPr>
          <p:nvPr/>
        </p:nvSpPr>
        <p:spPr>
          <a:xfrm>
            <a:off x="14001750" y="2933700"/>
            <a:ext cx="1714500" cy="523875"/>
          </a:xfrm>
          <a:prstGeom prst="roundRect">
            <a:avLst>
              <a:gd name="adj" fmla="val 14545"/>
            </a:avLst>
          </a:prstGeom>
          <a:solidFill>
            <a:srgbClr val="FFFFFF"/>
          </a:solidFill>
          <a:ln w="16193">
            <a:solidFill>
              <a:srgbClr val="32824A"/>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조회기</a:t>
            </a:r>
            <a:endParaRPr lang="ko-KR">
              <a:latin typeface="Calibri"/>
              <a:ea typeface="Calibri"/>
              <a:cs typeface="Calibri"/>
            </a:endParaRPr>
          </a:p>
        </p:txBody>
      </p:sp>
      <p:sp>
        <p:nvSpPr>
          <p:cNvPr id="1151" name="v10 node:b-read">
            <a:extLst>
              <a:ext uri="{FF2B5EF4-FFF2-40B4-BE49-F238E27FC236}">
                <ns2:creationId id="{0E1CC344-1A2A-472B-89C0-1BD02A680789}"/>
              </a:ext>
            </a:extLst>
          </p:cNvPr>
          <p:cNvSpPr>
            <a:spLocks noGrp="1"/>
          </p:cNvSpPr>
          <p:nvPr/>
        </p:nvSpPr>
        <p:spPr>
          <a:xfrm>
            <a:off x="16002000" y="3905250"/>
            <a:ext cx="1714500" cy="523875"/>
          </a:xfrm>
          <a:prstGeom prst="roundRect">
            <a:avLst>
              <a:gd name="adj" fmla="val 14545"/>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원본 조회기</a:t>
            </a:r>
            <a:endParaRPr lang="ko-KR">
              <a:latin typeface="Calibri"/>
              <a:ea typeface="Calibri"/>
              <a:cs typeface="Calibri"/>
            </a:endParaRPr>
          </a:p>
        </p:txBody>
      </p:sp>
      <p:sp>
        <p:nvSpPr>
          <p:cNvPr id="1152" name="v10 node:b-source">
            <a:extLst>
              <a:ext uri="{FF2B5EF4-FFF2-40B4-BE49-F238E27FC236}">
                <ns2:creationId id="{88B55FE3-044F-4A32-9464-55F1BC9B7192}"/>
              </a:ext>
            </a:extLst>
          </p:cNvPr>
          <p:cNvSpPr>
            <a:spLocks noGrp="1"/>
          </p:cNvSpPr>
          <p:nvPr/>
        </p:nvSpPr>
        <p:spPr>
          <a:xfrm>
            <a:off x="9525000" y="4238625"/>
            <a:ext cx="3238500" cy="95250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같은 공통 원본과 확정 사실</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기존 소유자 권위 유지</a:t>
            </a:r>
            <a:endParaRPr lang="ko-KR">
              <a:latin typeface="Calibri"/>
              <a:ea typeface="Calibri"/>
              <a:cs typeface="Calibri"/>
            </a:endParaRPr>
          </a:p>
        </p:txBody>
      </p:sp>
      <p:sp>
        <p:nvSpPr>
          <p:cNvPr id="1153" name="v10 node:b-track">
            <a:extLst>
              <a:ext uri="{FF2B5EF4-FFF2-40B4-BE49-F238E27FC236}">
                <ns2:creationId id="{FA12B25A-0D18-486F-8894-3F0B8FFFD6C8}"/>
              </a:ext>
            </a:extLst>
          </p:cNvPr>
          <p:cNvSpPr>
            <a:spLocks noGrp="1"/>
          </p:cNvSpPr>
          <p:nvPr/>
        </p:nvSpPr>
        <p:spPr>
          <a:xfrm>
            <a:off x="14001750" y="5238750"/>
            <a:ext cx="1714500" cy="523875"/>
          </a:xfrm>
          <a:prstGeom prst="roundRect">
            <a:avLst>
              <a:gd name="adj" fmla="val 14545"/>
            </a:avLst>
          </a:prstGeom>
          <a:solidFill>
            <a:srgbClr val="FFFFFF"/>
          </a:solidFill>
          <a:ln w="16193">
            <a:solidFill>
              <a:srgbClr val="32824A"/>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변경 추적기</a:t>
            </a:r>
            <a:endParaRPr lang="ko-KR">
              <a:latin typeface="Calibri"/>
              <a:ea typeface="Calibri"/>
              <a:cs typeface="Calibri"/>
            </a:endParaRPr>
          </a:p>
        </p:txBody>
      </p:sp>
      <p:sp>
        <p:nvSpPr>
          <p:cNvPr id="1154" name="v10 node:b-produce">
            <a:extLst>
              <a:ext uri="{FF2B5EF4-FFF2-40B4-BE49-F238E27FC236}">
                <ns2:creationId id="{2B73C5FB-787C-4E90-A865-5EB9B626441D}"/>
              </a:ext>
            </a:extLst>
          </p:cNvPr>
          <p:cNvSpPr>
            <a:spLocks noGrp="1"/>
          </p:cNvSpPr>
          <p:nvPr/>
        </p:nvSpPr>
        <p:spPr>
          <a:xfrm>
            <a:off x="15906750" y="5238750"/>
            <a:ext cx="1809750" cy="523875"/>
          </a:xfrm>
          <a:prstGeom prst="roundRect">
            <a:avLst>
              <a:gd name="adj" fmla="val 14545"/>
            </a:avLst>
          </a:prstGeom>
          <a:solidFill>
            <a:srgbClr val="FFFFFF"/>
          </a:solidFill>
          <a:ln w="16193">
            <a:solidFill>
              <a:srgbClr val="32824A"/>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생산 및 게시기</a:t>
            </a:r>
            <a:endParaRPr lang="ko-KR">
              <a:latin typeface="Calibri"/>
              <a:ea typeface="Calibri"/>
              <a:cs typeface="Calibri"/>
            </a:endParaRPr>
          </a:p>
        </p:txBody>
      </p:sp>
      <p:sp>
        <p:nvSpPr>
          <p:cNvPr id="1155" name="v10 node:b-meta">
            <a:extLst>
              <a:ext uri="{FF2B5EF4-FFF2-40B4-BE49-F238E27FC236}">
                <ns2:creationId id="{BB58A4AB-281B-49D0-A148-9FA81A72EDD4}"/>
              </a:ext>
            </a:extLst>
          </p:cNvPr>
          <p:cNvSpPr>
            <a:spLocks noGrp="1"/>
          </p:cNvSpPr>
          <p:nvPr/>
        </p:nvSpPr>
        <p:spPr>
          <a:xfrm>
            <a:off x="14001750" y="6191250"/>
            <a:ext cx="1714500" cy="74295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의존 판본과 처리 진척</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미확인 / 무효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(영속)</a:t>
            </a:r>
            <a:endParaRPr lang="ko-KR">
              <a:latin typeface="Calibri"/>
              <a:ea typeface="Calibri"/>
              <a:cs typeface="Calibri"/>
            </a:endParaRPr>
          </a:p>
        </p:txBody>
      </p:sp>
      <p:sp>
        <p:nvSpPr>
          <p:cNvPr id="1156" name="v10 node:b-relations">
            <a:extLst>
              <a:ext uri="{FF2B5EF4-FFF2-40B4-BE49-F238E27FC236}">
                <ns2:creationId id="{706F2D09-21DF-47E8-BEEC-E62CDE06EC4C}"/>
              </a:ext>
            </a:extLst>
          </p:cNvPr>
          <p:cNvSpPr>
            <a:spLocks noGrp="1"/>
          </p:cNvSpPr>
          <p:nvPr/>
        </p:nvSpPr>
        <p:spPr>
          <a:xfrm>
            <a:off x="15906750" y="6191250"/>
            <a:ext cx="1809750" cy="74295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파생 관계와 근거</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대상 / 측면 / 상황</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(영속)</a:t>
            </a:r>
            <a:endParaRPr lang="ko-KR">
              <a:latin typeface="Calibri"/>
              <a:ea typeface="Calibri"/>
              <a:cs typeface="Calibri"/>
            </a:endParaRPr>
          </a:p>
        </p:txBody>
      </p:sp>
      <p:sp>
        <p:nvSpPr>
          <p:cNvPr id="1157" name="v10 node:b-ri">
            <a:extLst>
              <a:ext uri="{FF2B5EF4-FFF2-40B4-BE49-F238E27FC236}">
                <ns2:creationId id="{84503034-4BA7-4CD4-B9AA-AFCBDAFB56ED}"/>
              </a:ext>
            </a:extLst>
          </p:cNvPr>
          <p:cNvSpPr>
            <a:spLocks noGrp="1"/>
          </p:cNvSpPr>
          <p:nvPr/>
        </p:nvSpPr>
        <p:spPr>
          <a:xfrm>
            <a:off x="9525000" y="6572250"/>
            <a:ext cx="3238500" cy="1524000"/>
          </a:xfrm>
          <a:prstGeom prst="rect">
            <a:avLst/>
          </a:prstGeom>
          <a:solidFill>
            <a:srgbClr val="FFF6DD"/>
          </a:solidFill>
          <a:ln w="16193">
            <a:solidFill>
              <a:srgbClr val="111111"/>
            </a:solidFill>
          </a:ln>
        </p:spPr>
        <p:txBody>
          <a:bodyPr wrap="none" lIns="47625" tIns="19050" rIns="47625" bIns="1181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58" name="v10 divider b-ri">
            <a:extLst>
              <a:ext uri="{FF2B5EF4-FFF2-40B4-BE49-F238E27FC236}">
                <ns2:creationId id="{8A768611-530F-4206-AC58-DEFD9B968A64}"/>
              </a:ext>
            </a:extLst>
          </p:cNvPr>
          <p:cNvSpPr>
            <a:spLocks noGrp="1"/>
          </p:cNvSpPr>
          <p:nvPr/>
        </p:nvSpPr>
        <p:spPr>
          <a:xfrm>
            <a:off x="9525000" y="6934200"/>
            <a:ext cx="3238500" cy="953"/>
          </a:xfrm>
          <a:custGeom>
            <a:pathLst>
              <a:path w="3238500" h="953">
                <a:moveTo>
                  <a:pt x="0" y="0"/>
                </a:moveTo>
                <a:lnTo>
                  <a:pt x="3238500" y="0"/>
                </a:lnTo>
              </a:path>
            </a:pathLst>
          </a:custGeom>
          <a:noFill/>
          <a:ln w="9525">
            <a:solidFill>
              <a:srgbClr val="111111"/>
            </a:solidFill>
            <a:prstDash val="solid"/>
          </a:ln>
        </p:spPr>
      </p:sp>
      <p:sp>
        <p:nvSpPr>
          <p:cNvPr id="1159" name="v10 node:b-interpret">
            <a:extLst>
              <a:ext uri="{FF2B5EF4-FFF2-40B4-BE49-F238E27FC236}">
                <ns2:creationId id="{1D8866F8-457D-45EB-8689-16472406CF2C}"/>
              </a:ext>
            </a:extLst>
          </p:cNvPr>
          <p:cNvSpPr>
            <a:spLocks noGrp="1"/>
          </p:cNvSpPr>
          <p:nvPr/>
        </p:nvSpPr>
        <p:spPr>
          <a:xfrm>
            <a:off x="9715500" y="7058025"/>
            <a:ext cx="1905000" cy="628650"/>
          </a:xfrm>
          <a:prstGeom prst="roundRect">
            <a:avLst>
              <a:gd name="adj" fmla="val 12121"/>
            </a:avLst>
          </a:prstGeom>
          <a:solidFill>
            <a:srgbClr val="FFFFFF"/>
          </a:solidFill>
          <a:ln w="16193">
            <a:solidFill>
              <a:srgbClr val="32824A"/>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적용 및</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원본 보완 해석기</a:t>
            </a:r>
            <a:endParaRPr lang="ko-KR">
              <a:latin typeface="Calibri"/>
              <a:ea typeface="Calibri"/>
              <a:cs typeface="Calibri"/>
            </a:endParaRPr>
          </a:p>
        </p:txBody>
      </p:sp>
      <p:sp>
        <p:nvSpPr>
          <p:cNvPr id="1160" name="v10 node:b-state">
            <a:extLst>
              <a:ext uri="{FF2B5EF4-FFF2-40B4-BE49-F238E27FC236}">
                <ns2:creationId id="{964CC2C3-F5CF-41F3-8735-7ABCD4CA9922}"/>
              </a:ext>
            </a:extLst>
          </p:cNvPr>
          <p:cNvSpPr>
            <a:spLocks noGrp="1"/>
          </p:cNvSpPr>
          <p:nvPr/>
        </p:nvSpPr>
        <p:spPr>
          <a:xfrm>
            <a:off x="11811000" y="7048500"/>
            <a:ext cx="762000" cy="8382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(요청 RAM)</a:t>
            </a:r>
            <a:endParaRPr lang="ko-KR">
              <a:latin typeface="Calibri"/>
              <a:ea typeface="Calibri"/>
              <a:cs typeface="Calibri"/>
            </a:endParaRPr>
          </a:p>
        </p:txBody>
      </p:sp>
      <p:sp>
        <p:nvSpPr>
          <p:cNvPr id="1161" name="v10 edge:b-permitted-query">
            <a:extLst>
              <a:ext uri="{FF2B5EF4-FFF2-40B4-BE49-F238E27FC236}">
                <ns2:creationId id="{5CC0154F-5565-4CCF-B15F-32BDF3011E56}"/>
              </a:ext>
            </a:extLst>
          </p:cNvPr>
          <p:cNvSpPr>
            <a:spLocks noGrp="1"/>
          </p:cNvSpPr>
          <p:nvPr/>
        </p:nvSpPr>
        <p:spPr>
          <a:xfrm>
            <a:off x="12573000" y="3095625"/>
            <a:ext cx="1428750" cy="953"/>
          </a:xfrm>
          <a:custGeom>
            <a:pathLst>
              <a:path w="1428750" h="953">
                <a:moveTo>
                  <a:pt x="0" y="0"/>
                </a:moveTo>
                <a:lnTo>
                  <a:pt x="1428750" y="0"/>
                </a:lnTo>
              </a:path>
            </a:pathLst>
          </a:custGeom>
          <a:noFill/>
          <a:ln w="17145">
            <a:solidFill>
              <a:srgbClr val="111111"/>
            </a:solidFill>
            <a:prstDash val="solid"/>
          </a:ln>
        </p:spPr>
      </p:sp>
      <p:sp>
        <p:nvSpPr>
          <p:cNvPr id="1162" name="v10 arrow:b-permitted-query">
            <a:extLst>
              <a:ext uri="{FF2B5EF4-FFF2-40B4-BE49-F238E27FC236}">
                <ns2:creationId id="{638CFD3D-49B8-468D-A0C0-AC66F5EFEBEB}"/>
              </a:ext>
            </a:extLst>
          </p:cNvPr>
          <p:cNvSpPr>
            <a:spLocks noGrp="1"/>
          </p:cNvSpPr>
          <p:nvPr/>
        </p:nvSpPr>
        <p:spPr>
          <a:xfrm>
            <a:off x="13916025" y="30575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63" name="v10 label 1 관계 / 원본&#10;조회 허가">
            <a:extLst>
              <a:ext uri="{FF2B5EF4-FFF2-40B4-BE49-F238E27FC236}">
                <ns2:creationId id="{85E7F9BE-7166-47AF-988E-62169A098D43}"/>
              </a:ext>
            </a:extLst>
          </p:cNvPr>
          <p:cNvSpPr>
            <a:spLocks noGrp="1"/>
          </p:cNvSpPr>
          <p:nvPr/>
        </p:nvSpPr>
        <p:spPr>
          <a:xfrm>
            <a:off x="12734925" y="2543175"/>
            <a:ext cx="1104900" cy="47625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1 관계 / 원본</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조회 허가</a:t>
            </a:r>
            <a:endParaRPr lang="ko-KR">
              <a:latin typeface="Calibri"/>
              <a:ea typeface="Calibri"/>
              <a:cs typeface="Calibri"/>
            </a:endParaRPr>
          </a:p>
        </p:txBody>
      </p:sp>
      <p:sp>
        <p:nvSpPr>
          <p:cNvPr id="1164" name="v10 edge:b-query-result">
            <a:extLst>
              <a:ext uri="{FF2B5EF4-FFF2-40B4-BE49-F238E27FC236}">
                <ns2:creationId id="{DD897544-7C9D-446B-B660-68FD217EBB8F}"/>
              </a:ext>
            </a:extLst>
          </p:cNvPr>
          <p:cNvSpPr>
            <a:spLocks noGrp="1"/>
          </p:cNvSpPr>
          <p:nvPr/>
        </p:nvSpPr>
        <p:spPr>
          <a:xfrm>
            <a:off x="12287250" y="3324225"/>
            <a:ext cx="1714500" cy="571500"/>
          </a:xfrm>
          <a:custGeom>
            <a:pathLst>
              <a:path w="1714500" h="571500">
                <a:moveTo>
                  <a:pt x="1714500" y="0"/>
                </a:moveTo>
                <a:lnTo>
                  <a:pt x="904875" y="0"/>
                </a:lnTo>
                <a:lnTo>
                  <a:pt x="904875" y="571500"/>
                </a:lnTo>
                <a:lnTo>
                  <a:pt x="0" y="571500"/>
                </a:lnTo>
                <a:lnTo>
                  <a:pt x="0" y="133350"/>
                </a:lnTo>
              </a:path>
            </a:pathLst>
          </a:custGeom>
          <a:noFill/>
          <a:ln w="17145">
            <a:solidFill>
              <a:srgbClr val="111111"/>
            </a:solidFill>
            <a:prstDash val="dash"/>
          </a:ln>
        </p:spPr>
      </p:sp>
      <p:sp>
        <p:nvSpPr>
          <p:cNvPr id="1165" name="v10 arrow:b-query-result">
            <a:extLst>
              <a:ext uri="{FF2B5EF4-FFF2-40B4-BE49-F238E27FC236}">
                <ns2:creationId id="{71E335FB-4AAF-44CC-9760-0DF99FE3D981}"/>
              </a:ext>
            </a:extLst>
          </p:cNvPr>
          <p:cNvSpPr>
            <a:spLocks noGrp="1"/>
          </p:cNvSpPr>
          <p:nvPr/>
        </p:nvSpPr>
        <p:spPr>
          <a:xfrm>
            <a:off x="12249150" y="34575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66" name="v10 label 3 관계 / 원본 / 더 넓은 범위 필요">
            <a:extLst>
              <a:ext uri="{FF2B5EF4-FFF2-40B4-BE49-F238E27FC236}">
                <ns2:creationId id="{EF171CA0-3B9E-4CD2-A06B-F9CDA554CB00}"/>
              </a:ext>
            </a:extLst>
          </p:cNvPr>
          <p:cNvSpPr>
            <a:spLocks noGrp="1"/>
          </p:cNvSpPr>
          <p:nvPr/>
        </p:nvSpPr>
        <p:spPr>
          <a:xfrm>
            <a:off x="12858750" y="3524250"/>
            <a:ext cx="2981325" cy="2476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3 관계 / 원본 / 더 넓은 범위 필요</a:t>
            </a:r>
            <a:endParaRPr lang="ko-KR">
              <a:latin typeface="Calibri"/>
              <a:ea typeface="Calibri"/>
              <a:cs typeface="Calibri"/>
            </a:endParaRPr>
          </a:p>
        </p:txBody>
      </p:sp>
      <p:sp>
        <p:nvSpPr>
          <p:cNvPr id="1167" name="v10 edge:b-source-fallback">
            <a:extLst>
              <a:ext uri="{FF2B5EF4-FFF2-40B4-BE49-F238E27FC236}">
                <ns2:creationId id="{EC662AE5-9B0A-4563-9F64-1A25F3FE6991}"/>
              </a:ext>
            </a:extLst>
          </p:cNvPr>
          <p:cNvSpPr>
            <a:spLocks noGrp="1"/>
          </p:cNvSpPr>
          <p:nvPr/>
        </p:nvSpPr>
        <p:spPr>
          <a:xfrm>
            <a:off x="15716250" y="3238500"/>
            <a:ext cx="285750" cy="847725"/>
          </a:xfrm>
          <a:custGeom>
            <a:pathLst>
              <a:path w="285750" h="847725">
                <a:moveTo>
                  <a:pt x="0" y="0"/>
                </a:moveTo>
                <a:lnTo>
                  <a:pt x="142875" y="0"/>
                </a:lnTo>
                <a:lnTo>
                  <a:pt x="142875" y="847725"/>
                </a:lnTo>
                <a:lnTo>
                  <a:pt x="285750" y="847725"/>
                </a:lnTo>
              </a:path>
            </a:pathLst>
          </a:custGeom>
          <a:noFill/>
          <a:ln w="17145">
            <a:solidFill>
              <a:srgbClr val="32824A"/>
            </a:solidFill>
            <a:prstDash val="solid"/>
          </a:ln>
        </p:spPr>
      </p:sp>
      <p:sp>
        <p:nvSpPr>
          <p:cNvPr id="1168" name="v10 arrow:b-source-fallback">
            <a:extLst>
              <a:ext uri="{FF2B5EF4-FFF2-40B4-BE49-F238E27FC236}">
                <ns2:creationId id="{13F6F91A-4FFC-4061-9EA9-C85419D270CD}"/>
              </a:ext>
            </a:extLst>
          </p:cNvPr>
          <p:cNvSpPr>
            <a:spLocks noGrp="1"/>
          </p:cNvSpPr>
          <p:nvPr/>
        </p:nvSpPr>
        <p:spPr>
          <a:xfrm>
            <a:off x="15916275" y="404812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169" name="v10 label 2 미생산 / 무효 / 부족&#10;허가 범위 원본 보완">
            <a:extLst>
              <a:ext uri="{FF2B5EF4-FFF2-40B4-BE49-F238E27FC236}">
                <ns2:creationId id="{22DF7AF4-FF42-4AF8-A279-DA8F1A7C71B8}"/>
              </a:ext>
            </a:extLst>
          </p:cNvPr>
          <p:cNvSpPr>
            <a:spLocks noGrp="1"/>
          </p:cNvSpPr>
          <p:nvPr/>
        </p:nvSpPr>
        <p:spPr>
          <a:xfrm>
            <a:off x="15887700" y="3476625"/>
            <a:ext cx="2000250" cy="4000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2 미생산 / 무효 / 부족</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허가 범위 원본 보완</a:t>
            </a:r>
            <a:endParaRPr lang="ko-KR">
              <a:latin typeface="Calibri"/>
              <a:ea typeface="Calibri"/>
              <a:cs typeface="Calibri"/>
            </a:endParaRPr>
          </a:p>
        </p:txBody>
      </p:sp>
      <p:sp>
        <p:nvSpPr>
          <p:cNvPr id="1170" name="v10 edge:b-source-back">
            <a:extLst>
              <a:ext uri="{FF2B5EF4-FFF2-40B4-BE49-F238E27FC236}">
                <ns2:creationId id="{F0936680-83AE-42AA-8FF1-5FC431FD0FDC}"/>
              </a:ext>
            </a:extLst>
          </p:cNvPr>
          <p:cNvSpPr>
            <a:spLocks noGrp="1"/>
          </p:cNvSpPr>
          <p:nvPr/>
        </p:nvSpPr>
        <p:spPr>
          <a:xfrm>
            <a:off x="15716250" y="3400425"/>
            <a:ext cx="285750" cy="904875"/>
          </a:xfrm>
          <a:custGeom>
            <a:pathLst>
              <a:path w="285750" h="904875">
                <a:moveTo>
                  <a:pt x="285750" y="904875"/>
                </a:moveTo>
                <a:lnTo>
                  <a:pt x="95250" y="904875"/>
                </a:lnTo>
                <a:lnTo>
                  <a:pt x="95250" y="0"/>
                </a:lnTo>
                <a:lnTo>
                  <a:pt x="0" y="0"/>
                </a:lnTo>
              </a:path>
            </a:pathLst>
          </a:custGeom>
          <a:noFill/>
          <a:ln w="17145">
            <a:solidFill>
              <a:srgbClr val="32824A"/>
            </a:solidFill>
            <a:prstDash val="dash"/>
          </a:ln>
        </p:spPr>
      </p:sp>
      <p:sp>
        <p:nvSpPr>
          <p:cNvPr id="1171" name="v10 arrow:b-source-back">
            <a:extLst>
              <a:ext uri="{FF2B5EF4-FFF2-40B4-BE49-F238E27FC236}">
                <ns2:creationId id="{7CDC4D95-CF62-4179-A04E-EEB8A469F1EE}"/>
              </a:ext>
            </a:extLst>
          </p:cNvPr>
          <p:cNvSpPr>
            <a:spLocks noGrp="1"/>
          </p:cNvSpPr>
          <p:nvPr/>
        </p:nvSpPr>
        <p:spPr>
          <a:xfrm>
            <a:off x="15716250" y="336232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172" name="v10 label 원본 / 조회 불가">
            <a:extLst>
              <a:ext uri="{FF2B5EF4-FFF2-40B4-BE49-F238E27FC236}">
                <ns2:creationId id="{100CDCD4-DE0F-4336-AC29-38CDF5551D9F}"/>
              </a:ext>
            </a:extLst>
          </p:cNvPr>
          <p:cNvSpPr>
            <a:spLocks noGrp="1"/>
          </p:cNvSpPr>
          <p:nvPr/>
        </p:nvSpPr>
        <p:spPr>
          <a:xfrm>
            <a:off x="16097250" y="4486275"/>
            <a:ext cx="1714500" cy="238125"/>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 조회 불가</a:t>
            </a:r>
            <a:endParaRPr lang="ko-KR">
              <a:latin typeface="Calibri"/>
              <a:ea typeface="Calibri"/>
              <a:cs typeface="Calibri"/>
            </a:endParaRPr>
          </a:p>
        </p:txBody>
      </p:sp>
      <p:sp>
        <p:nvSpPr>
          <p:cNvPr id="1173" name="v10 edge:b-read-source">
            <a:extLst>
              <a:ext uri="{FF2B5EF4-FFF2-40B4-BE49-F238E27FC236}">
                <ns2:creationId id="{760417C9-BEDC-4830-8262-AE2EFC6D0465}"/>
              </a:ext>
            </a:extLst>
          </p:cNvPr>
          <p:cNvSpPr>
            <a:spLocks noGrp="1"/>
          </p:cNvSpPr>
          <p:nvPr/>
        </p:nvSpPr>
        <p:spPr>
          <a:xfrm>
            <a:off x="12763500" y="4048125"/>
            <a:ext cx="3238500" cy="504825"/>
          </a:xfrm>
          <a:custGeom>
            <a:pathLst>
              <a:path w="3238500" h="504825">
                <a:moveTo>
                  <a:pt x="3238500" y="0"/>
                </a:moveTo>
                <a:lnTo>
                  <a:pt x="876300" y="0"/>
                </a:lnTo>
                <a:lnTo>
                  <a:pt x="876300" y="504825"/>
                </a:lnTo>
                <a:lnTo>
                  <a:pt x="0" y="504825"/>
                </a:lnTo>
              </a:path>
            </a:pathLst>
          </a:custGeom>
          <a:noFill/>
          <a:ln w="17145">
            <a:solidFill>
              <a:srgbClr val="111111"/>
            </a:solidFill>
            <a:prstDash val="solid"/>
          </a:ln>
        </p:spPr>
      </p:sp>
      <p:sp>
        <p:nvSpPr>
          <p:cNvPr id="1174" name="v10 arrow:b-read-source">
            <a:extLst>
              <a:ext uri="{FF2B5EF4-FFF2-40B4-BE49-F238E27FC236}">
                <ns2:creationId id="{74A90DC0-3076-47CB-9C74-D08CC5415C9C}"/>
              </a:ext>
            </a:extLst>
          </p:cNvPr>
          <p:cNvSpPr>
            <a:spLocks noGrp="1"/>
          </p:cNvSpPr>
          <p:nvPr/>
        </p:nvSpPr>
        <p:spPr>
          <a:xfrm>
            <a:off x="12763500" y="451485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75" name="v10 label 읽기">
            <a:extLst>
              <a:ext uri="{FF2B5EF4-FFF2-40B4-BE49-F238E27FC236}">
                <ns2:creationId id="{0C43B039-7EC5-4118-8721-56556F6DAA56}"/>
              </a:ext>
            </a:extLst>
          </p:cNvPr>
          <p:cNvSpPr>
            <a:spLocks noGrp="1"/>
          </p:cNvSpPr>
          <p:nvPr/>
        </p:nvSpPr>
        <p:spPr>
          <a:xfrm>
            <a:off x="12839700" y="4267200"/>
            <a:ext cx="666750" cy="2286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읽기</a:t>
            </a:r>
            <a:endParaRPr lang="ko-KR">
              <a:latin typeface="Calibri"/>
              <a:ea typeface="Calibri"/>
              <a:cs typeface="Calibri"/>
            </a:endParaRPr>
          </a:p>
        </p:txBody>
      </p:sp>
      <p:sp>
        <p:nvSpPr>
          <p:cNvPr id="1176" name="v10 edge:b-source-result">
            <a:extLst>
              <a:ext uri="{FF2B5EF4-FFF2-40B4-BE49-F238E27FC236}">
                <ns2:creationId id="{FC186D04-FEFE-4423-8B65-735222B577A8}"/>
              </a:ext>
            </a:extLst>
          </p:cNvPr>
          <p:cNvSpPr>
            <a:spLocks noGrp="1"/>
          </p:cNvSpPr>
          <p:nvPr/>
        </p:nvSpPr>
        <p:spPr>
          <a:xfrm>
            <a:off x="12763500" y="4324350"/>
            <a:ext cx="3238500" cy="609600"/>
          </a:xfrm>
          <a:custGeom>
            <a:pathLst>
              <a:path w="3238500" h="609600">
                <a:moveTo>
                  <a:pt x="0" y="609600"/>
                </a:moveTo>
                <a:lnTo>
                  <a:pt x="695325" y="609600"/>
                </a:lnTo>
                <a:lnTo>
                  <a:pt x="695325" y="0"/>
                </a:lnTo>
                <a:lnTo>
                  <a:pt x="3238500" y="0"/>
                </a:lnTo>
              </a:path>
            </a:pathLst>
          </a:custGeom>
          <a:noFill/>
          <a:ln w="17145">
            <a:solidFill>
              <a:srgbClr val="111111"/>
            </a:solidFill>
            <a:prstDash val="dash"/>
          </a:ln>
        </p:spPr>
      </p:sp>
      <p:sp>
        <p:nvSpPr>
          <p:cNvPr id="1177" name="v10 arrow:b-source-result">
            <a:extLst>
              <a:ext uri="{FF2B5EF4-FFF2-40B4-BE49-F238E27FC236}">
                <ns2:creationId id="{6101B98B-C9B7-427D-8384-9A43C4D2BDDD}"/>
              </a:ext>
            </a:extLst>
          </p:cNvPr>
          <p:cNvSpPr>
            <a:spLocks noGrp="1"/>
          </p:cNvSpPr>
          <p:nvPr/>
        </p:nvSpPr>
        <p:spPr>
          <a:xfrm>
            <a:off x="15916275" y="42862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78" name="v10 label 원본과 판본">
            <a:extLst>
              <a:ext uri="{FF2B5EF4-FFF2-40B4-BE49-F238E27FC236}">
                <ns2:creationId id="{D5426AB8-FB73-473A-A684-CEE1EE7FBB4C}"/>
              </a:ext>
            </a:extLst>
          </p:cNvPr>
          <p:cNvSpPr>
            <a:spLocks noGrp="1"/>
          </p:cNvSpPr>
          <p:nvPr/>
        </p:nvSpPr>
        <p:spPr>
          <a:xfrm>
            <a:off x="12763500" y="4953000"/>
            <a:ext cx="1047750" cy="2286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원본과 판본</a:t>
            </a:r>
            <a:endParaRPr lang="ko-KR">
              <a:latin typeface="Calibri"/>
              <a:ea typeface="Calibri"/>
              <a:cs typeface="Calibri"/>
            </a:endParaRPr>
          </a:p>
        </p:txBody>
      </p:sp>
      <p:sp>
        <p:nvSpPr>
          <p:cNvPr id="1179" name="v10 edge:b-interpret-resume">
            <a:extLst>
              <a:ext uri="{FF2B5EF4-FFF2-40B4-BE49-F238E27FC236}">
                <ns2:creationId id="{CBE4712B-2D17-4806-98A4-0987E493C131}"/>
              </a:ext>
            </a:extLst>
          </p:cNvPr>
          <p:cNvSpPr>
            <a:spLocks noGrp="1"/>
          </p:cNvSpPr>
          <p:nvPr/>
        </p:nvSpPr>
        <p:spPr>
          <a:xfrm>
            <a:off x="9334500" y="3333750"/>
            <a:ext cx="381000" cy="4019550"/>
          </a:xfrm>
          <a:custGeom>
            <a:pathLst>
              <a:path w="381000" h="4019550">
                <a:moveTo>
                  <a:pt x="381000" y="0"/>
                </a:moveTo>
                <a:lnTo>
                  <a:pt x="0" y="0"/>
                </a:lnTo>
                <a:lnTo>
                  <a:pt x="0" y="4019550"/>
                </a:lnTo>
                <a:lnTo>
                  <a:pt x="381000" y="4019550"/>
                </a:lnTo>
              </a:path>
            </a:pathLst>
          </a:custGeom>
          <a:noFill/>
          <a:ln w="17145">
            <a:solidFill>
              <a:srgbClr val="111111"/>
            </a:solidFill>
            <a:prstDash val="solid"/>
          </a:ln>
        </p:spPr>
      </p:sp>
      <p:sp>
        <p:nvSpPr>
          <p:cNvPr id="1180" name="v10 arrow:b-interpret-resume">
            <a:extLst>
              <a:ext uri="{FF2B5EF4-FFF2-40B4-BE49-F238E27FC236}">
                <ns2:creationId id="{F7C1A4D7-87BA-4B20-AF09-B4155F77266F}"/>
              </a:ext>
            </a:extLst>
          </p:cNvPr>
          <p:cNvSpPr>
            <a:spLocks noGrp="1"/>
          </p:cNvSpPr>
          <p:nvPr/>
        </p:nvSpPr>
        <p:spPr>
          <a:xfrm>
            <a:off x="9629775" y="73152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81" name="v10 label 4 근거 전달 / 보완 후 재개">
            <a:extLst>
              <a:ext uri="{FF2B5EF4-FFF2-40B4-BE49-F238E27FC236}">
                <ns2:creationId id="{3AF45EB9-6043-4629-B4D4-226117C689A2}"/>
              </a:ext>
            </a:extLst>
          </p:cNvPr>
          <p:cNvSpPr>
            <a:spLocks noGrp="1"/>
          </p:cNvSpPr>
          <p:nvPr/>
        </p:nvSpPr>
        <p:spPr>
          <a:xfrm>
            <a:off x="9525000" y="5972175"/>
            <a:ext cx="3143250" cy="2762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근거 전달 / 보완 후 재개</a:t>
            </a:r>
            <a:endParaRPr lang="ko-KR">
              <a:latin typeface="Calibri"/>
              <a:ea typeface="Calibri"/>
              <a:cs typeface="Calibri"/>
            </a:endParaRPr>
          </a:p>
        </p:txBody>
      </p:sp>
      <p:sp>
        <p:nvSpPr>
          <p:cNvPr id="1182" name="v10 edge:b-proposal-or-read">
            <a:extLst>
              <a:ext uri="{FF2B5EF4-FFF2-40B4-BE49-F238E27FC236}">
                <ns2:creationId id="{3B7FCCAC-11D4-4ABF-895D-67F42B27B009}"/>
              </a:ext>
            </a:extLst>
          </p:cNvPr>
          <p:cNvSpPr>
            <a:spLocks noGrp="1"/>
          </p:cNvSpPr>
          <p:nvPr/>
        </p:nvSpPr>
        <p:spPr>
          <a:xfrm>
            <a:off x="11144250" y="3276600"/>
            <a:ext cx="1809750" cy="4772025"/>
          </a:xfrm>
          <a:custGeom>
            <a:pathLst>
              <a:path w="1809750" h="4772025">
                <a:moveTo>
                  <a:pt x="0" y="4410075"/>
                </a:moveTo>
                <a:lnTo>
                  <a:pt x="0" y="4772025"/>
                </a:lnTo>
                <a:lnTo>
                  <a:pt x="1809750" y="4772025"/>
                </a:lnTo>
                <a:lnTo>
                  <a:pt x="1809750" y="0"/>
                </a:lnTo>
                <a:lnTo>
                  <a:pt x="1428750" y="0"/>
                </a:lnTo>
              </a:path>
            </a:pathLst>
          </a:custGeom>
          <a:noFill/>
          <a:ln w="17145">
            <a:solidFill>
              <a:srgbClr val="111111"/>
            </a:solidFill>
            <a:prstDash val="dash"/>
          </a:ln>
        </p:spPr>
      </p:sp>
      <p:sp>
        <p:nvSpPr>
          <p:cNvPr id="1183" name="v10 arrow:b-proposal-or-read">
            <a:extLst>
              <a:ext uri="{FF2B5EF4-FFF2-40B4-BE49-F238E27FC236}">
                <ns2:creationId id="{349A84A3-D6C1-4F3E-B2BE-E642402234A1}"/>
              </a:ext>
            </a:extLst>
          </p:cNvPr>
          <p:cNvSpPr>
            <a:spLocks noGrp="1"/>
          </p:cNvSpPr>
          <p:nvPr/>
        </p:nvSpPr>
        <p:spPr>
          <a:xfrm>
            <a:off x="12573000" y="32385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84" name="v10 label 5 의미 제안 / 추가 읽기">
            <a:extLst>
              <a:ext uri="{FF2B5EF4-FFF2-40B4-BE49-F238E27FC236}">
                <ns2:creationId id="{C341A790-A0E3-43F8-BC65-122E956C83CC}"/>
              </a:ext>
            </a:extLst>
          </p:cNvPr>
          <p:cNvSpPr>
            <a:spLocks noGrp="1"/>
          </p:cNvSpPr>
          <p:nvPr/>
        </p:nvSpPr>
        <p:spPr>
          <a:xfrm>
            <a:off x="13096875" y="7429500"/>
            <a:ext cx="4095750" cy="26670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5 의미 제안 / 추가 읽기</a:t>
            </a:r>
            <a:endParaRPr lang="ko-KR">
              <a:latin typeface="Calibri"/>
              <a:ea typeface="Calibri"/>
              <a:cs typeface="Calibri"/>
            </a:endParaRPr>
          </a:p>
        </p:txBody>
      </p:sp>
      <p:sp>
        <p:nvSpPr>
          <p:cNvPr id="1185" name="v10 edge:b-interpret-state">
            <a:extLst>
              <a:ext uri="{FF2B5EF4-FFF2-40B4-BE49-F238E27FC236}">
                <ns2:creationId id="{35CF7360-BCFA-49FF-A3AC-E8F892B441E3}"/>
              </a:ext>
            </a:extLst>
          </p:cNvPr>
          <p:cNvSpPr>
            <a:spLocks noGrp="1"/>
          </p:cNvSpPr>
          <p:nvPr/>
        </p:nvSpPr>
        <p:spPr>
          <a:xfrm>
            <a:off x="11620500" y="7562850"/>
            <a:ext cx="190500" cy="953"/>
          </a:xfrm>
          <a:custGeom>
            <a:pathLst>
              <a:path w="190500" h="953">
                <a:moveTo>
                  <a:pt x="0" y="0"/>
                </a:moveTo>
                <a:lnTo>
                  <a:pt x="190500" y="0"/>
                </a:lnTo>
              </a:path>
            </a:pathLst>
          </a:custGeom>
          <a:noFill/>
          <a:ln w="17145">
            <a:solidFill>
              <a:srgbClr val="111111"/>
            </a:solidFill>
            <a:prstDash val="solid"/>
          </a:ln>
        </p:spPr>
      </p:sp>
      <p:sp>
        <p:nvSpPr>
          <p:cNvPr id="1186" name="v10 arrow:b-interpret-state">
            <a:extLst>
              <a:ext uri="{FF2B5EF4-FFF2-40B4-BE49-F238E27FC236}">
                <ns2:creationId id="{7082A2EC-48E7-4A81-AF44-46598A146F04}"/>
              </a:ext>
            </a:extLst>
          </p:cNvPr>
          <p:cNvSpPr>
            <a:spLocks noGrp="1"/>
          </p:cNvSpPr>
          <p:nvPr/>
        </p:nvSpPr>
        <p:spPr>
          <a:xfrm>
            <a:off x="11725275" y="75247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87" name="v10 edge:b-source-event">
            <a:extLst>
              <a:ext uri="{FF2B5EF4-FFF2-40B4-BE49-F238E27FC236}">
                <ns2:creationId id="{3B7B2D36-0CDA-4DB9-95C4-2AE84D6521C6}"/>
              </a:ext>
            </a:extLst>
          </p:cNvPr>
          <p:cNvSpPr>
            <a:spLocks noGrp="1"/>
          </p:cNvSpPr>
          <p:nvPr/>
        </p:nvSpPr>
        <p:spPr>
          <a:xfrm>
            <a:off x="12763500" y="5095875"/>
            <a:ext cx="1238250" cy="400050"/>
          </a:xfrm>
          <a:custGeom>
            <a:pathLst>
              <a:path w="1238250" h="400050">
                <a:moveTo>
                  <a:pt x="0" y="0"/>
                </a:moveTo>
                <a:lnTo>
                  <a:pt x="333375" y="0"/>
                </a:lnTo>
                <a:lnTo>
                  <a:pt x="333375" y="400050"/>
                </a:lnTo>
                <a:lnTo>
                  <a:pt x="1238250" y="400050"/>
                </a:lnTo>
              </a:path>
            </a:pathLst>
          </a:custGeom>
          <a:noFill/>
          <a:ln w="17145">
            <a:solidFill>
              <a:srgbClr val="32824A"/>
            </a:solidFill>
            <a:prstDash val="solid"/>
          </a:ln>
        </p:spPr>
      </p:sp>
      <p:sp>
        <p:nvSpPr>
          <p:cNvPr id="1188" name="v10 arrow:b-source-event">
            <a:extLst>
              <a:ext uri="{FF2B5EF4-FFF2-40B4-BE49-F238E27FC236}">
                <ns2:creationId id="{E0351441-723B-46B2-ADD9-0924C6E35F73}"/>
              </a:ext>
            </a:extLst>
          </p:cNvPr>
          <p:cNvSpPr>
            <a:spLocks noGrp="1"/>
          </p:cNvSpPr>
          <p:nvPr/>
        </p:nvSpPr>
        <p:spPr>
          <a:xfrm>
            <a:off x="13916025" y="545782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189" name="v10 label 사건: 공개 결과 / 피드백 / 정정">
            <a:extLst>
              <a:ext uri="{FF2B5EF4-FFF2-40B4-BE49-F238E27FC236}">
                <ns2:creationId id="{534B0BDD-C78C-4D72-8FF3-78D06786CB6B}"/>
              </a:ext>
            </a:extLst>
          </p:cNvPr>
          <p:cNvSpPr>
            <a:spLocks noGrp="1"/>
          </p:cNvSpPr>
          <p:nvPr/>
        </p:nvSpPr>
        <p:spPr>
          <a:xfrm>
            <a:off x="9525000" y="5314950"/>
            <a:ext cx="3238500" cy="257175"/>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사건: 공개 결과 / 피드백 / 정정</a:t>
            </a:r>
            <a:endParaRPr lang="ko-KR">
              <a:latin typeface="Calibri"/>
              <a:ea typeface="Calibri"/>
              <a:cs typeface="Calibri"/>
            </a:endParaRPr>
          </a:p>
        </p:txBody>
      </p:sp>
      <p:sp>
        <p:nvSpPr>
          <p:cNvPr id="1190" name="v10 edge:b-produce-trigger">
            <a:extLst>
              <a:ext uri="{FF2B5EF4-FFF2-40B4-BE49-F238E27FC236}">
                <ns2:creationId id="{5990F4D5-47FB-421C-8FE9-AF99837A9035}"/>
              </a:ext>
            </a:extLst>
          </p:cNvPr>
          <p:cNvSpPr>
            <a:spLocks noGrp="1"/>
          </p:cNvSpPr>
          <p:nvPr/>
        </p:nvSpPr>
        <p:spPr>
          <a:xfrm>
            <a:off x="15716250" y="5476875"/>
            <a:ext cx="190500" cy="953"/>
          </a:xfrm>
          <a:custGeom>
            <a:pathLst>
              <a:path w="190500" h="953">
                <a:moveTo>
                  <a:pt x="0" y="0"/>
                </a:moveTo>
                <a:lnTo>
                  <a:pt x="190500" y="0"/>
                </a:lnTo>
              </a:path>
            </a:pathLst>
          </a:custGeom>
          <a:noFill/>
          <a:ln w="17145">
            <a:solidFill>
              <a:srgbClr val="32824A"/>
            </a:solidFill>
            <a:prstDash val="solid"/>
          </a:ln>
        </p:spPr>
      </p:sp>
      <p:sp>
        <p:nvSpPr>
          <p:cNvPr id="1191" name="v10 arrow:b-produce-trigger">
            <a:extLst>
              <a:ext uri="{FF2B5EF4-FFF2-40B4-BE49-F238E27FC236}">
                <ns2:creationId id="{135EBD2D-BD79-4110-B78D-F99D9C57F53D}"/>
              </a:ext>
            </a:extLst>
          </p:cNvPr>
          <p:cNvSpPr>
            <a:spLocks noGrp="1"/>
          </p:cNvSpPr>
          <p:nvPr/>
        </p:nvSpPr>
        <p:spPr>
          <a:xfrm>
            <a:off x="15821025" y="543877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192" name="v10 edge:b-producer-source-read">
            <a:extLst>
              <a:ext uri="{FF2B5EF4-FFF2-40B4-BE49-F238E27FC236}">
                <ns2:creationId id="{8905D856-367A-4E83-BA77-C6F033A61234}"/>
              </a:ext>
            </a:extLst>
          </p:cNvPr>
          <p:cNvSpPr>
            <a:spLocks noGrp="1"/>
          </p:cNvSpPr>
          <p:nvPr/>
        </p:nvSpPr>
        <p:spPr>
          <a:xfrm>
            <a:off x="17716500" y="4219575"/>
            <a:ext cx="142875" cy="1171575"/>
          </a:xfrm>
          <a:custGeom>
            <a:pathLst>
              <a:path w="142875" h="1171575">
                <a:moveTo>
                  <a:pt x="0" y="1171575"/>
                </a:moveTo>
                <a:lnTo>
                  <a:pt x="142875" y="1171575"/>
                </a:lnTo>
                <a:lnTo>
                  <a:pt x="142875" y="0"/>
                </a:lnTo>
                <a:lnTo>
                  <a:pt x="0" y="0"/>
                </a:lnTo>
              </a:path>
            </a:pathLst>
          </a:custGeom>
          <a:noFill/>
          <a:ln w="17145">
            <a:solidFill>
              <a:srgbClr val="111111"/>
            </a:solidFill>
            <a:prstDash val="solid"/>
          </a:ln>
        </p:spPr>
      </p:sp>
      <p:sp>
        <p:nvSpPr>
          <p:cNvPr id="1193" name="v10 arrow:b-producer-source-read">
            <a:extLst>
              <a:ext uri="{FF2B5EF4-FFF2-40B4-BE49-F238E27FC236}">
                <ns2:creationId id="{17284822-2E9B-404A-8D7B-6B5B695F2EB5}"/>
              </a:ext>
            </a:extLst>
          </p:cNvPr>
          <p:cNvSpPr>
            <a:spLocks noGrp="1"/>
          </p:cNvSpPr>
          <p:nvPr/>
        </p:nvSpPr>
        <p:spPr>
          <a:xfrm>
            <a:off x="17716500" y="41814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94" name="v10 label 생산도 같은 원본 조회">
            <a:extLst>
              <a:ext uri="{FF2B5EF4-FFF2-40B4-BE49-F238E27FC236}">
                <ns2:creationId id="{4BD71CB8-EB6D-4FD2-B6E7-C47D6411925C}"/>
              </a:ext>
            </a:extLst>
          </p:cNvPr>
          <p:cNvSpPr>
            <a:spLocks noGrp="1"/>
          </p:cNvSpPr>
          <p:nvPr/>
        </p:nvSpPr>
        <p:spPr>
          <a:xfrm>
            <a:off x="15887700" y="4838700"/>
            <a:ext cx="2000250" cy="2476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생산도 같은 원본 조회</a:t>
            </a:r>
            <a:endParaRPr lang="ko-KR">
              <a:latin typeface="Calibri"/>
              <a:ea typeface="Calibri"/>
              <a:cs typeface="Calibri"/>
            </a:endParaRPr>
          </a:p>
        </p:txBody>
      </p:sp>
      <p:sp>
        <p:nvSpPr>
          <p:cNvPr id="1195" name="v10 edge:b-producer-source-result">
            <a:extLst>
              <a:ext uri="{FF2B5EF4-FFF2-40B4-BE49-F238E27FC236}">
                <ns2:creationId id="{03EFDF12-EC95-4C36-8223-975D5E5D4527}"/>
              </a:ext>
            </a:extLst>
          </p:cNvPr>
          <p:cNvSpPr>
            <a:spLocks noGrp="1"/>
          </p:cNvSpPr>
          <p:nvPr/>
        </p:nvSpPr>
        <p:spPr>
          <a:xfrm>
            <a:off x="17716500" y="4362450"/>
            <a:ext cx="219075" cy="1257300"/>
          </a:xfrm>
          <a:custGeom>
            <a:pathLst>
              <a:path w="219075" h="1257300">
                <a:moveTo>
                  <a:pt x="0" y="0"/>
                </a:moveTo>
                <a:lnTo>
                  <a:pt x="219075" y="0"/>
                </a:lnTo>
                <a:lnTo>
                  <a:pt x="219075" y="1257300"/>
                </a:lnTo>
                <a:lnTo>
                  <a:pt x="0" y="1257300"/>
                </a:lnTo>
              </a:path>
            </a:pathLst>
          </a:custGeom>
          <a:noFill/>
          <a:ln w="17145">
            <a:solidFill>
              <a:srgbClr val="111111"/>
            </a:solidFill>
            <a:prstDash val="dash"/>
          </a:ln>
        </p:spPr>
      </p:sp>
      <p:sp>
        <p:nvSpPr>
          <p:cNvPr id="1196" name="v10 arrow:b-producer-source-result">
            <a:extLst>
              <a:ext uri="{FF2B5EF4-FFF2-40B4-BE49-F238E27FC236}">
                <ns2:creationId id="{1D0CC38E-BC5D-476F-9152-BAEB2769D599}"/>
              </a:ext>
            </a:extLst>
          </p:cNvPr>
          <p:cNvSpPr>
            <a:spLocks noGrp="1"/>
          </p:cNvSpPr>
          <p:nvPr/>
        </p:nvSpPr>
        <p:spPr>
          <a:xfrm>
            <a:off x="17716500" y="558165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197" name="v10 edge:b-track-state">
            <a:extLst>
              <a:ext uri="{FF2B5EF4-FFF2-40B4-BE49-F238E27FC236}">
                <ns2:creationId id="{68A03020-3EA9-4112-ADBE-B2C5AFA03B7E}"/>
              </a:ext>
            </a:extLst>
          </p:cNvPr>
          <p:cNvSpPr>
            <a:spLocks noGrp="1"/>
          </p:cNvSpPr>
          <p:nvPr/>
        </p:nvSpPr>
        <p:spPr>
          <a:xfrm>
            <a:off x="14763750" y="5762625"/>
            <a:ext cx="953" cy="428625"/>
          </a:xfrm>
          <a:custGeom>
            <a:pathLst>
              <a:path w="953" h="428625">
                <a:moveTo>
                  <a:pt x="0" y="0"/>
                </a:moveTo>
                <a:lnTo>
                  <a:pt x="0" y="428625"/>
                </a:lnTo>
              </a:path>
            </a:pathLst>
          </a:custGeom>
          <a:noFill/>
          <a:ln w="17145">
            <a:solidFill>
              <a:srgbClr val="32824A"/>
            </a:solidFill>
            <a:prstDash val="solid"/>
          </a:ln>
        </p:spPr>
      </p:sp>
      <p:sp>
        <p:nvSpPr>
          <p:cNvPr id="1198" name="v10 arrow:b-track-state">
            <a:extLst>
              <a:ext uri="{FF2B5EF4-FFF2-40B4-BE49-F238E27FC236}">
                <ns2:creationId id="{004A13EF-152B-44E7-BB3C-FAD80B5A6AD9}"/>
              </a:ext>
            </a:extLst>
          </p:cNvPr>
          <p:cNvSpPr>
            <a:spLocks noGrp="1"/>
          </p:cNvSpPr>
          <p:nvPr/>
        </p:nvSpPr>
        <p:spPr>
          <a:xfrm>
            <a:off x="14725650" y="61055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199" name="v10 label 진척 / 무효화">
            <a:extLst>
              <a:ext uri="{FF2B5EF4-FFF2-40B4-BE49-F238E27FC236}">
                <ns2:creationId id="{3E53762A-574B-471A-BD92-B204D3B4CA1E}"/>
              </a:ext>
            </a:extLst>
          </p:cNvPr>
          <p:cNvSpPr>
            <a:spLocks noGrp="1"/>
          </p:cNvSpPr>
          <p:nvPr/>
        </p:nvSpPr>
        <p:spPr>
          <a:xfrm>
            <a:off x="13906500" y="5819775"/>
            <a:ext cx="182880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진척 / 무효화</a:t>
            </a:r>
            <a:endParaRPr lang="ko-KR">
              <a:latin typeface="Calibri"/>
              <a:ea typeface="Calibri"/>
              <a:cs typeface="Calibri"/>
            </a:endParaRPr>
          </a:p>
        </p:txBody>
      </p:sp>
      <p:sp>
        <p:nvSpPr>
          <p:cNvPr id="1200" name="v10 edge:b-publish">
            <a:extLst>
              <a:ext uri="{FF2B5EF4-FFF2-40B4-BE49-F238E27FC236}">
                <ns2:creationId id="{FD3781C1-A943-4ADD-BCAA-9CA777AB8BBE}"/>
              </a:ext>
            </a:extLst>
          </p:cNvPr>
          <p:cNvSpPr>
            <a:spLocks noGrp="1"/>
          </p:cNvSpPr>
          <p:nvPr/>
        </p:nvSpPr>
        <p:spPr>
          <a:xfrm>
            <a:off x="16764000" y="5762625"/>
            <a:ext cx="953" cy="428625"/>
          </a:xfrm>
          <a:custGeom>
            <a:pathLst>
              <a:path w="953" h="428625">
                <a:moveTo>
                  <a:pt x="0" y="0"/>
                </a:moveTo>
                <a:lnTo>
                  <a:pt x="0" y="428625"/>
                </a:lnTo>
              </a:path>
            </a:pathLst>
          </a:custGeom>
          <a:noFill/>
          <a:ln w="17145">
            <a:solidFill>
              <a:srgbClr val="32824A"/>
            </a:solidFill>
            <a:prstDash val="solid"/>
          </a:ln>
        </p:spPr>
      </p:sp>
      <p:sp>
        <p:nvSpPr>
          <p:cNvPr id="1201" name="v10 arrow:b-publish">
            <a:extLst>
              <a:ext uri="{FF2B5EF4-FFF2-40B4-BE49-F238E27FC236}">
                <ns2:creationId id="{36372880-137D-4374-8AF7-804382B10425}"/>
              </a:ext>
            </a:extLst>
          </p:cNvPr>
          <p:cNvSpPr>
            <a:spLocks noGrp="1"/>
          </p:cNvSpPr>
          <p:nvPr/>
        </p:nvSpPr>
        <p:spPr>
          <a:xfrm>
            <a:off x="16725900" y="6105525"/>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202" name="v10 label 판본과 권한 재검사 후 게시">
            <a:extLst>
              <a:ext uri="{FF2B5EF4-FFF2-40B4-BE49-F238E27FC236}">
                <ns2:creationId id="{9C32A53F-CE03-4DA8-ADB9-25FB628A970B}"/>
              </a:ext>
            </a:extLst>
          </p:cNvPr>
          <p:cNvSpPr>
            <a:spLocks noGrp="1"/>
          </p:cNvSpPr>
          <p:nvPr/>
        </p:nvSpPr>
        <p:spPr>
          <a:xfrm>
            <a:off x="15811500" y="5819775"/>
            <a:ext cx="207645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판본과 권한 재검사 후 게시</a:t>
            </a:r>
            <a:endParaRPr lang="ko-KR">
              <a:latin typeface="Calibri"/>
              <a:ea typeface="Calibri"/>
              <a:cs typeface="Calibri"/>
            </a:endParaRPr>
          </a:p>
        </p:txBody>
      </p:sp>
      <p:sp>
        <p:nvSpPr>
          <p:cNvPr id="1203" name="v10 edge:b-state-check">
            <a:extLst>
              <a:ext uri="{FF2B5EF4-FFF2-40B4-BE49-F238E27FC236}">
                <ns2:creationId id="{94402900-3F0B-4591-A3C3-AD191486867E}"/>
              </a:ext>
            </a:extLst>
          </p:cNvPr>
          <p:cNvSpPr>
            <a:spLocks noGrp="1"/>
          </p:cNvSpPr>
          <p:nvPr/>
        </p:nvSpPr>
        <p:spPr>
          <a:xfrm>
            <a:off x="13735050" y="3324225"/>
            <a:ext cx="266700" cy="3248025"/>
          </a:xfrm>
          <a:custGeom>
            <a:pathLst>
              <a:path w="266700" h="3248025">
                <a:moveTo>
                  <a:pt x="266700" y="3248025"/>
                </a:moveTo>
                <a:lnTo>
                  <a:pt x="0" y="3248025"/>
                </a:lnTo>
                <a:lnTo>
                  <a:pt x="0" y="0"/>
                </a:lnTo>
                <a:lnTo>
                  <a:pt x="266700" y="0"/>
                </a:lnTo>
              </a:path>
            </a:pathLst>
          </a:custGeom>
          <a:noFill/>
          <a:ln w="17145">
            <a:solidFill>
              <a:srgbClr val="32824A"/>
            </a:solidFill>
            <a:prstDash val="solid"/>
          </a:ln>
        </p:spPr>
      </p:sp>
      <p:sp>
        <p:nvSpPr>
          <p:cNvPr id="1204" name="v10 arrow:b-state-check">
            <a:extLst>
              <a:ext uri="{FF2B5EF4-FFF2-40B4-BE49-F238E27FC236}">
                <ns2:creationId id="{0D70DA60-BC94-4E2B-98FB-443DE7BDAFE9}"/>
              </a:ext>
            </a:extLst>
          </p:cNvPr>
          <p:cNvSpPr>
            <a:spLocks noGrp="1"/>
          </p:cNvSpPr>
          <p:nvPr/>
        </p:nvSpPr>
        <p:spPr>
          <a:xfrm>
            <a:off x="13916025" y="328612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205" name="v10 edge:b-relation-read">
            <a:extLst>
              <a:ext uri="{FF2B5EF4-FFF2-40B4-BE49-F238E27FC236}">
                <ns2:creationId id="{09ED775C-7F5B-4894-BBDC-F47854BFAA84}"/>
              </a:ext>
            </a:extLst>
          </p:cNvPr>
          <p:cNvSpPr>
            <a:spLocks noGrp="1"/>
          </p:cNvSpPr>
          <p:nvPr/>
        </p:nvSpPr>
        <p:spPr>
          <a:xfrm>
            <a:off x="15716250" y="3143250"/>
            <a:ext cx="2314575" cy="3429000"/>
          </a:xfrm>
          <a:custGeom>
            <a:pathLst>
              <a:path w="2314575" h="3429000">
                <a:moveTo>
                  <a:pt x="2000250" y="3429000"/>
                </a:moveTo>
                <a:lnTo>
                  <a:pt x="2314575" y="3429000"/>
                </a:lnTo>
                <a:lnTo>
                  <a:pt x="2314575" y="0"/>
                </a:lnTo>
                <a:lnTo>
                  <a:pt x="0" y="0"/>
                </a:lnTo>
              </a:path>
            </a:pathLst>
          </a:custGeom>
          <a:noFill/>
          <a:ln w="17145">
            <a:solidFill>
              <a:srgbClr val="32824A"/>
            </a:solidFill>
            <a:prstDash val="dash"/>
          </a:ln>
        </p:spPr>
      </p:sp>
      <p:sp>
        <p:nvSpPr>
          <p:cNvPr id="1206" name="v10 arrow:b-relation-read">
            <a:extLst>
              <a:ext uri="{FF2B5EF4-FFF2-40B4-BE49-F238E27FC236}">
                <ns2:creationId id="{23E4E970-BD66-4161-B81A-93F69D99C837}"/>
              </a:ext>
            </a:extLst>
          </p:cNvPr>
          <p:cNvSpPr>
            <a:spLocks noGrp="1"/>
          </p:cNvSpPr>
          <p:nvPr/>
        </p:nvSpPr>
        <p:spPr>
          <a:xfrm>
            <a:off x="15716250" y="310515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207" name="v10 label 관계 / 현재성 / 확인 범위">
            <a:extLst>
              <a:ext uri="{FF2B5EF4-FFF2-40B4-BE49-F238E27FC236}">
                <ns2:creationId id="{9B2D5C5E-E01B-440A-B5DD-700AF7372E6C}"/>
              </a:ext>
            </a:extLst>
          </p:cNvPr>
          <p:cNvSpPr>
            <a:spLocks noGrp="1"/>
          </p:cNvSpPr>
          <p:nvPr/>
        </p:nvSpPr>
        <p:spPr>
          <a:xfrm>
            <a:off x="15859125" y="2857500"/>
            <a:ext cx="2000250" cy="2476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관계 / 현재성 / 확인 범위</a:t>
            </a:r>
            <a:endParaRPr lang="ko-KR">
              <a:latin typeface="Calibri"/>
              <a:ea typeface="Calibri"/>
              <a:cs typeface="Calibri"/>
            </a:endParaRPr>
          </a:p>
        </p:txBody>
      </p:sp>
      <p:sp>
        <p:nvSpPr>
          <p:cNvPr id="1208" name="v10 label 생산은 요청과 별도. 필요한 의미 해석만 동일 모델 사용">
            <a:extLst>
              <a:ext uri="{FF2B5EF4-FFF2-40B4-BE49-F238E27FC236}">
                <ns2:creationId id="{A9B8AB41-D698-42C6-99B9-85D30908DD50}"/>
              </a:ext>
            </a:extLst>
          </p:cNvPr>
          <p:cNvSpPr>
            <a:spLocks noGrp="1"/>
          </p:cNvSpPr>
          <p:nvPr/>
        </p:nvSpPr>
        <p:spPr>
          <a:xfrm>
            <a:off x="13830300" y="7762875"/>
            <a:ext cx="4048125" cy="333375"/>
          </a:xfrm>
          <a:prstGeom prst="rect">
            <a:avLst/>
          </a:prstGeom>
          <a:noFill/>
          <a:ln w="0">
            <a:noFill/>
          </a:ln>
        </p:spPr>
        <p:txBody>
          <a:bodyPr wrap="none" lIns="47625" tIns="19050" rIns="47625" bIns="1905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생산은 요청과 별도. 필요한 의미 해석만 동일 모델 사용</a:t>
            </a:r>
            <a:endParaRPr lang="ko-KR">
              <a:latin typeface="Calibri"/>
              <a:ea typeface="Calibri"/>
              <a:cs typeface="Calibri"/>
            </a:endParaRPr>
          </a:p>
        </p:txBody>
      </p:sp>
      <p:sp>
        <p:nvSpPr>
          <p:cNvPr id="1209" name="v10 label 의미 불일치 / 추가 범위: 5 → 1 → 2 → 3 → 4&#10;허가 범위 안의 원본 보완은 2에서 수행">
            <a:extLst>
              <a:ext uri="{FF2B5EF4-FFF2-40B4-BE49-F238E27FC236}">
                <ns2:creationId id="{03F66B01-5293-446E-BB36-416ABB8D79E1}"/>
              </a:ext>
            </a:extLst>
          </p:cNvPr>
          <p:cNvSpPr>
            <a:spLocks noGrp="1"/>
          </p:cNvSpPr>
          <p:nvPr/>
        </p:nvSpPr>
        <p:spPr>
          <a:xfrm>
            <a:off x="9525000" y="8191500"/>
            <a:ext cx="8191500" cy="590550"/>
          </a:xfrm>
          <a:prstGeom prst="rect">
            <a:avLst/>
          </a:prstGeom>
          <a:noFill/>
          <a:ln w="0">
            <a:noFill/>
          </a:ln>
        </p:spPr>
        <p:txBody>
          <a:bodyPr wrap="none" lIns="47625" tIns="19050" rIns="47625" bIns="19050" anchor="ctr">
            <a:noAutofit/>
          </a:bodyPr>
          <a:lstStyle>
            <a:defPPr algn="l">
              <a:defRPr sz="1600" b="0" lang="ko-KR">
                <a:solidFill>
                  <a:srgbClr val="111111"/>
                </a:solidFill>
                <a:latin typeface="Calibri"/>
                <a:ea typeface="Calibri"/>
                <a:cs typeface="Calibri"/>
              </a:defRPr>
            </a:defPPr>
            <a:lvl1pPr algn="l">
              <a:defRPr sz="1600" b="0" lang="ko-KR">
                <a:solidFill>
                  <a:srgbClr val="111111"/>
                </a:solidFill>
                <a:latin typeface="Calibri"/>
                <a:ea typeface="Calibri"/>
                <a:cs typeface="Calibri"/>
              </a:defRPr>
            </a:lvl1pPr>
            <a:lvl2pPr algn="l">
              <a:defRPr sz="1600" b="0" lang="ko-KR">
                <a:solidFill>
                  <a:srgbClr val="111111"/>
                </a:solidFill>
                <a:latin typeface="Calibri"/>
                <a:ea typeface="Calibri"/>
                <a:cs typeface="Calibri"/>
              </a:defRPr>
            </a:lvl2pPr>
            <a:lvl3pPr algn="l">
              <a:defRPr sz="1600" b="0" lang="ko-KR">
                <a:solidFill>
                  <a:srgbClr val="111111"/>
                </a:solidFill>
                <a:latin typeface="Calibri"/>
                <a:ea typeface="Calibri"/>
                <a:cs typeface="Calibri"/>
              </a:defRPr>
            </a:lvl3pPr>
            <a:lvl4pPr algn="l">
              <a:defRPr sz="1600" b="0" lang="ko-KR">
                <a:solidFill>
                  <a:srgbClr val="111111"/>
                </a:solidFill>
                <a:latin typeface="Calibri"/>
                <a:ea typeface="Calibri"/>
                <a:cs typeface="Calibri"/>
              </a:defRPr>
            </a:lvl4pPr>
            <a:lvl5pPr algn="l">
              <a:defRPr sz="1600" b="0" lang="ko-KR">
                <a:solidFill>
                  <a:srgbClr val="111111"/>
                </a:solidFill>
                <a:latin typeface="Calibri"/>
                <a:ea typeface="Calibri"/>
                <a:cs typeface="Calibri"/>
              </a:defRPr>
            </a:lvl5pPr>
            <a:lvl6pPr algn="l">
              <a:defRPr sz="1600" b="0" lang="ko-KR">
                <a:solidFill>
                  <a:srgbClr val="111111"/>
                </a:solidFill>
                <a:latin typeface="Calibri"/>
                <a:ea typeface="Calibri"/>
                <a:cs typeface="Calibri"/>
              </a:defRPr>
            </a:lvl6pPr>
            <a:lvl7pPr algn="l">
              <a:defRPr sz="1600" b="0" lang="ko-KR">
                <a:solidFill>
                  <a:srgbClr val="111111"/>
                </a:solidFill>
                <a:latin typeface="Calibri"/>
                <a:ea typeface="Calibri"/>
                <a:cs typeface="Calibri"/>
              </a:defRPr>
            </a:lvl7pPr>
            <a:lvl8pPr algn="l">
              <a:defRPr sz="1600" b="0" lang="ko-KR">
                <a:solidFill>
                  <a:srgbClr val="111111"/>
                </a:solidFill>
                <a:latin typeface="Calibri"/>
                <a:ea typeface="Calibri"/>
                <a:cs typeface="Calibri"/>
              </a:defRPr>
            </a:lvl8pPr>
            <a:lvl9pPr algn="l">
              <a:defRPr sz="1600" b="0" lang="ko-KR">
                <a:solidFill>
                  <a:srgbClr val="111111"/>
                </a:solidFill>
                <a:latin typeface="Calibri"/>
                <a:ea typeface="Calibri"/>
                <a:cs typeface="Calibri"/>
              </a:defRPr>
            </a:lvl9pPr>
          </a:lstStyle>
          <a:p>
            <a:pPr algn="l">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의미 불일치 / 추가 범위: 5 → 1 → 2 → 3 → 4</a:t>
            </a:r>
            <a:endParaRPr lang="ko-KR">
              <a:latin typeface="Calibri"/>
              <a:ea typeface="Calibri"/>
              <a:cs typeface="Calibri"/>
            </a:endParaRPr>
          </a:p>
          <a:p>
            <a:pPr algn="l">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허가 범위 안의 원본 보완은 2에서 수행</a:t>
            </a:r>
            <a:endParaRPr lang="ko-KR">
              <a:latin typeface="Calibri"/>
              <a:ea typeface="Calibri"/>
              <a:cs typeface="Calibri"/>
            </a:endParaRPr>
          </a:p>
        </p:txBody>
      </p:sp>
      <p:sp>
        <p:nvSpPr>
          <p:cNvPr id="1210" name="v10 label 검정: 공통 / 파랑: A 고유 / 초록: B 고유    실선: 요청 / 점선: 결과    제목 상자: Component / 둥근 상자: Module / 원통: 상태">
            <a:extLst>
              <a:ext uri="{FF2B5EF4-FFF2-40B4-BE49-F238E27FC236}">
                <ns2:creationId id="{251B2C70-E733-4696-B312-B67F22F6CA0E}"/>
              </a:ext>
            </a:extLst>
          </p:cNvPr>
          <p:cNvSpPr>
            <a:spLocks noGrp="1"/>
          </p:cNvSpPr>
          <p:nvPr/>
        </p:nvSpPr>
        <p:spPr>
          <a:xfrm>
            <a:off x="381000" y="8810625"/>
            <a:ext cx="17526000" cy="247650"/>
          </a:xfrm>
          <a:prstGeom prst="rect">
            <a:avLst/>
          </a:prstGeom>
          <a:noFill/>
          <a:ln w="0">
            <a:noFill/>
          </a:ln>
        </p:spPr>
        <p:txBody>
          <a:bodyPr wrap="none" lIns="47625" tIns="19050" rIns="47625" bIns="19050" anchor="ctr">
            <a:noAutofit/>
          </a:bodyPr>
          <a:lstStyle>
            <a:defPPr algn="l">
              <a:defRPr sz="1500" b="0" lang="ko-KR">
                <a:solidFill>
                  <a:srgbClr val="111111"/>
                </a:solidFill>
                <a:latin typeface="Calibri"/>
                <a:ea typeface="Calibri"/>
                <a:cs typeface="Calibri"/>
              </a:defRPr>
            </a:defPPr>
            <a:lvl1pPr algn="l">
              <a:defRPr sz="1500" b="0" lang="ko-KR">
                <a:solidFill>
                  <a:srgbClr val="111111"/>
                </a:solidFill>
                <a:latin typeface="Calibri"/>
                <a:ea typeface="Calibri"/>
                <a:cs typeface="Calibri"/>
              </a:defRPr>
            </a:lvl1pPr>
            <a:lvl2pPr algn="l">
              <a:defRPr sz="1500" b="0" lang="ko-KR">
                <a:solidFill>
                  <a:srgbClr val="111111"/>
                </a:solidFill>
                <a:latin typeface="Calibri"/>
                <a:ea typeface="Calibri"/>
                <a:cs typeface="Calibri"/>
              </a:defRPr>
            </a:lvl2pPr>
            <a:lvl3pPr algn="l">
              <a:defRPr sz="1500" b="0" lang="ko-KR">
                <a:solidFill>
                  <a:srgbClr val="111111"/>
                </a:solidFill>
                <a:latin typeface="Calibri"/>
                <a:ea typeface="Calibri"/>
                <a:cs typeface="Calibri"/>
              </a:defRPr>
            </a:lvl3pPr>
            <a:lvl4pPr algn="l">
              <a:defRPr sz="1500" b="0" lang="ko-KR">
                <a:solidFill>
                  <a:srgbClr val="111111"/>
                </a:solidFill>
                <a:latin typeface="Calibri"/>
                <a:ea typeface="Calibri"/>
                <a:cs typeface="Calibri"/>
              </a:defRPr>
            </a:lvl4pPr>
            <a:lvl5pPr algn="l">
              <a:defRPr sz="1500" b="0" lang="ko-KR">
                <a:solidFill>
                  <a:srgbClr val="111111"/>
                </a:solidFill>
                <a:latin typeface="Calibri"/>
                <a:ea typeface="Calibri"/>
                <a:cs typeface="Calibri"/>
              </a:defRPr>
            </a:lvl5pPr>
            <a:lvl6pPr algn="l">
              <a:defRPr sz="1500" b="0" lang="ko-KR">
                <a:solidFill>
                  <a:srgbClr val="111111"/>
                </a:solidFill>
                <a:latin typeface="Calibri"/>
                <a:ea typeface="Calibri"/>
                <a:cs typeface="Calibri"/>
              </a:defRPr>
            </a:lvl6pPr>
            <a:lvl7pPr algn="l">
              <a:defRPr sz="1500" b="0" lang="ko-KR">
                <a:solidFill>
                  <a:srgbClr val="111111"/>
                </a:solidFill>
                <a:latin typeface="Calibri"/>
                <a:ea typeface="Calibri"/>
                <a:cs typeface="Calibri"/>
              </a:defRPr>
            </a:lvl7pPr>
            <a:lvl8pPr algn="l">
              <a:defRPr sz="1500" b="0" lang="ko-KR">
                <a:solidFill>
                  <a:srgbClr val="111111"/>
                </a:solidFill>
                <a:latin typeface="Calibri"/>
                <a:ea typeface="Calibri"/>
                <a:cs typeface="Calibri"/>
              </a:defRPr>
            </a:lvl8pPr>
            <a:lvl9pPr algn="l">
              <a:defRPr sz="1500" b="0" lang="ko-KR">
                <a:solidFill>
                  <a:srgbClr val="111111"/>
                </a:solidFill>
                <a:latin typeface="Calibri"/>
                <a:ea typeface="Calibri"/>
                <a:cs typeface="Calibri"/>
              </a:defRPr>
            </a:lvl9pPr>
          </a:lstStyle>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검정: 공통 / 파랑: A 고유 / 초록: B 고유    실선: 요청 / 점선: 결과    제목 상자: Component / 둥근 상자: Module / 원통: 상태</a:t>
            </a:r>
            <a:endParaRPr lang="ko-KR">
              <a:latin typeface="Calibri"/>
              <a:ea typeface="Calibri"/>
              <a:cs typeface="Calibri"/>
            </a:endParaRPr>
          </a:p>
        </p:txBody>
      </p:sp>
    </p:spTree>
    <p:extLst>
      <p:ext uri="{BB962C8B-B14F-4D97-AF65-F5344CB8AC3E}">
        <p14:creationId val="1991612603"/>
      </p:ext>
    </p:extLst>
  </p:cSld>
</p:sld>
</file>

<file path=ppt/slides/slide22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5" name="DP5 object 126">
            <a:extLst>
              <a:ext uri="{FF2B5EF4-FFF2-40B4-BE49-F238E27FC236}">
                <ns2:creationId id="{6C0DC9E4-6761-44FE-A39D-87ECCE1D28BF}"/>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(선택 기준 및 보완)</a:t>
            </a:r>
            <a:endParaRPr lang="ko-KR">
              <a:latin typeface="Calibri"/>
              <a:ea typeface="Calibri"/>
              <a:cs typeface="Calibri"/>
            </a:endParaRPr>
          </a:p>
        </p:txBody>
      </p:sp>
      <p:sp>
        <p:nvSpPr>
          <p:cNvPr id="2" name="DP5 object 127">
            <a:extLst>
              <a:ext uri="{FF2B5EF4-FFF2-40B4-BE49-F238E27FC236}">
                <ns2:creationId id="{F266C625-43C5-423D-B2FD-06FEF59150D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28">
            <a:extLst>
              <a:ext uri="{FF2B5EF4-FFF2-40B4-BE49-F238E27FC236}">
                <ns2:creationId id="{B9368799-7C10-4C51-A8A9-121BFC513DBB}"/>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29">
            <a:extLst>
              <a:ext uri="{FF2B5EF4-FFF2-40B4-BE49-F238E27FC236}">
                <ns2:creationId id="{DE560DCD-4FD1-4BB6-9BC0-5FA5BAF2367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30">
            <a:extLst>
              <a:ext uri="{FF2B5EF4-FFF2-40B4-BE49-F238E27FC236}">
                <ns2:creationId id="{78B61445-8B13-4C20-88A6-37478F49680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31">
            <a:extLst>
              <a:ext uri="{FF2B5EF4-FFF2-40B4-BE49-F238E27FC236}">
                <ns2:creationId id="{982F608F-3001-4B09-B91C-5C04547B249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32">
            <a:extLst>
              <a:ext uri="{FF2B5EF4-FFF2-40B4-BE49-F238E27FC236}">
                <ns2:creationId id="{20EF36FA-1C4E-4B75-805B-14EDEAE86F2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33">
            <a:extLst>
              <a:ext uri="{FF2B5EF4-FFF2-40B4-BE49-F238E27FC236}">
                <ns2:creationId id="{133CD0E5-4355-446A-A49E-7B8A2215898C}"/>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34">
            <a:extLst>
              <a:ext uri="{FF2B5EF4-FFF2-40B4-BE49-F238E27FC236}">
                <ns2:creationId id="{FC40C204-9B35-445E-B2FE-44CE0BD22F83}"/>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35">
            <a:extLst>
              <a:ext uri="{FF2B5EF4-FFF2-40B4-BE49-F238E27FC236}">
                <ns2:creationId id="{058E446A-E321-4E06-ADE9-5859A42EC91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36">
            <a:extLst>
              <a:ext uri="{FF2B5EF4-FFF2-40B4-BE49-F238E27FC236}">
                <ns2:creationId id="{CD48F0DA-C64A-469C-B33E-6D58EEABD0D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37">
            <a:extLst>
              <a:ext uri="{FF2B5EF4-FFF2-40B4-BE49-F238E27FC236}">
                <ns2:creationId id="{E8D411B9-7C15-4B4B-BBAD-19D68AF3CC04}"/>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5D7467B-88A0-4E63-A328-406DA323A4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22 / 36</a:t>
            </a:r>
            <a:endParaRPr lang="ko-KR">
              <a:latin typeface="Calibri"/>
              <a:ea typeface="Calibri"/>
              <a:cs typeface="Calibri"/>
            </a:endParaRPr>
          </a:p>
        </p:txBody>
      </p:sp>
      <p:sp>
        <p:nvSpPr>
          <p:cNvPr id="14" name="DP5 object 139">
            <a:extLst>
              <a:ext uri="{FF2B5EF4-FFF2-40B4-BE49-F238E27FC236}">
                <ns2:creationId id="{3996D07F-1FDA-4E74-8E12-C985BF9581CA}"/>
              </a:ext>
            </a:extLst>
          </p:cNvPr>
          <p:cNvSpPr>
            <a:spLocks noGrp="1"/>
          </p:cNvSpPr>
          <p:nvPr/>
        </p:nvSpPr>
        <p:spPr>
          <a:xfrm>
            <a:off x="266700" y="1200150"/>
            <a:ext cx="17478375" cy="4000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기본안 미선택 / 과거 관계의 재참조 빈도와 첫 응답의 실제 대기로 판단</a:t>
            </a:r>
            <a:endParaRPr lang="ko-KR">
              <a:latin typeface="Calibri"/>
              <a:ea typeface="Calibri"/>
              <a:cs typeface="Calibri"/>
            </a:endParaRPr>
          </a:p>
        </p:txBody>
      </p:sp>
      <p:graphicFrame>
        <p:nvGraphicFramePr>
          <p:cNvPr id="15" name="">
            <a:extLst>
              <a:ext uri="{FF2B5EF4-FFF2-40B4-BE49-F238E27FC236}">
                <ns2:creationId id="{3BA2FD7A-BB93-45B2-9637-5BF4095D9726}"/>
              </a:ext>
            </a:extLst>
          </p:cNvPr>
          <p:cNvGraphicFramePr/>
          <p:nvPr/>
        </p:nvGraphicFramePr>
        <p:xfrm>
          <a:off x="228600" y="1857375"/>
          <a:ext cx="17830800" cy="2562225"/>
        </p:xfrm>
        <a:graphic>
          <a:graphicData uri="http://schemas.openxmlformats.org/drawingml/2006/table">
            <a:tbl>
              <a:tblPr firstRow="0" bandRow="0" bandCol="0"/>
              <a:tblGrid>
                <a:gridCol w="2381250"/>
                <a:gridCol w="7724775"/>
                <a:gridCol w="77247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판단 기준</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A가 유리한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B를 검토할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사용 형태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명시적 사실 조회가 많고 과거 관계 재참조가 적음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처음 다시 부르는 과거 관계가 응답을 자주 막음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품질 교환</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필요한 요청에만 비용 사용 / 요청 때 조합 대기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 경로의 조합 절약 / 미소비 생산·갱신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선택을 바꿀 조건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조합이 응답 지연과 관계 누락을 반복 유발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보완이 잦거나 잘못된 관계·범위를 반복 적용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A1  요청에서 확인한 관계의 재조회 색인">
            <a:extLst>
              <a:ext uri="{FF2B5EF4-FFF2-40B4-BE49-F238E27FC236}">
                <ns2:creationId id="{952F1B1B-94CE-45C2-9A2B-0ACAAD53045C}"/>
              </a:ext>
            </a:extLst>
          </p:cNvPr>
          <p:cNvSpPr>
            <a:spLocks noGrp="1"/>
          </p:cNvSpPr>
          <p:nvPr/>
        </p:nvSpPr>
        <p:spPr>
          <a:xfrm>
            <a:off x="523875" y="4905375"/>
            <a:ext cx="8096250" cy="552450"/>
          </a:xfrm>
          <a:prstGeom prst="rect">
            <a:avLst/>
          </a:prstGeom>
          <a:solidFill>
            <a:srgbClr val="C9E1B3"/>
          </a:solidFill>
          <a:ln w="28575">
            <a:solidFill>
              <a:srgbClr val="4676CB"/>
            </a:solidFill>
            <a:prstDash val="solid"/>
          </a:ln>
        </p:spPr>
        <p:txBody>
          <a:bodyPr wrap="none" lIns="66675" tIns="38100" rIns="66675" bIns="3810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A1  요청에서 확인한 관계의 재조회 색인</a:t>
            </a:r>
            <a:endParaRPr lang="ko-KR">
              <a:latin typeface="Calibri"/>
              <a:ea typeface="Calibri"/>
              <a:cs typeface="Calibri"/>
            </a:endParaRPr>
          </a:p>
        </p:txBody>
      </p:sp>
      <p:sp>
        <p:nvSpPr>
          <p:cNvPr id="18" name="B1  같은 업무의 연속 사건을 묶어 생산">
            <a:extLst>
              <a:ext uri="{FF2B5EF4-FFF2-40B4-BE49-F238E27FC236}">
                <ns2:creationId id="{A1749D21-E518-4E5E-87AB-887DA3BB6D1C}"/>
              </a:ext>
            </a:extLst>
          </p:cNvPr>
          <p:cNvSpPr>
            <a:spLocks noGrp="1"/>
          </p:cNvSpPr>
          <p:nvPr/>
        </p:nvSpPr>
        <p:spPr>
          <a:xfrm>
            <a:off x="9572625" y="4905375"/>
            <a:ext cx="8096250" cy="552450"/>
          </a:xfrm>
          <a:prstGeom prst="rect">
            <a:avLst/>
          </a:prstGeom>
          <a:solidFill>
            <a:srgbClr val="C9E1B3"/>
          </a:solidFill>
          <a:ln w="28575">
            <a:solidFill>
              <a:srgbClr val="4676CB"/>
            </a:solidFill>
            <a:prstDash val="solid"/>
          </a:ln>
        </p:spPr>
        <p:txBody>
          <a:bodyPr wrap="none" lIns="66675" tIns="38100" rIns="66675" bIns="3810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B1  같은 업무의 연속 사건을 묶어 생산</a:t>
            </a:r>
            <a:endParaRPr lang="ko-KR">
              <a:latin typeface="Calibri"/>
              <a:ea typeface="Calibri"/>
              <a:cs typeface="Calibri"/>
            </a:endParaRPr>
          </a:p>
        </p:txBody>
      </p:sp>
      <p:sp>
        <p:nvSpPr>
          <p:cNvPr id="38" name="DP5 object 154">
            <a:extLst>
              <a:ext uri="{FF2B5EF4-FFF2-40B4-BE49-F238E27FC236}">
                <ns2:creationId id="{40E0CFD7-0A42-4899-AE4D-4C13DC5F4B62}"/>
              </a:ext>
            </a:extLst>
          </p:cNvPr>
          <p:cNvSpPr>
            <a:spLocks noGrp="1"/>
          </p:cNvSpPr>
          <p:nvPr/>
        </p:nvSpPr>
        <p:spPr>
          <a:xfrm>
            <a:off x="71437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두 번째 유사 요청의 검색·조합 감소</a:t>
            </a:r>
            <a:endParaRPr lang="ko-KR">
              <a:latin typeface="Calibri"/>
              <a:ea typeface="Calibri"/>
              <a:cs typeface="Calibri"/>
            </a:endParaRPr>
          </a:p>
        </p:txBody>
      </p:sp>
      <p:sp>
        <p:nvSpPr>
          <p:cNvPr id="39" name="DP5 object 155">
            <a:extLst>
              <a:ext uri="{FF2B5EF4-FFF2-40B4-BE49-F238E27FC236}">
                <ns2:creationId id="{04D996B8-7A83-4E22-9DEE-F57FE24B9537}"/>
              </a:ext>
            </a:extLst>
          </p:cNvPr>
          <p:cNvSpPr>
            <a:spLocks noGrp="1"/>
          </p:cNvSpPr>
          <p:nvPr/>
        </p:nvSpPr>
        <p:spPr>
          <a:xfrm>
            <a:off x="71437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색인 갱신·메모리 / 첫 재참조 이익은 없음</a:t>
            </a:r>
            <a:endParaRPr lang="ko-KR">
              <a:latin typeface="Calibri"/>
              <a:ea typeface="Calibri"/>
              <a:cs typeface="Calibri"/>
            </a:endParaRPr>
          </a:p>
        </p:txBody>
      </p:sp>
      <p:sp>
        <p:nvSpPr>
          <p:cNvPr id="40" name="DP5 object 156">
            <a:extLst>
              <a:ext uri="{FF2B5EF4-FFF2-40B4-BE49-F238E27FC236}">
                <ns2:creationId id="{27F3969F-2016-4759-BDDC-DCEFFD29DDC5}"/>
              </a:ext>
            </a:extLst>
          </p:cNvPr>
          <p:cNvSpPr>
            <a:spLocks noGrp="1"/>
          </p:cNvSpPr>
          <p:nvPr/>
        </p:nvSpPr>
        <p:spPr>
          <a:xfrm>
            <a:off x="976312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같은 관계의 중복 생산·갱신 감소</a:t>
            </a:r>
            <a:endParaRPr lang="ko-KR">
              <a:latin typeface="Calibri"/>
              <a:ea typeface="Calibri"/>
              <a:cs typeface="Calibri"/>
            </a:endParaRPr>
          </a:p>
        </p:txBody>
      </p:sp>
      <p:sp>
        <p:nvSpPr>
          <p:cNvPr id="41" name="DP5 object 157">
            <a:extLst>
              <a:ext uri="{FF2B5EF4-FFF2-40B4-BE49-F238E27FC236}">
                <ns2:creationId id="{E2D97B83-70D6-44E9-9C8A-FFB6339573E4}"/>
              </a:ext>
            </a:extLst>
          </p:cNvPr>
          <p:cNvSpPr>
            <a:spLocks noGrp="1"/>
          </p:cNvSpPr>
          <p:nvPr/>
        </p:nvSpPr>
        <p:spPr>
          <a:xfrm>
            <a:off x="976312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게시 공백 증가 / 원본 보완 시 요청 지연</a:t>
            </a:r>
            <a:endParaRPr lang="ko-KR">
              <a:latin typeface="Calibri"/>
              <a:ea typeface="Calibri"/>
              <a:cs typeface="Calibri"/>
            </a:endParaRPr>
          </a:p>
        </p:txBody>
      </p:sp>
      <p:sp>
        <p:nvSpPr>
          <p:cNvPr id="42" name="Editable path 158">
            <a:extLst>
              <a:ext uri="{FF2B5EF4-FFF2-40B4-BE49-F238E27FC236}">
                <ns2:creationId id="{77F82B6A-9230-4798-BD4C-FB58C8E79CCF}"/>
              </a:ext>
            </a:extLst>
          </p:cNvPr>
          <p:cNvSpPr>
            <a:spLocks noGrp="1"/>
          </p:cNvSpPr>
          <p:nvPr/>
        </p:nvSpPr>
        <p:spPr>
          <a:xfrm>
            <a:off x="266700" y="8943975"/>
            <a:ext cx="17773650" cy="953"/>
          </a:xfrm>
          <a:custGeom>
            <a:pathLst>
              <a:path w="17773650" h="953">
                <a:moveTo>
                  <a:pt x="0" y="0"/>
                </a:moveTo>
                <a:lnTo>
                  <a:pt x="17773650" y="0"/>
                </a:lnTo>
              </a:path>
            </a:pathLst>
          </a:custGeom>
          <a:noFill/>
          <a:ln w="14288">
            <a:solidFill>
              <a:srgbClr val="4676CB"/>
            </a:solidFill>
            <a:prstDash val="solid"/>
          </a:ln>
        </p:spPr>
      </p:sp>
      <p:sp>
        <p:nvSpPr>
          <p:cNvPr id="43" name="DP5 object 159">
            <a:extLst>
              <a:ext uri="{FF2B5EF4-FFF2-40B4-BE49-F238E27FC236}">
                <ns2:creationId id="{1122BB26-272A-4767-897F-22F4EB1F4074}"/>
              </a:ext>
            </a:extLst>
          </p:cNvPr>
          <p:cNvSpPr>
            <a:spLocks noGrp="1"/>
          </p:cNvSpPr>
          <p:nvPr/>
        </p:nvSpPr>
        <p:spPr>
          <a:xfrm>
            <a:off x="266700" y="9077325"/>
            <a:ext cx="17240250"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A의 확정 사실 재사용과 B의 필수 원본 보완은 기본 기능이다. 위 보완은 기본안 선택 후 별도 비교한다.</a:t>
            </a:r>
            <a:endParaRPr lang="ko-KR">
              <a:latin typeface="Calibri"/>
              <a:ea typeface="Calibri"/>
              <a:cs typeface="Calibri"/>
            </a:endParaRPr>
          </a:p>
        </p:txBody>
      </p:sp>
      <p:sp>
        <p:nvSpPr>
          <p:cNvPr id="44" name="DP5 object 160">
            <a:extLst>
              <a:ext uri="{FF2B5EF4-FFF2-40B4-BE49-F238E27FC236}">
                <ns2:creationId id="{56A6A45F-57EB-4B88-B4BE-63889706083E}"/>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보완 효과 미측정. A1/B1을 미리 넣어 기본안 차이를 없애거나, 어느 보완이 반드시 유리하다고 가정하지 않는다.</a:t>
            </a:r>
            <a:endParaRPr lang="ko-KR">
              <a:latin typeface="Calibri"/>
              <a:ea typeface="Calibri"/>
              <a:cs typeface="Calibri"/>
            </a:endParaRPr>
          </a:p>
        </p:txBody>
      </p:sp>
      <p:sp>
        <p:nvSpPr>
          <p:cNvPr id="1046" name="v10 node:a1-cm">
            <a:extLst>
              <a:ext uri="{FF2B5EF4-FFF2-40B4-BE49-F238E27FC236}">
                <ns2:creationId id="{BB6E3C05-AC80-4EDA-888C-71B5B3124447}"/>
              </a:ext>
            </a:extLst>
          </p:cNvPr>
          <p:cNvSpPr>
            <a:spLocks noGrp="1"/>
          </p:cNvSpPr>
          <p:nvPr/>
        </p:nvSpPr>
        <p:spPr>
          <a:xfrm>
            <a:off x="714375" y="5772150"/>
            <a:ext cx="7715250" cy="1600200"/>
          </a:xfrm>
          <a:prstGeom prst="rect">
            <a:avLst/>
          </a:prstGeom>
          <a:solidFill>
            <a:srgbClr val="FFF6DD"/>
          </a:solidFill>
          <a:ln w="16193">
            <a:solidFill>
              <a:srgbClr val="111111"/>
            </a:solidFill>
          </a:ln>
        </p:spPr>
        <p:txBody>
          <a:bodyPr wrap="none" lIns="47625" tIns="19050" rIns="47625" bIns="12573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47" name="v10 divider a1-cm">
            <a:extLst>
              <a:ext uri="{FF2B5EF4-FFF2-40B4-BE49-F238E27FC236}">
                <ns2:creationId id="{CFC9DE09-8915-45FB-8A5C-3AC168D9A2B3}"/>
              </a:ext>
            </a:extLst>
          </p:cNvPr>
          <p:cNvSpPr>
            <a:spLocks noGrp="1"/>
          </p:cNvSpPr>
          <p:nvPr/>
        </p:nvSpPr>
        <p:spPr>
          <a:xfrm>
            <a:off x="714375" y="6134100"/>
            <a:ext cx="7715250" cy="953"/>
          </a:xfrm>
          <a:custGeom>
            <a:pathLst>
              <a:path w="7715250" h="953">
                <a:moveTo>
                  <a:pt x="0" y="0"/>
                </a:moveTo>
                <a:lnTo>
                  <a:pt x="7715250" y="0"/>
                </a:lnTo>
              </a:path>
            </a:pathLst>
          </a:custGeom>
          <a:noFill/>
          <a:ln w="9525">
            <a:solidFill>
              <a:srgbClr val="111111"/>
            </a:solidFill>
            <a:prstDash val="solid"/>
          </a:ln>
        </p:spPr>
      </p:sp>
      <p:sp>
        <p:nvSpPr>
          <p:cNvPr id="1048" name="v10 node:a1-update">
            <a:extLst>
              <a:ext uri="{FF2B5EF4-FFF2-40B4-BE49-F238E27FC236}">
                <ns2:creationId id="{1FC0E3C1-785E-4BEB-BD12-3839AC9A317E}"/>
              </a:ext>
            </a:extLst>
          </p:cNvPr>
          <p:cNvSpPr>
            <a:spLocks noGrp="1"/>
          </p:cNvSpPr>
          <p:nvPr/>
        </p:nvSpPr>
        <p:spPr>
          <a:xfrm>
            <a:off x="876300" y="6191250"/>
            <a:ext cx="1905000" cy="476250"/>
          </a:xfrm>
          <a:prstGeom prst="roundRect">
            <a:avLst>
              <a:gd name="adj" fmla="val 16000"/>
            </a:avLst>
          </a:prstGeom>
          <a:solidFill>
            <a:srgbClr val="FFFFFF"/>
          </a:solidFill>
          <a:ln w="16193">
            <a:solidFill>
              <a:srgbClr val="4676CB"/>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색인 갱신기</a:t>
            </a:r>
            <a:endParaRPr lang="ko-KR">
              <a:latin typeface="Calibri"/>
              <a:ea typeface="Calibri"/>
              <a:cs typeface="Calibri"/>
            </a:endParaRPr>
          </a:p>
        </p:txBody>
      </p:sp>
      <p:sp>
        <p:nvSpPr>
          <p:cNvPr id="1049" name="v10 node:a1-index">
            <a:extLst>
              <a:ext uri="{FF2B5EF4-FFF2-40B4-BE49-F238E27FC236}">
                <ns2:creationId id="{1FAA70C6-25F2-4A58-971C-02A00985DD2A}"/>
              </a:ext>
            </a:extLst>
          </p:cNvPr>
          <p:cNvSpPr>
            <a:spLocks noGrp="1"/>
          </p:cNvSpPr>
          <p:nvPr/>
        </p:nvSpPr>
        <p:spPr>
          <a:xfrm>
            <a:off x="4095750" y="6191250"/>
            <a:ext cx="1809750" cy="666750"/>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재조회 색인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(요청 간 보존)</a:t>
            </a:r>
            <a:endParaRPr lang="ko-KR">
              <a:latin typeface="Calibri"/>
              <a:ea typeface="Calibri"/>
              <a:cs typeface="Calibri"/>
            </a:endParaRPr>
          </a:p>
        </p:txBody>
      </p:sp>
      <p:sp>
        <p:nvSpPr>
          <p:cNvPr id="1050" name="v10 node:a1-check">
            <a:extLst>
              <a:ext uri="{FF2B5EF4-FFF2-40B4-BE49-F238E27FC236}">
                <ns2:creationId id="{DCF83C73-0E6A-4A4C-AE45-F282899841F7}"/>
              </a:ext>
            </a:extLst>
          </p:cNvPr>
          <p:cNvSpPr>
            <a:spLocks noGrp="1"/>
          </p:cNvSpPr>
          <p:nvPr/>
        </p:nvSpPr>
        <p:spPr>
          <a:xfrm>
            <a:off x="6191250" y="6191250"/>
            <a:ext cx="2047875" cy="476250"/>
          </a:xfrm>
          <a:prstGeom prst="roundRect">
            <a:avLst>
              <a:gd name="adj" fmla="val 16000"/>
            </a:avLst>
          </a:prstGeom>
          <a:solidFill>
            <a:srgbClr val="FFFFFF"/>
          </a:solidFill>
          <a:ln w="16193">
            <a:solidFill>
              <a:srgbClr val="111111"/>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권한 및 판본 검증기</a:t>
            </a:r>
            <a:endParaRPr lang="ko-KR">
              <a:latin typeface="Calibri"/>
              <a:ea typeface="Calibri"/>
              <a:cs typeface="Calibri"/>
            </a:endParaRPr>
          </a:p>
        </p:txBody>
      </p:sp>
      <p:sp>
        <p:nvSpPr>
          <p:cNvPr id="1051" name="v10 edge:a1-record">
            <a:extLst>
              <a:ext uri="{FF2B5EF4-FFF2-40B4-BE49-F238E27FC236}">
                <ns2:creationId id="{17F3CFB3-41AC-4BD2-890F-4EE80B5FD4A9}"/>
              </a:ext>
            </a:extLst>
          </p:cNvPr>
          <p:cNvSpPr>
            <a:spLocks noGrp="1"/>
          </p:cNvSpPr>
          <p:nvPr/>
        </p:nvSpPr>
        <p:spPr>
          <a:xfrm>
            <a:off x="2781300" y="6429375"/>
            <a:ext cx="1314450" cy="953"/>
          </a:xfrm>
          <a:custGeom>
            <a:pathLst>
              <a:path w="1314450" h="953">
                <a:moveTo>
                  <a:pt x="0" y="0"/>
                </a:moveTo>
                <a:lnTo>
                  <a:pt x="1314450" y="0"/>
                </a:lnTo>
              </a:path>
            </a:pathLst>
          </a:custGeom>
          <a:noFill/>
          <a:ln w="17145">
            <a:solidFill>
              <a:srgbClr val="4676CB"/>
            </a:solidFill>
            <a:prstDash val="solid"/>
          </a:ln>
        </p:spPr>
      </p:sp>
      <p:sp>
        <p:nvSpPr>
          <p:cNvPr id="1052" name="v10 arrow:a1-record">
            <a:extLst>
              <a:ext uri="{FF2B5EF4-FFF2-40B4-BE49-F238E27FC236}">
                <ns2:creationId id="{FA322832-E882-4FB4-A18E-DD522A3244FE}"/>
              </a:ext>
            </a:extLst>
          </p:cNvPr>
          <p:cNvSpPr>
            <a:spLocks noGrp="1"/>
          </p:cNvSpPr>
          <p:nvPr/>
        </p:nvSpPr>
        <p:spPr>
          <a:xfrm>
            <a:off x="4010025" y="639127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053" name="v10 label 확정 관계 반영">
            <a:extLst>
              <a:ext uri="{FF2B5EF4-FFF2-40B4-BE49-F238E27FC236}">
                <ns2:creationId id="{04C3C195-7916-424B-8EDE-580B6C7DD09A}"/>
              </a:ext>
            </a:extLst>
          </p:cNvPr>
          <p:cNvSpPr>
            <a:spLocks noGrp="1"/>
          </p:cNvSpPr>
          <p:nvPr/>
        </p:nvSpPr>
        <p:spPr>
          <a:xfrm>
            <a:off x="2847975" y="6153150"/>
            <a:ext cx="1181100" cy="2476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확정 관계 반영</a:t>
            </a:r>
            <a:endParaRPr lang="ko-KR">
              <a:latin typeface="Calibri"/>
              <a:ea typeface="Calibri"/>
              <a:cs typeface="Calibri"/>
            </a:endParaRPr>
          </a:p>
        </p:txBody>
      </p:sp>
      <p:sp>
        <p:nvSpPr>
          <p:cNvPr id="1054" name="v10 edge:a1-invalidate">
            <a:extLst>
              <a:ext uri="{FF2B5EF4-FFF2-40B4-BE49-F238E27FC236}">
                <ns2:creationId id="{2230A41D-0776-4C09-BA9D-C117D07E029F}"/>
              </a:ext>
            </a:extLst>
          </p:cNvPr>
          <p:cNvSpPr>
            <a:spLocks noGrp="1"/>
          </p:cNvSpPr>
          <p:nvPr/>
        </p:nvSpPr>
        <p:spPr>
          <a:xfrm>
            <a:off x="2047875" y="6477000"/>
            <a:ext cx="4143375" cy="647700"/>
          </a:xfrm>
          <a:custGeom>
            <a:pathLst>
              <a:path w="4143375" h="647700">
                <a:moveTo>
                  <a:pt x="4143375" y="0"/>
                </a:moveTo>
                <a:lnTo>
                  <a:pt x="3905250" y="0"/>
                </a:lnTo>
                <a:lnTo>
                  <a:pt x="3905250" y="647700"/>
                </a:lnTo>
                <a:lnTo>
                  <a:pt x="0" y="647700"/>
                </a:lnTo>
                <a:lnTo>
                  <a:pt x="0" y="190500"/>
                </a:lnTo>
              </a:path>
            </a:pathLst>
          </a:custGeom>
          <a:noFill/>
          <a:ln w="17145">
            <a:solidFill>
              <a:srgbClr val="4676CB"/>
            </a:solidFill>
            <a:prstDash val="solid"/>
          </a:ln>
        </p:spPr>
      </p:sp>
      <p:sp>
        <p:nvSpPr>
          <p:cNvPr id="1055" name="v10 arrow:a1-invalidate">
            <a:extLst>
              <a:ext uri="{FF2B5EF4-FFF2-40B4-BE49-F238E27FC236}">
                <ns2:creationId id="{19B7BDA3-409F-46A2-BCBE-A2CB299A9061}"/>
              </a:ext>
            </a:extLst>
          </p:cNvPr>
          <p:cNvSpPr>
            <a:spLocks noGrp="1"/>
          </p:cNvSpPr>
          <p:nvPr/>
        </p:nvSpPr>
        <p:spPr>
          <a:xfrm>
            <a:off x="2009775" y="6667500"/>
            <a:ext cx="76200" cy="85725"/>
          </a:xfrm>
          <a:custGeom>
            <a:pathLst>
              <a:path w="76200" h="85725">
                <a:moveTo>
                  <a:pt x="38100" y="0"/>
                </a:moveTo>
                <a:lnTo>
                  <a:pt x="0" y="85725"/>
                </a:lnTo>
                <a:lnTo>
                  <a:pt x="76200" y="85725"/>
                </a:lnTo>
                <a:close/>
              </a:path>
            </a:pathLst>
          </a:custGeom>
          <a:solidFill>
            <a:srgbClr val="4676CB"/>
          </a:solidFill>
          <a:ln w="3810">
            <a:solidFill>
              <a:srgbClr val="4676CB"/>
            </a:solidFill>
          </a:ln>
        </p:spPr>
      </p:sp>
      <p:sp>
        <p:nvSpPr>
          <p:cNvPr id="1056" name="v10 label 원본 변경 시 갱신">
            <a:extLst>
              <a:ext uri="{FF2B5EF4-FFF2-40B4-BE49-F238E27FC236}">
                <ns2:creationId id="{930336FE-9374-438B-B838-5AA27F5DB973}"/>
              </a:ext>
            </a:extLst>
          </p:cNvPr>
          <p:cNvSpPr>
            <a:spLocks noGrp="1"/>
          </p:cNvSpPr>
          <p:nvPr/>
        </p:nvSpPr>
        <p:spPr>
          <a:xfrm>
            <a:off x="3048000" y="6877050"/>
            <a:ext cx="2476500" cy="2095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변경 시 갱신</a:t>
            </a:r>
            <a:endParaRPr lang="ko-KR">
              <a:latin typeface="Calibri"/>
              <a:ea typeface="Calibri"/>
              <a:cs typeface="Calibri"/>
            </a:endParaRPr>
          </a:p>
        </p:txBody>
      </p:sp>
      <p:sp>
        <p:nvSpPr>
          <p:cNvPr id="1057" name="v10 label 기존 권한과 현재성 검사 유지">
            <a:extLst>
              <a:ext uri="{FF2B5EF4-FFF2-40B4-BE49-F238E27FC236}">
                <ns2:creationId id="{BEAF2E0F-AF21-4290-AE9D-7530BD755A1E}"/>
              </a:ext>
            </a:extLst>
          </p:cNvPr>
          <p:cNvSpPr>
            <a:spLocks noGrp="1"/>
          </p:cNvSpPr>
          <p:nvPr/>
        </p:nvSpPr>
        <p:spPr>
          <a:xfrm>
            <a:off x="6191250" y="6762750"/>
            <a:ext cx="2095500" cy="409575"/>
          </a:xfrm>
          <a:prstGeom prst="rect">
            <a:avLst/>
          </a:prstGeom>
          <a:no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기존 권한과 현재성 검사 유지</a:t>
            </a:r>
            <a:endParaRPr lang="ko-KR">
              <a:latin typeface="Calibri"/>
              <a:ea typeface="Calibri"/>
              <a:cs typeface="Calibri"/>
            </a:endParaRPr>
          </a:p>
        </p:txBody>
      </p:sp>
      <p:sp>
        <p:nvSpPr>
          <p:cNvPr id="1058" name="v10 node:b1-cm">
            <a:extLst>
              <a:ext uri="{FF2B5EF4-FFF2-40B4-BE49-F238E27FC236}">
                <ns2:creationId id="{9044F15F-5B8F-473A-8B09-2E24FBBED104}"/>
              </a:ext>
            </a:extLst>
          </p:cNvPr>
          <p:cNvSpPr>
            <a:spLocks noGrp="1"/>
          </p:cNvSpPr>
          <p:nvPr/>
        </p:nvSpPr>
        <p:spPr>
          <a:xfrm>
            <a:off x="9763125" y="5772150"/>
            <a:ext cx="7715250" cy="1600200"/>
          </a:xfrm>
          <a:prstGeom prst="rect">
            <a:avLst/>
          </a:prstGeom>
          <a:solidFill>
            <a:srgbClr val="FFF6DD"/>
          </a:solidFill>
          <a:ln w="16193">
            <a:solidFill>
              <a:srgbClr val="111111"/>
            </a:solidFill>
          </a:ln>
        </p:spPr>
        <p:txBody>
          <a:bodyPr wrap="none" lIns="47625" tIns="19050" rIns="47625" bIns="12573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59" name="v10 divider b1-cm">
            <a:extLst>
              <a:ext uri="{FF2B5EF4-FFF2-40B4-BE49-F238E27FC236}">
                <ns2:creationId id="{C555D87E-EAC8-4015-B87A-CF3121A0D7FC}"/>
              </a:ext>
            </a:extLst>
          </p:cNvPr>
          <p:cNvSpPr>
            <a:spLocks noGrp="1"/>
          </p:cNvSpPr>
          <p:nvPr/>
        </p:nvSpPr>
        <p:spPr>
          <a:xfrm>
            <a:off x="9763125" y="6134100"/>
            <a:ext cx="7715250" cy="953"/>
          </a:xfrm>
          <a:custGeom>
            <a:pathLst>
              <a:path w="7715250" h="953">
                <a:moveTo>
                  <a:pt x="0" y="0"/>
                </a:moveTo>
                <a:lnTo>
                  <a:pt x="7715250" y="0"/>
                </a:lnTo>
              </a:path>
            </a:pathLst>
          </a:custGeom>
          <a:noFill/>
          <a:ln w="9525">
            <a:solidFill>
              <a:srgbClr val="111111"/>
            </a:solidFill>
            <a:prstDash val="solid"/>
          </a:ln>
        </p:spPr>
      </p:sp>
      <p:sp>
        <p:nvSpPr>
          <p:cNvPr id="1060" name="v10 node:b1-batch">
            <a:extLst>
              <a:ext uri="{FF2B5EF4-FFF2-40B4-BE49-F238E27FC236}">
                <ns2:creationId id="{A60471A5-C8C0-4D0C-9611-464468BFB06B}"/>
              </a:ext>
            </a:extLst>
          </p:cNvPr>
          <p:cNvSpPr>
            <a:spLocks noGrp="1"/>
          </p:cNvSpPr>
          <p:nvPr/>
        </p:nvSpPr>
        <p:spPr>
          <a:xfrm>
            <a:off x="9925050" y="6191250"/>
            <a:ext cx="1714500" cy="428625"/>
          </a:xfrm>
          <a:prstGeom prst="roundRect">
            <a:avLst>
              <a:gd name="adj" fmla="val 17778"/>
            </a:avLst>
          </a:prstGeom>
          <a:solidFill>
            <a:srgbClr val="FFFFFF"/>
          </a:solidFill>
          <a:ln w="16193">
            <a:solidFill>
              <a:srgbClr val="4676CB"/>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사건 묶음</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조정기</a:t>
            </a:r>
            <a:endParaRPr lang="ko-KR">
              <a:latin typeface="Calibri"/>
              <a:ea typeface="Calibri"/>
              <a:cs typeface="Calibri"/>
            </a:endParaRPr>
          </a:p>
        </p:txBody>
      </p:sp>
      <p:sp>
        <p:nvSpPr>
          <p:cNvPr id="1061" name="v10 node:b1-pending">
            <a:extLst>
              <a:ext uri="{FF2B5EF4-FFF2-40B4-BE49-F238E27FC236}">
                <ns2:creationId id="{9A098329-3808-4E8D-8B96-B1DC626DD67F}"/>
              </a:ext>
            </a:extLst>
          </p:cNvPr>
          <p:cNvSpPr>
            <a:spLocks noGrp="1"/>
          </p:cNvSpPr>
          <p:nvPr/>
        </p:nvSpPr>
        <p:spPr>
          <a:xfrm>
            <a:off x="11811000" y="6191250"/>
            <a:ext cx="1428750" cy="762000"/>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대기 사건</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(RAM)</a:t>
            </a:r>
            <a:endParaRPr lang="ko-KR">
              <a:latin typeface="Calibri"/>
              <a:ea typeface="Calibri"/>
              <a:cs typeface="Calibri"/>
            </a:endParaRPr>
          </a:p>
        </p:txBody>
      </p:sp>
      <p:sp>
        <p:nvSpPr>
          <p:cNvPr id="1062" name="v10 node:b1-produce">
            <a:extLst>
              <a:ext uri="{FF2B5EF4-FFF2-40B4-BE49-F238E27FC236}">
                <ns2:creationId id="{58397917-9C1D-43C1-AA9A-15CB27262EBC}"/>
              </a:ext>
            </a:extLst>
          </p:cNvPr>
          <p:cNvSpPr>
            <a:spLocks noGrp="1"/>
          </p:cNvSpPr>
          <p:nvPr/>
        </p:nvSpPr>
        <p:spPr>
          <a:xfrm>
            <a:off x="13430250" y="6191250"/>
            <a:ext cx="171450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생산기</a:t>
            </a:r>
            <a:endParaRPr lang="ko-KR">
              <a:latin typeface="Calibri"/>
              <a:ea typeface="Calibri"/>
              <a:cs typeface="Calibri"/>
            </a:endParaRPr>
          </a:p>
        </p:txBody>
      </p:sp>
      <p:sp>
        <p:nvSpPr>
          <p:cNvPr id="1063" name="v10 node:b1-query">
            <a:extLst>
              <a:ext uri="{FF2B5EF4-FFF2-40B4-BE49-F238E27FC236}">
                <ns2:creationId id="{629FA582-8059-4052-B591-D3BF04D278C7}"/>
              </a:ext>
            </a:extLst>
          </p:cNvPr>
          <p:cNvSpPr>
            <a:spLocks noGrp="1"/>
          </p:cNvSpPr>
          <p:nvPr/>
        </p:nvSpPr>
        <p:spPr>
          <a:xfrm>
            <a:off x="15335250" y="6191250"/>
            <a:ext cx="1952625" cy="381000"/>
          </a:xfrm>
          <a:prstGeom prst="roundRect">
            <a:avLst>
              <a:gd name="adj" fmla="val 20000"/>
            </a:avLst>
          </a:prstGeom>
          <a:solidFill>
            <a:srgbClr val="FFFFFF"/>
          </a:solidFill>
          <a:ln w="16193">
            <a:solidFill>
              <a:srgbClr val="111111"/>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조회기</a:t>
            </a:r>
            <a:endParaRPr lang="ko-KR">
              <a:latin typeface="Calibri"/>
              <a:ea typeface="Calibri"/>
              <a:cs typeface="Calibri"/>
            </a:endParaRPr>
          </a:p>
        </p:txBody>
      </p:sp>
      <p:sp>
        <p:nvSpPr>
          <p:cNvPr id="1064" name="v10 node:b1-source">
            <a:extLst>
              <a:ext uri="{FF2B5EF4-FFF2-40B4-BE49-F238E27FC236}">
                <ns2:creationId id="{77000C02-1ADB-4111-A06C-86DCEAA831C7}"/>
              </a:ext>
            </a:extLst>
          </p:cNvPr>
          <p:cNvSpPr>
            <a:spLocks noGrp="1"/>
          </p:cNvSpPr>
          <p:nvPr/>
        </p:nvSpPr>
        <p:spPr>
          <a:xfrm>
            <a:off x="15335250" y="6915150"/>
            <a:ext cx="1952625" cy="342900"/>
          </a:xfrm>
          <a:prstGeom prst="roundRect">
            <a:avLst>
              <a:gd name="adj" fmla="val 22222"/>
            </a:avLst>
          </a:prstGeom>
          <a:solidFill>
            <a:srgbClr val="FFFFFF"/>
          </a:solidFill>
          <a:ln w="16193">
            <a:solidFill>
              <a:srgbClr val="111111"/>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원본 조회기</a:t>
            </a:r>
            <a:endParaRPr lang="ko-KR">
              <a:latin typeface="Calibri"/>
              <a:ea typeface="Calibri"/>
              <a:cs typeface="Calibri"/>
            </a:endParaRPr>
          </a:p>
        </p:txBody>
      </p:sp>
      <p:sp>
        <p:nvSpPr>
          <p:cNvPr id="1065" name="v10 edge:b1-add">
            <a:extLst>
              <a:ext uri="{FF2B5EF4-FFF2-40B4-BE49-F238E27FC236}">
                <ns2:creationId id="{6A3179EE-AF05-4878-8FE3-BC9591E3E1C1}"/>
              </a:ext>
            </a:extLst>
          </p:cNvPr>
          <p:cNvSpPr>
            <a:spLocks noGrp="1"/>
          </p:cNvSpPr>
          <p:nvPr/>
        </p:nvSpPr>
        <p:spPr>
          <a:xfrm>
            <a:off x="11639550" y="6381750"/>
            <a:ext cx="171450" cy="953"/>
          </a:xfrm>
          <a:custGeom>
            <a:pathLst>
              <a:path w="171450" h="953">
                <a:moveTo>
                  <a:pt x="0" y="0"/>
                </a:moveTo>
                <a:lnTo>
                  <a:pt x="171450" y="0"/>
                </a:lnTo>
              </a:path>
            </a:pathLst>
          </a:custGeom>
          <a:noFill/>
          <a:ln w="17145">
            <a:solidFill>
              <a:srgbClr val="111111"/>
            </a:solidFill>
            <a:prstDash val="solid"/>
          </a:ln>
        </p:spPr>
      </p:sp>
      <p:sp>
        <p:nvSpPr>
          <p:cNvPr id="1066" name="v10 arrow:b1-add">
            <a:extLst>
              <a:ext uri="{FF2B5EF4-FFF2-40B4-BE49-F238E27FC236}">
                <ns2:creationId id="{2341FE4B-A16A-4E4D-98D1-6DEF56151F5F}"/>
              </a:ext>
            </a:extLst>
          </p:cNvPr>
          <p:cNvSpPr>
            <a:spLocks noGrp="1"/>
          </p:cNvSpPr>
          <p:nvPr/>
        </p:nvSpPr>
        <p:spPr>
          <a:xfrm>
            <a:off x="11725275" y="63436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067" name="v10 edge:b1-start">
            <a:extLst>
              <a:ext uri="{FF2B5EF4-FFF2-40B4-BE49-F238E27FC236}">
                <ns2:creationId id="{19C04C7C-5FC0-444B-9D69-60F4048C6E5C}"/>
              </a:ext>
            </a:extLst>
          </p:cNvPr>
          <p:cNvSpPr>
            <a:spLocks noGrp="1"/>
          </p:cNvSpPr>
          <p:nvPr/>
        </p:nvSpPr>
        <p:spPr>
          <a:xfrm>
            <a:off x="13239750" y="6381750"/>
            <a:ext cx="190500" cy="953"/>
          </a:xfrm>
          <a:custGeom>
            <a:pathLst>
              <a:path w="190500" h="953">
                <a:moveTo>
                  <a:pt x="0" y="0"/>
                </a:moveTo>
                <a:lnTo>
                  <a:pt x="190500" y="0"/>
                </a:lnTo>
              </a:path>
            </a:pathLst>
          </a:custGeom>
          <a:noFill/>
          <a:ln w="17145">
            <a:solidFill>
              <a:srgbClr val="111111"/>
            </a:solidFill>
            <a:prstDash val="solid"/>
          </a:ln>
        </p:spPr>
      </p:sp>
      <p:sp>
        <p:nvSpPr>
          <p:cNvPr id="1068" name="v10 arrow:b1-start">
            <a:extLst>
              <a:ext uri="{FF2B5EF4-FFF2-40B4-BE49-F238E27FC236}">
                <ns2:creationId id="{233859C1-199B-4DF8-B6F9-521202B428EE}"/>
              </a:ext>
            </a:extLst>
          </p:cNvPr>
          <p:cNvSpPr>
            <a:spLocks noGrp="1"/>
          </p:cNvSpPr>
          <p:nvPr/>
        </p:nvSpPr>
        <p:spPr>
          <a:xfrm>
            <a:off x="13344525" y="63436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069" name="v10 edge:b1-pending-read">
            <a:extLst>
              <a:ext uri="{FF2B5EF4-FFF2-40B4-BE49-F238E27FC236}">
                <ns2:creationId id="{5090512B-8A69-44AB-A129-53BC8B957BF7}"/>
              </a:ext>
            </a:extLst>
          </p:cNvPr>
          <p:cNvSpPr>
            <a:spLocks noGrp="1"/>
          </p:cNvSpPr>
          <p:nvPr/>
        </p:nvSpPr>
        <p:spPr>
          <a:xfrm>
            <a:off x="13239750" y="6381750"/>
            <a:ext cx="2095500" cy="361950"/>
          </a:xfrm>
          <a:custGeom>
            <a:pathLst>
              <a:path w="2095500" h="361950">
                <a:moveTo>
                  <a:pt x="0" y="361950"/>
                </a:moveTo>
                <a:lnTo>
                  <a:pt x="2000250" y="361950"/>
                </a:lnTo>
                <a:lnTo>
                  <a:pt x="2000250" y="0"/>
                </a:lnTo>
                <a:lnTo>
                  <a:pt x="2095500" y="0"/>
                </a:lnTo>
              </a:path>
            </a:pathLst>
          </a:custGeom>
          <a:noFill/>
          <a:ln w="17145">
            <a:solidFill>
              <a:srgbClr val="111111"/>
            </a:solidFill>
            <a:prstDash val="solid"/>
          </a:ln>
        </p:spPr>
      </p:sp>
      <p:sp>
        <p:nvSpPr>
          <p:cNvPr id="1070" name="v10 arrow:b1-pending-read">
            <a:extLst>
              <a:ext uri="{FF2B5EF4-FFF2-40B4-BE49-F238E27FC236}">
                <ns2:creationId id="{7269D902-E4D3-4994-809D-B2A75B4D6EA0}"/>
              </a:ext>
            </a:extLst>
          </p:cNvPr>
          <p:cNvSpPr>
            <a:spLocks noGrp="1"/>
          </p:cNvSpPr>
          <p:nvPr/>
        </p:nvSpPr>
        <p:spPr>
          <a:xfrm>
            <a:off x="15249525" y="63436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071" name="v10 label 미처리 범위 확인">
            <a:extLst>
              <a:ext uri="{FF2B5EF4-FFF2-40B4-BE49-F238E27FC236}">
                <ns2:creationId id="{74521C08-AC17-4D2A-BE68-CFC95A68D765}"/>
              </a:ext>
            </a:extLst>
          </p:cNvPr>
          <p:cNvSpPr>
            <a:spLocks noGrp="1"/>
          </p:cNvSpPr>
          <p:nvPr/>
        </p:nvSpPr>
        <p:spPr>
          <a:xfrm>
            <a:off x="13430250" y="6781800"/>
            <a:ext cx="1762125" cy="219075"/>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미처리 범위 확인</a:t>
            </a:r>
            <a:endParaRPr lang="ko-KR">
              <a:latin typeface="Calibri"/>
              <a:ea typeface="Calibri"/>
              <a:cs typeface="Calibri"/>
            </a:endParaRPr>
          </a:p>
        </p:txBody>
      </p:sp>
      <p:sp>
        <p:nvSpPr>
          <p:cNvPr id="1072" name="v10 edge:b1-fallback">
            <a:extLst>
              <a:ext uri="{FF2B5EF4-FFF2-40B4-BE49-F238E27FC236}">
                <ns2:creationId id="{1BFE8FCD-32E0-4611-938E-436998E66302}"/>
              </a:ext>
            </a:extLst>
          </p:cNvPr>
          <p:cNvSpPr>
            <a:spLocks noGrp="1"/>
          </p:cNvSpPr>
          <p:nvPr/>
        </p:nvSpPr>
        <p:spPr>
          <a:xfrm>
            <a:off x="16335375" y="6572250"/>
            <a:ext cx="953" cy="342900"/>
          </a:xfrm>
          <a:custGeom>
            <a:pathLst>
              <a:path w="953" h="342900">
                <a:moveTo>
                  <a:pt x="0" y="0"/>
                </a:moveTo>
                <a:lnTo>
                  <a:pt x="0" y="342900"/>
                </a:lnTo>
              </a:path>
            </a:pathLst>
          </a:custGeom>
          <a:noFill/>
          <a:ln w="17145">
            <a:solidFill>
              <a:srgbClr val="111111"/>
            </a:solidFill>
            <a:prstDash val="solid"/>
          </a:ln>
        </p:spPr>
      </p:sp>
      <p:sp>
        <p:nvSpPr>
          <p:cNvPr id="1073" name="v10 arrow:b1-fallback">
            <a:extLst>
              <a:ext uri="{FF2B5EF4-FFF2-40B4-BE49-F238E27FC236}">
                <ns2:creationId id="{1C8E77D0-9D8F-4AC5-A606-255D7CDDE9C2}"/>
              </a:ext>
            </a:extLst>
          </p:cNvPr>
          <p:cNvSpPr>
            <a:spLocks noGrp="1"/>
          </p:cNvSpPr>
          <p:nvPr/>
        </p:nvSpPr>
        <p:spPr>
          <a:xfrm>
            <a:off x="16297275" y="68294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74" name="v10 label 미게시 범위&#10;원본 보완">
            <a:extLst>
              <a:ext uri="{FF2B5EF4-FFF2-40B4-BE49-F238E27FC236}">
                <ns2:creationId id="{5675C146-BF47-400D-9F5B-4217883B819F}"/>
              </a:ext>
            </a:extLst>
          </p:cNvPr>
          <p:cNvSpPr>
            <a:spLocks noGrp="1"/>
          </p:cNvSpPr>
          <p:nvPr/>
        </p:nvSpPr>
        <p:spPr>
          <a:xfrm>
            <a:off x="16363950" y="6591300"/>
            <a:ext cx="1000125" cy="314325"/>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미게시 범위</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보완</a:t>
            </a:r>
            <a:endParaRPr lang="ko-KR">
              <a:latin typeface="Calibri"/>
              <a:ea typeface="Calibri"/>
              <a:cs typeface="Calibri"/>
            </a:endParaRPr>
          </a:p>
        </p:txBody>
      </p:sp>
      <p:sp>
        <p:nvSpPr>
          <p:cNvPr id="1075" name="v10 edge:b1-fallback-result">
            <a:extLst>
              <a:ext uri="{FF2B5EF4-FFF2-40B4-BE49-F238E27FC236}">
                <ns2:creationId id="{6D4D2B5E-B15A-4404-A34C-D62CCA2A436E}"/>
              </a:ext>
            </a:extLst>
          </p:cNvPr>
          <p:cNvSpPr>
            <a:spLocks noGrp="1"/>
          </p:cNvSpPr>
          <p:nvPr/>
        </p:nvSpPr>
        <p:spPr>
          <a:xfrm>
            <a:off x="17287875" y="6334125"/>
            <a:ext cx="123825" cy="752475"/>
          </a:xfrm>
          <a:custGeom>
            <a:pathLst>
              <a:path w="123825" h="752475">
                <a:moveTo>
                  <a:pt x="0" y="752475"/>
                </a:moveTo>
                <a:lnTo>
                  <a:pt x="123825" y="752475"/>
                </a:lnTo>
                <a:lnTo>
                  <a:pt x="123825" y="0"/>
                </a:lnTo>
                <a:lnTo>
                  <a:pt x="0" y="0"/>
                </a:lnTo>
              </a:path>
            </a:pathLst>
          </a:custGeom>
          <a:noFill/>
          <a:ln w="17145">
            <a:solidFill>
              <a:srgbClr val="111111"/>
            </a:solidFill>
            <a:prstDash val="dash"/>
          </a:ln>
        </p:spPr>
      </p:sp>
      <p:sp>
        <p:nvSpPr>
          <p:cNvPr id="1076" name="v10 arrow:b1-fallback-result">
            <a:extLst>
              <a:ext uri="{FF2B5EF4-FFF2-40B4-BE49-F238E27FC236}">
                <ns2:creationId id="{D060B816-A3BB-48E0-A72A-BD45E6088B79}"/>
              </a:ext>
            </a:extLst>
          </p:cNvPr>
          <p:cNvSpPr>
            <a:spLocks noGrp="1"/>
          </p:cNvSpPr>
          <p:nvPr/>
        </p:nvSpPr>
        <p:spPr>
          <a:xfrm>
            <a:off x="17287875" y="62960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1077" name="v10 label 호환 사건만 합류">
            <a:extLst>
              <a:ext uri="{FF2B5EF4-FFF2-40B4-BE49-F238E27FC236}">
                <ns2:creationId id="{9C2AD9CF-3D8A-42C8-8072-2A7BB6CF51A4}"/>
              </a:ext>
            </a:extLst>
          </p:cNvPr>
          <p:cNvSpPr>
            <a:spLocks noGrp="1"/>
          </p:cNvSpPr>
          <p:nvPr/>
        </p:nvSpPr>
        <p:spPr>
          <a:xfrm>
            <a:off x="9906000" y="6762750"/>
            <a:ext cx="1809750" cy="247650"/>
          </a:xfrm>
          <a:prstGeom prst="rect">
            <a:avLst/>
          </a:prstGeom>
          <a:no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호환 사건만 합류</a:t>
            </a:r>
            <a:endParaRPr lang="ko-KR">
              <a:latin typeface="Calibri"/>
              <a:ea typeface="Calibri"/>
              <a:cs typeface="Calibri"/>
            </a:endParaRPr>
          </a:p>
        </p:txBody>
      </p:sp>
      <p:sp>
        <p:nvSpPr>
          <p:cNvPr id="1078" name="v10 label 묶음 확정 후 생산">
            <a:extLst>
              <a:ext uri="{FF2B5EF4-FFF2-40B4-BE49-F238E27FC236}">
                <ns2:creationId id="{9683CBCF-2D5C-472E-93BD-265A4EB3AFDF}"/>
              </a:ext>
            </a:extLst>
          </p:cNvPr>
          <p:cNvSpPr>
            <a:spLocks noGrp="1"/>
          </p:cNvSpPr>
          <p:nvPr/>
        </p:nvSpPr>
        <p:spPr>
          <a:xfrm>
            <a:off x="13382625" y="7067550"/>
            <a:ext cx="1857375" cy="219075"/>
          </a:xfrm>
          <a:prstGeom prst="rect">
            <a:avLst/>
          </a:prstGeom>
          <a:no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묶음 확정 후 생산</a:t>
            </a:r>
            <a:endParaRPr lang="ko-KR">
              <a:latin typeface="Calibri"/>
              <a:ea typeface="Calibri"/>
              <a:cs typeface="Calibri"/>
            </a:endParaRPr>
          </a:p>
        </p:txBody>
      </p:sp>
    </p:spTree>
    <p:extLst>
      <p:ext uri="{BB962C8B-B14F-4D97-AF65-F5344CB8AC3E}">
        <p14:creationId val="1937057210"/>
      </p:ext>
    </p:extLst>
  </p:cSld>
</p:sld>
</file>

<file path=ppt/slides/slide22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5 object 161">
            <a:extLst>
              <a:ext uri="{FF2B5EF4-FFF2-40B4-BE49-F238E27FC236}">
                <ns2:creationId id="{2C371E2A-C3B8-4858-BB17-EE9BB32673A4}"/>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(QA Tradeoff 상세)</a:t>
            </a:r>
            <a:endParaRPr lang="ko-KR">
              <a:latin typeface="Calibri"/>
              <a:ea typeface="Calibri"/>
              <a:cs typeface="Calibri"/>
            </a:endParaRPr>
          </a:p>
        </p:txBody>
      </p:sp>
      <p:sp>
        <p:nvSpPr>
          <p:cNvPr id="2" name="DP5 object 162">
            <a:extLst>
              <a:ext uri="{FF2B5EF4-FFF2-40B4-BE49-F238E27FC236}">
                <ns2:creationId id="{DC870866-D3EE-4FAC-92ED-8223D14FCB46}"/>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63">
            <a:extLst>
              <a:ext uri="{FF2B5EF4-FFF2-40B4-BE49-F238E27FC236}">
                <ns2:creationId id="{D0E3B1F3-A81E-4EB1-B398-F5B6F6ABD608}"/>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64">
            <a:extLst>
              <a:ext uri="{FF2B5EF4-FFF2-40B4-BE49-F238E27FC236}">
                <ns2:creationId id="{74569AA5-1CE6-40EB-B081-EE8E868BF56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65">
            <a:extLst>
              <a:ext uri="{FF2B5EF4-FFF2-40B4-BE49-F238E27FC236}">
                <ns2:creationId id="{53187C27-DA80-4993-9337-186491CD907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66">
            <a:extLst>
              <a:ext uri="{FF2B5EF4-FFF2-40B4-BE49-F238E27FC236}">
                <ns2:creationId id="{FA8D159C-A51A-4A8F-BF79-EA0C758A9A7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67">
            <a:extLst>
              <a:ext uri="{FF2B5EF4-FFF2-40B4-BE49-F238E27FC236}">
                <ns2:creationId id="{C208C079-5298-45AB-B7E0-3893C883EAE5}"/>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68">
            <a:extLst>
              <a:ext uri="{FF2B5EF4-FFF2-40B4-BE49-F238E27FC236}">
                <ns2:creationId id="{237F5640-80A4-4D0D-AD2C-9C12CDF07DE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69">
            <a:extLst>
              <a:ext uri="{FF2B5EF4-FFF2-40B4-BE49-F238E27FC236}">
                <ns2:creationId id="{3DA9D818-F9BB-482C-B138-3A16F9524C9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70">
            <a:extLst>
              <a:ext uri="{FF2B5EF4-FFF2-40B4-BE49-F238E27FC236}">
                <ns2:creationId id="{48D17ABE-E52A-4141-8519-36AD344F6DF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71">
            <a:extLst>
              <a:ext uri="{FF2B5EF4-FFF2-40B4-BE49-F238E27FC236}">
                <ns2:creationId id="{97864985-E7A0-4FF8-90B9-864078C80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72">
            <a:extLst>
              <a:ext uri="{FF2B5EF4-FFF2-40B4-BE49-F238E27FC236}">
                <ns2:creationId id="{0527C697-0BB8-4B13-ACB1-F69116C9ED1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B9F7358-ABE7-44DE-85AF-04E4F78F6525}"/>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23 / 36</a:t>
            </a:r>
            <a:endParaRPr lang="ko-KR">
              <a:latin typeface="Calibri"/>
              <a:ea typeface="Calibri"/>
              <a:cs typeface="Calibri"/>
            </a:endParaRPr>
          </a:p>
        </p:txBody>
      </p:sp>
      <p:sp>
        <p:nvSpPr>
          <p:cNvPr id="14" name="DP5 object 174">
            <a:extLst>
              <a:ext uri="{FF2B5EF4-FFF2-40B4-BE49-F238E27FC236}">
                <ns2:creationId id="{9B5BB876-3884-42ED-9FAE-42B82BC481FB}"/>
              </a:ext>
            </a:extLst>
          </p:cNvPr>
          <p:cNvSpPr>
            <a:spLocks noGrp="1"/>
          </p:cNvSpPr>
          <p:nvPr/>
        </p:nvSpPr>
        <p:spPr>
          <a:xfrm>
            <a:off x="266700" y="1228725"/>
            <a:ext cx="17526000" cy="4762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요청 경로의 관계 조합 대기  ↔  요청 전에 발생하는 생산·갱신 비용</a:t>
            </a:r>
            <a:endParaRPr lang="ko-KR">
              <a:latin typeface="Calibri"/>
              <a:ea typeface="Calibri"/>
              <a:cs typeface="Calibri"/>
            </a:endParaRPr>
          </a:p>
        </p:txBody>
      </p:sp>
      <p:graphicFrame>
        <p:nvGraphicFramePr>
          <p:cNvPr id="15" name="">
            <a:extLst>
              <a:ext uri="{FF2B5EF4-FFF2-40B4-BE49-F238E27FC236}">
                <ns2:creationId id="{30BFF647-9361-406F-8AC1-FD5B29476B54}"/>
              </a:ext>
            </a:extLst>
          </p:cNvPr>
          <p:cNvGraphicFramePr/>
          <p:nvPr/>
        </p:nvGraphicFramePr>
        <p:xfrm>
          <a:off x="266700" y="1971675"/>
          <a:ext cx="17764125" cy="5353050"/>
        </p:xfrm>
        <a:graphic>
          <a:graphicData uri="http://schemas.openxmlformats.org/drawingml/2006/table">
            <a:tbl>
              <a:tblPr firstRow="0" bandRow="0" bandCol="0"/>
              <a:tblGrid>
                <a:gridCol w="3190875"/>
                <a:gridCol w="7286625"/>
                <a:gridCol w="7286625"/>
              </a:tblGrid>
              <a:tr h="4857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 / 차별화</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요청 소유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영속 관계 생산·조회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QA01 첫 응답</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조건부 가설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조합이 첫 올바른 내용에 필수면 대기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유효 관계가 그 조합을 대체할 때 대기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QA02 지칭 정확도</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양방향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흩어진 원본의 연결 누락 위험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잘못 묶인 대상 재사용 위험 /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QA03 VIA 처리</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조건부 가설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 안에서 원본 탐색·조합 수행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조회·적용으로 단축 가능 / 보완·경합 비용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QA04 변경 모듈</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관련 · 미확정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조회와 요청 해석 경로 변경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생산·무효화·조회 계약 변경 / 재사용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QA05 전체 모델 비용</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반대 비용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실제 요청된 관계에 해석비용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900" b="0" lang="ko-KR">
                          <a:solidFill>
                            <a:srgbClr val="C00000"/>
                          </a:solidFill>
                          <a:latin typeface="Calibri"/>
                          <a:ea typeface="Calibri"/>
                          <a:cs typeface="Calibri"/>
                        </a:rPr>
                        <a:t>미소비 생산·정정·재시도 포함 / 재사용 상쇄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QA06 로컬 peak RAM</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관련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요청의 원본 문맥·임시 상태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파생 상태·생산 작업 추가 / 요청 문맥 축소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새 QA07 요청 의미</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양방향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현재 목적에서 해석 / 조건 연결 누락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측면·상황 재사용 / 과도한 일반화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B가 유리해지는 장면">
            <a:extLst>
              <a:ext uri="{FF2B5EF4-FFF2-40B4-BE49-F238E27FC236}">
                <ns2:creationId id="{11C51B2E-732B-4F30-BBED-4AA0D878814B}"/>
              </a:ext>
            </a:extLst>
          </p:cNvPr>
          <p:cNvSpPr>
            <a:spLocks noGrp="1"/>
          </p:cNvSpPr>
          <p:nvPr/>
        </p:nvSpPr>
        <p:spPr>
          <a:xfrm>
            <a:off x="266700" y="7781925"/>
            <a:ext cx="8572500" cy="428625"/>
          </a:xfrm>
          <a:prstGeom prst="rect">
            <a:avLst/>
          </a:prstGeom>
          <a:solidFill>
            <a:srgbClr val="C9E1B3"/>
          </a:solidFill>
          <a:ln w="17145">
            <a:solidFill>
              <a:srgbClr val="111111"/>
            </a:solidFill>
            <a:prstDash val="solid"/>
          </a:ln>
        </p:spPr>
        <p:txBody>
          <a:bodyPr wrap="none" lIns="66675" tIns="38100" rIns="66675" bIns="3810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B가 유리해지는 장면</a:t>
            </a:r>
            <a:endParaRPr lang="ko-KR">
              <a:latin typeface="Calibri"/>
              <a:ea typeface="Calibri"/>
              <a:cs typeface="Calibri"/>
            </a:endParaRPr>
          </a:p>
        </p:txBody>
      </p:sp>
      <p:sp>
        <p:nvSpPr>
          <p:cNvPr id="18" name="A가 유리해지는 장면">
            <a:extLst>
              <a:ext uri="{FF2B5EF4-FFF2-40B4-BE49-F238E27FC236}">
                <ns2:creationId id="{8DBB6F87-4C9A-4415-BADC-6223E282BCAB}"/>
              </a:ext>
            </a:extLst>
          </p:cNvPr>
          <p:cNvSpPr>
            <a:spLocks noGrp="1"/>
          </p:cNvSpPr>
          <p:nvPr/>
        </p:nvSpPr>
        <p:spPr>
          <a:xfrm>
            <a:off x="9458325" y="7781925"/>
            <a:ext cx="8572500" cy="428625"/>
          </a:xfrm>
          <a:prstGeom prst="rect">
            <a:avLst/>
          </a:prstGeom>
          <a:solidFill>
            <a:srgbClr val="C9E1B3"/>
          </a:solidFill>
          <a:ln w="17145">
            <a:solidFill>
              <a:srgbClr val="111111"/>
            </a:solidFill>
            <a:prstDash val="solid"/>
          </a:ln>
        </p:spPr>
        <p:txBody>
          <a:bodyPr wrap="none" lIns="66675" tIns="38100" rIns="66675" bIns="3810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A가 유리해지는 장면</a:t>
            </a:r>
            <a:endParaRPr lang="ko-KR">
              <a:latin typeface="Calibri"/>
              <a:ea typeface="Calibri"/>
              <a:cs typeface="Calibri"/>
            </a:endParaRPr>
          </a:p>
        </p:txBody>
      </p:sp>
      <p:sp>
        <p:nvSpPr>
          <p:cNvPr id="20" name="DP5 object 177">
            <a:extLst>
              <a:ext uri="{FF2B5EF4-FFF2-40B4-BE49-F238E27FC236}">
                <ns2:creationId id="{907C6AFD-DB52-41B4-935C-4AB8002E21EA}"/>
              </a:ext>
            </a:extLst>
          </p:cNvPr>
          <p:cNvSpPr>
            <a:spLocks noGrp="1"/>
          </p:cNvSpPr>
          <p:nvPr/>
        </p:nvSpPr>
        <p:spPr>
          <a:xfrm>
            <a:off x="419100" y="8372475"/>
            <a:ext cx="8239125" cy="74295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처음 다시 부르는 과거 관계가 자주 첫 응답을 막고,</a:t>
            </a:r>
            <a:endParaRPr lang="ko-KR">
              <a:latin typeface="Calibri"/>
              <a:ea typeface="Calibri"/>
              <a:cs typeface="Calibri"/>
            </a:endParaRPr>
          </a:p>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미리 만든 유효 관계가 원본 조합을 실제로 줄일 때</a:t>
            </a:r>
            <a:endParaRPr lang="ko-KR">
              <a:latin typeface="Calibri"/>
              <a:ea typeface="Calibri"/>
              <a:cs typeface="Calibri"/>
            </a:endParaRPr>
          </a:p>
        </p:txBody>
      </p:sp>
      <p:sp>
        <p:nvSpPr>
          <p:cNvPr id="21" name="DP5 object 178">
            <a:extLst>
              <a:ext uri="{FF2B5EF4-FFF2-40B4-BE49-F238E27FC236}">
                <ns2:creationId id="{379DDA01-0050-44D8-9899-28A7A5C9650C}"/>
              </a:ext>
            </a:extLst>
          </p:cNvPr>
          <p:cNvSpPr>
            <a:spLocks noGrp="1"/>
          </p:cNvSpPr>
          <p:nvPr/>
        </p:nvSpPr>
        <p:spPr>
          <a:xfrm>
            <a:off x="9610725" y="8372475"/>
            <a:ext cx="8239125" cy="74295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공개 결과·피드백은 많지만 재참조는 적거나,</a:t>
            </a:r>
            <a:endParaRPr lang="ko-KR">
              <a:latin typeface="Calibri"/>
              <a:ea typeface="Calibri"/>
              <a:cs typeface="Calibri"/>
            </a:endParaRPr>
          </a:p>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새 조건·정정 때문에 B도 원본을 다시 해석해야 할 때</a:t>
            </a:r>
            <a:endParaRPr lang="ko-KR">
              <a:latin typeface="Calibri"/>
              <a:ea typeface="Calibri"/>
              <a:cs typeface="Calibri"/>
            </a:endParaRPr>
          </a:p>
        </p:txBody>
      </p:sp>
      <p:sp>
        <p:nvSpPr>
          <p:cNvPr id="22" name="DP5 object 179">
            <a:extLst>
              <a:ext uri="{FF2B5EF4-FFF2-40B4-BE49-F238E27FC236}">
                <ns2:creationId id="{84B2CFAD-7F57-4F02-83FD-D9FFB5C5B338}"/>
              </a:ext>
            </a:extLst>
          </p:cNvPr>
          <p:cNvSpPr>
            <a:spLocks noGrp="1"/>
          </p:cNvSpPr>
          <p:nvPr/>
        </p:nvSpPr>
        <p:spPr>
          <a:xfrm>
            <a:off x="266700" y="9305925"/>
            <a:ext cx="17526000" cy="342900"/>
          </a:xfrm>
          <a:prstGeom prst="rect">
            <a:avLst/>
          </a:prstGeom>
          <a:noFill/>
          <a:ln w="0">
            <a:noFill/>
            <a:prstDash val="solid"/>
          </a:ln>
        </p:spPr>
        <p:txBody>
          <a:bodyPr wrap="none" lIns="0" tIns="0" rIns="0" bIns="0" anchor="ctr">
            <a:noAutofit/>
          </a:bodyPr>
          <a:lstStyle>
            <a:defPPr algn="l">
              <a:defRPr sz="1900" b="1" lang="ko-KR">
                <a:solidFill>
                  <a:srgbClr val="50555B"/>
                </a:solidFill>
                <a:latin typeface="Calibri"/>
                <a:ea typeface="Calibri"/>
                <a:cs typeface="Calibri"/>
              </a:defRPr>
            </a:defPPr>
            <a:lvl1pPr algn="l">
              <a:defRPr sz="1900" b="1" lang="ko-KR">
                <a:solidFill>
                  <a:srgbClr val="50555B"/>
                </a:solidFill>
                <a:latin typeface="Calibri"/>
                <a:ea typeface="Calibri"/>
                <a:cs typeface="Calibri"/>
              </a:defRPr>
            </a:lvl1pPr>
            <a:lvl2pPr algn="l">
              <a:defRPr sz="1900" b="1" lang="ko-KR">
                <a:solidFill>
                  <a:srgbClr val="50555B"/>
                </a:solidFill>
                <a:latin typeface="Calibri"/>
                <a:ea typeface="Calibri"/>
                <a:cs typeface="Calibri"/>
              </a:defRPr>
            </a:lvl2pPr>
            <a:lvl3pPr algn="l">
              <a:defRPr sz="1900" b="1" lang="ko-KR">
                <a:solidFill>
                  <a:srgbClr val="50555B"/>
                </a:solidFill>
                <a:latin typeface="Calibri"/>
                <a:ea typeface="Calibri"/>
                <a:cs typeface="Calibri"/>
              </a:defRPr>
            </a:lvl3pPr>
            <a:lvl4pPr algn="l">
              <a:defRPr sz="1900" b="1" lang="ko-KR">
                <a:solidFill>
                  <a:srgbClr val="50555B"/>
                </a:solidFill>
                <a:latin typeface="Calibri"/>
                <a:ea typeface="Calibri"/>
                <a:cs typeface="Calibri"/>
              </a:defRPr>
            </a:lvl4pPr>
            <a:lvl5pPr algn="l">
              <a:defRPr sz="1900" b="1" lang="ko-KR">
                <a:solidFill>
                  <a:srgbClr val="50555B"/>
                </a:solidFill>
                <a:latin typeface="Calibri"/>
                <a:ea typeface="Calibri"/>
                <a:cs typeface="Calibri"/>
              </a:defRPr>
            </a:lvl5pPr>
            <a:lvl6pPr algn="l">
              <a:defRPr sz="1900" b="1" lang="ko-KR">
                <a:solidFill>
                  <a:srgbClr val="50555B"/>
                </a:solidFill>
                <a:latin typeface="Calibri"/>
                <a:ea typeface="Calibri"/>
                <a:cs typeface="Calibri"/>
              </a:defRPr>
            </a:lvl6pPr>
            <a:lvl7pPr algn="l">
              <a:defRPr sz="1900" b="1" lang="ko-KR">
                <a:solidFill>
                  <a:srgbClr val="50555B"/>
                </a:solidFill>
                <a:latin typeface="Calibri"/>
                <a:ea typeface="Calibri"/>
                <a:cs typeface="Calibri"/>
              </a:defRPr>
            </a:lvl7pPr>
            <a:lvl8pPr algn="l">
              <a:defRPr sz="1900" b="1" lang="ko-KR">
                <a:solidFill>
                  <a:srgbClr val="50555B"/>
                </a:solidFill>
                <a:latin typeface="Calibri"/>
                <a:ea typeface="Calibri"/>
                <a:cs typeface="Calibri"/>
              </a:defRPr>
            </a:lvl8pPr>
            <a:lvl9pPr algn="l">
              <a:defRPr sz="1900" b="1" lang="ko-KR">
                <a:solidFill>
                  <a:srgbClr val="50555B"/>
                </a:solidFill>
                <a:latin typeface="Calibri"/>
                <a:ea typeface="Calibri"/>
                <a:cs typeface="Calibri"/>
              </a:defRPr>
            </a:lvl9pPr>
          </a:lstStyle>
          <a:p>
            <a:pPr algn="l">
              <a:defRPr sz="1900" b="1" lang="ko-KR">
                <a:solidFill>
                  <a:srgbClr val="50555B"/>
                </a:solidFill>
                <a:latin typeface="Calibri"/>
                <a:ea typeface="Calibri"/>
                <a:cs typeface="Calibri"/>
              </a:defRPr>
            </a:pPr>
            <a:r>
              <a:rPr sz="1900" b="1" lang="ko-KR">
                <a:solidFill>
                  <a:srgbClr val="50555B"/>
                </a:solidFill>
                <a:latin typeface="Calibri"/>
                <a:ea typeface="Calibri"/>
                <a:cs typeface="Calibri"/>
              </a:rPr>
              <a:t>독립 DP의 한계: 공통 사실·A 재사용으로 충분하거나 DP1 C가 같은 관계를 이미 생산하면 차별화가 약해진다.</a:t>
            </a:r>
            <a:endParaRPr lang="ko-KR">
              <a:latin typeface="Calibri"/>
              <a:ea typeface="Calibri"/>
              <a:cs typeface="Calibri"/>
            </a:endParaRPr>
          </a:p>
        </p:txBody>
      </p:sp>
      <p:sp>
        <p:nvSpPr>
          <p:cNvPr id="23" name="DP5 object 180">
            <a:extLst>
              <a:ext uri="{FF2B5EF4-FFF2-40B4-BE49-F238E27FC236}">
                <ns2:creationId id="{097D6C52-A273-409A-98F1-E294D46CC247}"/>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설계 가설·미측정·미선택. QA01/03 같은 대기의 중복 효과 주의. QA02/07 같은 대상 오류를 독립 이익으로 합산하지 않음. QA04는 실제 변경 모듈로 검증.</a:t>
            </a:r>
            <a:endParaRPr lang="ko-KR">
              <a:latin typeface="Calibri"/>
              <a:ea typeface="Calibri"/>
              <a:cs typeface="Calibri"/>
            </a:endParaRPr>
          </a:p>
        </p:txBody>
      </p:sp>
    </p:spTree>
    <p:extLst>
      <p:ext uri="{BB962C8B-B14F-4D97-AF65-F5344CB8AC3E}">
        <p14:creationId val="1126484621"/>
      </p:ext>
    </p:extLst>
  </p:cSld>
</p:sld>
</file>

<file path=ppt/slides/slide3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4" name="DP3 object 1">
            <a:extLst>
              <a:ext uri="{FF2B5EF4-FFF2-40B4-BE49-F238E27FC236}">
                <ns2:creationId id="{617C077B-D9ED-499A-A137-2FB72B44D4EE}"/>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(배경)</a:t>
            </a:r>
            <a:endParaRPr lang="ko-KR">
              <a:latin typeface="Calibri"/>
              <a:ea typeface="Calibri"/>
              <a:cs typeface="Calibri"/>
            </a:endParaRPr>
          </a:p>
        </p:txBody>
      </p:sp>
      <p:sp>
        <p:nvSpPr>
          <p:cNvPr id="2" name="DP3 object 2">
            <a:extLst>
              <a:ext uri="{FF2B5EF4-FFF2-40B4-BE49-F238E27FC236}">
                <ns2:creationId id="{2A9ED869-E9C0-451C-8D2E-46BBA13ED88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B2E9054F-0F0C-4702-B161-D7E3CF3B959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24D46EB4-D110-44F7-A5FE-4C3DB67177C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6CED8686-FD3E-412C-82B4-B4722BDCAC17}"/>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1DAA3C16-79F1-4224-BBD2-AFEC2C74AC6E}"/>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2FAD9658-99C8-4F64-B543-3D03D5BA07EA}"/>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82833D55-2B2A-4CA5-B392-50E101D5266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FF13207E-D472-4C0A-BCAB-5D5320CF325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5B0CFD7B-1E13-43D0-9DCB-010636275C92}"/>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18708B0B-298F-4EA1-94A4-D1C51FF6F215}"/>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2122999C-6865-4504-BB36-223682D05643}"/>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126235B-B52C-4478-B704-280CD9157213}"/>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9 / 36</a:t>
            </a:r>
            <a:endParaRPr lang="ko-KR">
              <a:latin typeface="Calibri"/>
              <a:ea typeface="Calibri"/>
              <a:cs typeface="Calibri"/>
            </a:endParaRPr>
          </a:p>
        </p:txBody>
      </p:sp>
      <p:sp>
        <p:nvSpPr>
          <p:cNvPr id="14" name="DP3 object 13">
            <a:extLst>
              <a:ext uri="{FF2B5EF4-FFF2-40B4-BE49-F238E27FC236}">
                <ns2:creationId id="{2F782F48-F529-4788-AFB1-5F251AAA8193}"/>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전사와 시각이 정확해도, 두 번 가리킨 대상이 같은지는 남는다</a:t>
            </a:r>
            <a:endParaRPr lang="ko-KR">
              <a:latin typeface="Calibri"/>
              <a:ea typeface="Calibri"/>
              <a:cs typeface="Calibri"/>
            </a:endParaRPr>
          </a:p>
        </p:txBody>
      </p:sp>
      <p:sp>
        <p:nvSpPr>
          <p:cNvPr id="15" name="DP3 object 14">
            <a:extLst>
              <a:ext uri="{FF2B5EF4-FFF2-40B4-BE49-F238E27FC236}">
                <ns2:creationId id="{EF70BD1F-D708-4553-9E43-B2BF72953EDF}"/>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보존한 두 시점의 화면과 동작을 연결해, 실제 대상과 요청 조건을 함께 확정해야 한다.</a:t>
            </a:r>
            <a:endParaRPr lang="ko-KR">
              <a:latin typeface="Calibri"/>
              <a:ea typeface="Calibri"/>
              <a:cs typeface="Calibri"/>
            </a:endParaRPr>
          </a:p>
        </p:txBody>
      </p:sp>
      <p:sp>
        <p:nvSpPr>
          <p:cNvPr id="16" name="DP3 object 15">
            <a:extLst>
              <a:ext uri="{FF2B5EF4-FFF2-40B4-BE49-F238E27FC236}">
                <ns2:creationId id="{105E0E74-F3F1-444A-809F-72FCB69683CF}"/>
              </a:ext>
            </a:extLst>
          </p:cNvPr>
          <p:cNvSpPr>
            <a:spLocks noGrp="1"/>
          </p:cNvSpPr>
          <p:nvPr/>
        </p:nvSpPr>
        <p:spPr>
          <a:xfrm>
            <a:off x="8096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① t₀: 첫 견적을 가리킴</a:t>
            </a:r>
            <a:endParaRPr lang="ko-KR">
              <a:latin typeface="Calibri"/>
              <a:ea typeface="Calibri"/>
              <a:cs typeface="Calibri"/>
            </a:endParaRPr>
          </a:p>
        </p:txBody>
      </p:sp>
      <p:sp>
        <p:nvSpPr>
          <p:cNvPr id="17" name="DP3 object 16">
            <a:extLst>
              <a:ext uri="{FF2B5EF4-FFF2-40B4-BE49-F238E27FC236}">
                <ns2:creationId id="{B8E1605D-7DC8-43A5-A111-FEF700DB6782}"/>
              </a:ext>
            </a:extLst>
          </p:cNvPr>
          <p:cNvSpPr>
            <a:spLocks noGrp="1"/>
          </p:cNvSpPr>
          <p:nvPr/>
        </p:nvSpPr>
        <p:spPr>
          <a:xfrm>
            <a:off x="63341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② t₁: 배치가 바뀐 뒤 다시 가리킴</a:t>
            </a:r>
            <a:endParaRPr lang="ko-KR">
              <a:latin typeface="Calibri"/>
              <a:ea typeface="Calibri"/>
              <a:cs typeface="Calibri"/>
            </a:endParaRPr>
          </a:p>
        </p:txBody>
      </p:sp>
      <p:sp>
        <p:nvSpPr>
          <p:cNvPr id="18" name="DP3 object 17">
            <a:extLst>
              <a:ext uri="{FF2B5EF4-FFF2-40B4-BE49-F238E27FC236}">
                <ns2:creationId id="{3655FEAA-8DCB-415A-A9AD-0AF7E547F69F}"/>
              </a:ext>
            </a:extLst>
          </p:cNvPr>
          <p:cNvSpPr>
            <a:spLocks noGrp="1"/>
          </p:cNvSpPr>
          <p:nvPr/>
        </p:nvSpPr>
        <p:spPr>
          <a:xfrm>
            <a:off x="118586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③ 발화 종료: 이미 다른 앱</a:t>
            </a:r>
            <a:endParaRPr lang="ko-KR">
              <a:latin typeface="Calibri"/>
              <a:ea typeface="Calibri"/>
              <a:cs typeface="Calibri"/>
            </a:endParaRPr>
          </a:p>
        </p:txBody>
      </p:sp>
      <p:sp>
        <p:nvSpPr>
          <p:cNvPr id="19" name="DP3 object 18">
            <a:extLst>
              <a:ext uri="{FF2B5EF4-FFF2-40B4-BE49-F238E27FC236}">
                <ns2:creationId id="{F830AF7E-6F9E-4F27-9AD9-2580289C84BF}"/>
              </a:ext>
            </a:extLst>
          </p:cNvPr>
          <p:cNvSpPr>
            <a:spLocks noGrp="1"/>
          </p:cNvSpPr>
          <p:nvPr/>
        </p:nvSpPr>
        <p:spPr>
          <a:xfrm>
            <a:off x="809625" y="3238500"/>
            <a:ext cx="4667250" cy="2762250"/>
          </a:xfrm>
          <a:prstGeom prst="rect">
            <a:avLst/>
          </a:prstGeom>
          <a:solidFill>
            <a:srgbClr val="FFFFFF"/>
          </a:solidFill>
          <a:ln w="19050">
            <a:solidFill>
              <a:srgbClr val="111111"/>
            </a:solidFill>
            <a:prstDash val="solid"/>
          </a:ln>
        </p:spPr>
      </p:sp>
      <p:sp>
        <p:nvSpPr>
          <p:cNvPr id="20" name="DP3 object 19">
            <a:extLst>
              <a:ext uri="{FF2B5EF4-FFF2-40B4-BE49-F238E27FC236}">
                <ns2:creationId id="{B3B7F3D6-C36C-443A-826B-6258F9157811}"/>
              </a:ext>
            </a:extLst>
          </p:cNvPr>
          <p:cNvSpPr>
            <a:spLocks noGrp="1"/>
          </p:cNvSpPr>
          <p:nvPr/>
        </p:nvSpPr>
        <p:spPr>
          <a:xfrm>
            <a:off x="809625" y="3238500"/>
            <a:ext cx="4667250" cy="381000"/>
          </a:xfrm>
          <a:prstGeom prst="rect">
            <a:avLst/>
          </a:prstGeom>
          <a:solidFill>
            <a:srgbClr val="E9EBED"/>
          </a:solidFill>
          <a:ln w="9525">
            <a:solidFill>
              <a:srgbClr val="111111"/>
            </a:solidFill>
            <a:prstDash val="solid"/>
          </a:ln>
        </p:spPr>
        <p:txBody>
          <a:bodyPr wrap="none" lIns="152400" tIns="9525" rIns="133350" bIns="9525"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견적 목록 — 화면 관측</a:t>
            </a:r>
            <a:endParaRPr lang="ko-KR">
              <a:latin typeface="Calibri"/>
              <a:ea typeface="Calibri"/>
              <a:cs typeface="Calibri"/>
            </a:endParaRPr>
          </a:p>
        </p:txBody>
      </p:sp>
      <p:sp>
        <p:nvSpPr>
          <p:cNvPr id="22" name="DP3 object 21">
            <a:extLst>
              <a:ext uri="{FF2B5EF4-FFF2-40B4-BE49-F238E27FC236}">
                <ns2:creationId id="{8A0B68B7-2694-4844-BAEC-C2DA3B907CF0}"/>
              </a:ext>
            </a:extLst>
          </p:cNvPr>
          <p:cNvSpPr>
            <a:spLocks noGrp="1"/>
          </p:cNvSpPr>
          <p:nvPr/>
        </p:nvSpPr>
        <p:spPr>
          <a:xfrm>
            <a:off x="6334125" y="3238500"/>
            <a:ext cx="4667250" cy="2762250"/>
          </a:xfrm>
          <a:prstGeom prst="rect">
            <a:avLst/>
          </a:prstGeom>
          <a:solidFill>
            <a:srgbClr val="FFFFFF"/>
          </a:solidFill>
          <a:ln w="19050">
            <a:solidFill>
              <a:srgbClr val="111111"/>
            </a:solidFill>
            <a:prstDash val="solid"/>
          </a:ln>
        </p:spPr>
      </p:sp>
      <p:sp>
        <p:nvSpPr>
          <p:cNvPr id="23" name="DP3 object 22">
            <a:extLst>
              <a:ext uri="{FF2B5EF4-FFF2-40B4-BE49-F238E27FC236}">
                <ns2:creationId id="{43ABCD8E-FA55-4F48-961B-29525F0C9607}"/>
              </a:ext>
            </a:extLst>
          </p:cNvPr>
          <p:cNvSpPr>
            <a:spLocks noGrp="1"/>
          </p:cNvSpPr>
          <p:nvPr/>
        </p:nvSpPr>
        <p:spPr>
          <a:xfrm>
            <a:off x="6334125" y="3238500"/>
            <a:ext cx="4667250" cy="381000"/>
          </a:xfrm>
          <a:prstGeom prst="rect">
            <a:avLst/>
          </a:prstGeom>
          <a:solidFill>
            <a:srgbClr val="E9EBED"/>
          </a:solidFill>
          <a:ln w="9525">
            <a:solidFill>
              <a:srgbClr val="111111"/>
            </a:solidFill>
            <a:prstDash val="solid"/>
          </a:ln>
        </p:spPr>
        <p:txBody>
          <a:bodyPr wrap="none" lIns="152400" tIns="9525" rIns="133350" bIns="9525"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견적 목록 — 화면 관측</a:t>
            </a:r>
            <a:endParaRPr lang="ko-KR">
              <a:latin typeface="Calibri"/>
              <a:ea typeface="Calibri"/>
              <a:cs typeface="Calibri"/>
            </a:endParaRPr>
          </a:p>
        </p:txBody>
      </p:sp>
      <p:sp>
        <p:nvSpPr>
          <p:cNvPr id="25" name="DP3 object 24">
            <a:extLst>
              <a:ext uri="{FF2B5EF4-FFF2-40B4-BE49-F238E27FC236}">
                <ns2:creationId id="{C601FFA2-D3C8-4369-B3E0-C065B4C43D08}"/>
              </a:ext>
            </a:extLst>
          </p:cNvPr>
          <p:cNvSpPr>
            <a:spLocks noGrp="1"/>
          </p:cNvSpPr>
          <p:nvPr/>
        </p:nvSpPr>
        <p:spPr>
          <a:xfrm>
            <a:off x="11858625" y="3238500"/>
            <a:ext cx="4667250" cy="2762250"/>
          </a:xfrm>
          <a:prstGeom prst="rect">
            <a:avLst/>
          </a:prstGeom>
          <a:solidFill>
            <a:srgbClr val="FFFFFF"/>
          </a:solidFill>
          <a:ln w="19050">
            <a:solidFill>
              <a:srgbClr val="111111"/>
            </a:solidFill>
            <a:prstDash val="solid"/>
          </a:ln>
        </p:spPr>
      </p:sp>
      <p:sp>
        <p:nvSpPr>
          <p:cNvPr id="26" name="DP3 object 25">
            <a:extLst>
              <a:ext uri="{FF2B5EF4-FFF2-40B4-BE49-F238E27FC236}">
                <ns2:creationId id="{ABC45B05-6152-4FAE-8372-91DF4E5A6354}"/>
              </a:ext>
            </a:extLst>
          </p:cNvPr>
          <p:cNvSpPr>
            <a:spLocks noGrp="1"/>
          </p:cNvSpPr>
          <p:nvPr/>
        </p:nvSpPr>
        <p:spPr>
          <a:xfrm>
            <a:off x="11858625" y="3238500"/>
            <a:ext cx="4667250" cy="381000"/>
          </a:xfrm>
          <a:prstGeom prst="rect">
            <a:avLst/>
          </a:prstGeom>
          <a:solidFill>
            <a:srgbClr val="E9EBED"/>
          </a:solidFill>
          <a:ln w="9525">
            <a:solidFill>
              <a:srgbClr val="111111"/>
            </a:solidFill>
            <a:prstDash val="solid"/>
          </a:ln>
        </p:spPr>
        <p:txBody>
          <a:bodyPr wrap="none" lIns="152400" tIns="9525" rIns="133350" bIns="9525"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메일</a:t>
            </a:r>
            <a:endParaRPr lang="ko-KR">
              <a:latin typeface="Calibri"/>
              <a:ea typeface="Calibri"/>
              <a:cs typeface="Calibri"/>
            </a:endParaRPr>
          </a:p>
        </p:txBody>
      </p:sp>
      <p:sp>
        <p:nvSpPr>
          <p:cNvPr id="28" name="견적 L">
            <a:extLst>
              <a:ext uri="{FF2B5EF4-FFF2-40B4-BE49-F238E27FC236}">
                <ns2:creationId id="{57BF723D-E553-4732-B2BA-A33C34EC6286}"/>
              </a:ext>
            </a:extLst>
          </p:cNvPr>
          <p:cNvSpPr>
            <a:spLocks noGrp="1"/>
          </p:cNvSpPr>
          <p:nvPr/>
        </p:nvSpPr>
        <p:spPr>
          <a:xfrm>
            <a:off x="1143000" y="3905250"/>
            <a:ext cx="1714500" cy="1143000"/>
          </a:xfrm>
          <a:prstGeom prst="rect">
            <a:avLst/>
          </a:prstGeom>
          <a:solidFill>
            <a:srgbClr val="F1F6FC"/>
          </a:solidFill>
          <a:ln w="28575">
            <a:solidFill>
              <a:srgbClr val="4676CB"/>
            </a:solidFill>
            <a:prstDash val="solid"/>
          </a:ln>
        </p:spPr>
        <p:txBody>
          <a:bodyPr wrap="none" lIns="66675" tIns="38100" rIns="66675" bIns="38100" anchor="ctr">
            <a:noAutofit/>
          </a:bodyPr>
          <a:lstStyle>
            <a:defPPr algn="ctr">
              <a:defRPr sz="2400" b="1" lang="ko-KR">
                <a:solidFill>
                  <a:srgbClr val="111111"/>
                </a:solidFill>
                <a:latin typeface="Calibri"/>
                <a:ea typeface="Calibri"/>
                <a:cs typeface="Calibri"/>
              </a:defRPr>
            </a:defPPr>
            <a:lvl1pPr algn="ctr">
              <a:defRPr sz="2400" b="1" lang="ko-KR">
                <a:solidFill>
                  <a:srgbClr val="111111"/>
                </a:solidFill>
                <a:latin typeface="Calibri"/>
                <a:ea typeface="Calibri"/>
                <a:cs typeface="Calibri"/>
              </a:defRPr>
            </a:lvl1pPr>
            <a:lvl2pPr algn="ctr">
              <a:defRPr sz="2400" b="1" lang="ko-KR">
                <a:solidFill>
                  <a:srgbClr val="111111"/>
                </a:solidFill>
                <a:latin typeface="Calibri"/>
                <a:ea typeface="Calibri"/>
                <a:cs typeface="Calibri"/>
              </a:defRPr>
            </a:lvl2pPr>
            <a:lvl3pPr algn="ctr">
              <a:defRPr sz="2400" b="1" lang="ko-KR">
                <a:solidFill>
                  <a:srgbClr val="111111"/>
                </a:solidFill>
                <a:latin typeface="Calibri"/>
                <a:ea typeface="Calibri"/>
                <a:cs typeface="Calibri"/>
              </a:defRPr>
            </a:lvl3pPr>
            <a:lvl4pPr algn="ctr">
              <a:defRPr sz="2400" b="1" lang="ko-KR">
                <a:solidFill>
                  <a:srgbClr val="111111"/>
                </a:solidFill>
                <a:latin typeface="Calibri"/>
                <a:ea typeface="Calibri"/>
                <a:cs typeface="Calibri"/>
              </a:defRPr>
            </a:lvl4pPr>
            <a:lvl5pPr algn="ctr">
              <a:defRPr sz="2400" b="1" lang="ko-KR">
                <a:solidFill>
                  <a:srgbClr val="111111"/>
                </a:solidFill>
                <a:latin typeface="Calibri"/>
                <a:ea typeface="Calibri"/>
                <a:cs typeface="Calibri"/>
              </a:defRPr>
            </a:lvl5pPr>
            <a:lvl6pPr algn="ctr">
              <a:defRPr sz="2400" b="1" lang="ko-KR">
                <a:solidFill>
                  <a:srgbClr val="111111"/>
                </a:solidFill>
                <a:latin typeface="Calibri"/>
                <a:ea typeface="Calibri"/>
                <a:cs typeface="Calibri"/>
              </a:defRPr>
            </a:lvl6pPr>
            <a:lvl7pPr algn="ctr">
              <a:defRPr sz="2400" b="1" lang="ko-KR">
                <a:solidFill>
                  <a:srgbClr val="111111"/>
                </a:solidFill>
                <a:latin typeface="Calibri"/>
                <a:ea typeface="Calibri"/>
                <a:cs typeface="Calibri"/>
              </a:defRPr>
            </a:lvl7pPr>
            <a:lvl8pPr algn="ctr">
              <a:defRPr sz="2400" b="1" lang="ko-KR">
                <a:solidFill>
                  <a:srgbClr val="111111"/>
                </a:solidFill>
                <a:latin typeface="Calibri"/>
                <a:ea typeface="Calibri"/>
                <a:cs typeface="Calibri"/>
              </a:defRPr>
            </a:lvl8pPr>
            <a:lvl9pPr algn="ctr">
              <a:defRPr sz="2400" b="1" lang="ko-KR">
                <a:solidFill>
                  <a:srgbClr val="111111"/>
                </a:solidFill>
                <a:latin typeface="Calibri"/>
                <a:ea typeface="Calibri"/>
                <a:cs typeface="Calibri"/>
              </a:defRPr>
            </a:lvl9pPr>
          </a:lstStyle>
          <a:p>
            <a:pPr algn="ctr">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견적 L</a:t>
            </a:r>
            <a:endParaRPr lang="ko-KR">
              <a:latin typeface="Calibri"/>
              <a:ea typeface="Calibri"/>
              <a:cs typeface="Calibri"/>
            </a:endParaRPr>
          </a:p>
        </p:txBody>
      </p:sp>
      <p:sp>
        <p:nvSpPr>
          <p:cNvPr id="30" name="견적 Z">
            <a:extLst>
              <a:ext uri="{FF2B5EF4-FFF2-40B4-BE49-F238E27FC236}">
                <ns2:creationId id="{3CF8637E-6089-4272-8033-F550D9C0853B}"/>
              </a:ext>
            </a:extLst>
          </p:cNvPr>
          <p:cNvSpPr>
            <a:spLocks noGrp="1"/>
          </p:cNvSpPr>
          <p:nvPr/>
        </p:nvSpPr>
        <p:spPr>
          <a:xfrm>
            <a:off x="3238500" y="3905250"/>
            <a:ext cx="1714500" cy="1143000"/>
          </a:xfrm>
          <a:prstGeom prst="rect">
            <a:avLst/>
          </a:prstGeom>
          <a:solidFill>
            <a:srgbClr val="FFFFFF"/>
          </a:solidFill>
          <a:ln w="17145">
            <a:solidFill>
              <a:srgbClr val="B7B9B9"/>
            </a:solidFill>
            <a:prstDash val="solid"/>
          </a:ln>
        </p:spPr>
        <p:txBody>
          <a:bodyPr wrap="none" lIns="66675" tIns="38100" rIns="66675" bIns="38100" anchor="ctr">
            <a:noAutofit/>
          </a:bodyPr>
          <a:lstStyle>
            <a:defPPr algn="ctr">
              <a:defRPr sz="2400" b="0" lang="ko-KR">
                <a:solidFill>
                  <a:srgbClr val="111111"/>
                </a:solidFill>
                <a:latin typeface="Calibri"/>
                <a:ea typeface="Calibri"/>
                <a:cs typeface="Calibri"/>
              </a:defRPr>
            </a:defPPr>
            <a:lvl1pPr algn="ctr">
              <a:defRPr sz="2400" b="0" lang="ko-KR">
                <a:solidFill>
                  <a:srgbClr val="111111"/>
                </a:solidFill>
                <a:latin typeface="Calibri"/>
                <a:ea typeface="Calibri"/>
                <a:cs typeface="Calibri"/>
              </a:defRPr>
            </a:lvl1pPr>
            <a:lvl2pPr algn="ctr">
              <a:defRPr sz="2400" b="0" lang="ko-KR">
                <a:solidFill>
                  <a:srgbClr val="111111"/>
                </a:solidFill>
                <a:latin typeface="Calibri"/>
                <a:ea typeface="Calibri"/>
                <a:cs typeface="Calibri"/>
              </a:defRPr>
            </a:lvl2pPr>
            <a:lvl3pPr algn="ctr">
              <a:defRPr sz="2400" b="0" lang="ko-KR">
                <a:solidFill>
                  <a:srgbClr val="111111"/>
                </a:solidFill>
                <a:latin typeface="Calibri"/>
                <a:ea typeface="Calibri"/>
                <a:cs typeface="Calibri"/>
              </a:defRPr>
            </a:lvl3pPr>
            <a:lvl4pPr algn="ctr">
              <a:defRPr sz="2400" b="0" lang="ko-KR">
                <a:solidFill>
                  <a:srgbClr val="111111"/>
                </a:solidFill>
                <a:latin typeface="Calibri"/>
                <a:ea typeface="Calibri"/>
                <a:cs typeface="Calibri"/>
              </a:defRPr>
            </a:lvl4pPr>
            <a:lvl5pPr algn="ctr">
              <a:defRPr sz="2400" b="0" lang="ko-KR">
                <a:solidFill>
                  <a:srgbClr val="111111"/>
                </a:solidFill>
                <a:latin typeface="Calibri"/>
                <a:ea typeface="Calibri"/>
                <a:cs typeface="Calibri"/>
              </a:defRPr>
            </a:lvl5pPr>
            <a:lvl6pPr algn="ctr">
              <a:defRPr sz="2400" b="0" lang="ko-KR">
                <a:solidFill>
                  <a:srgbClr val="111111"/>
                </a:solidFill>
                <a:latin typeface="Calibri"/>
                <a:ea typeface="Calibri"/>
                <a:cs typeface="Calibri"/>
              </a:defRPr>
            </a:lvl6pPr>
            <a:lvl7pPr algn="ctr">
              <a:defRPr sz="2400" b="0" lang="ko-KR">
                <a:solidFill>
                  <a:srgbClr val="111111"/>
                </a:solidFill>
                <a:latin typeface="Calibri"/>
                <a:ea typeface="Calibri"/>
                <a:cs typeface="Calibri"/>
              </a:defRPr>
            </a:lvl7pPr>
            <a:lvl8pPr algn="ctr">
              <a:defRPr sz="2400" b="0" lang="ko-KR">
                <a:solidFill>
                  <a:srgbClr val="111111"/>
                </a:solidFill>
                <a:latin typeface="Calibri"/>
                <a:ea typeface="Calibri"/>
                <a:cs typeface="Calibri"/>
              </a:defRPr>
            </a:lvl8pPr>
            <a:lvl9pPr algn="ctr">
              <a:defRPr sz="2400" b="0" lang="ko-KR">
                <a:solidFill>
                  <a:srgbClr val="111111"/>
                </a:solidFill>
                <a:latin typeface="Calibri"/>
                <a:ea typeface="Calibri"/>
                <a:cs typeface="Calibri"/>
              </a:defRPr>
            </a:lvl9pPr>
          </a:lstStyle>
          <a:p>
            <a:pPr algn="ctr">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견적 Z</a:t>
            </a:r>
            <a:endParaRPr lang="ko-KR">
              <a:latin typeface="Calibri"/>
              <a:ea typeface="Calibri"/>
              <a:cs typeface="Calibri"/>
            </a:endParaRPr>
          </a:p>
        </p:txBody>
      </p:sp>
      <p:sp>
        <p:nvSpPr>
          <p:cNvPr id="32" name="견적 Z">
            <a:extLst>
              <a:ext uri="{FF2B5EF4-FFF2-40B4-BE49-F238E27FC236}">
                <ns2:creationId id="{CF9B3DB0-F94D-407C-9AF9-586F642C4BC2}"/>
              </a:ext>
            </a:extLst>
          </p:cNvPr>
          <p:cNvSpPr>
            <a:spLocks noGrp="1"/>
          </p:cNvSpPr>
          <p:nvPr/>
        </p:nvSpPr>
        <p:spPr>
          <a:xfrm>
            <a:off x="6667500" y="3905250"/>
            <a:ext cx="1714500" cy="1143000"/>
          </a:xfrm>
          <a:prstGeom prst="rect">
            <a:avLst/>
          </a:prstGeom>
          <a:solidFill>
            <a:srgbClr val="FFFFFF"/>
          </a:solidFill>
          <a:ln w="17145">
            <a:solidFill>
              <a:srgbClr val="B7B9B9"/>
            </a:solidFill>
            <a:prstDash val="solid"/>
          </a:ln>
        </p:spPr>
        <p:txBody>
          <a:bodyPr wrap="none" lIns="66675" tIns="38100" rIns="66675" bIns="38100" anchor="ctr">
            <a:noAutofit/>
          </a:bodyPr>
          <a:lstStyle>
            <a:defPPr algn="ctr">
              <a:defRPr sz="2400" b="0" lang="ko-KR">
                <a:solidFill>
                  <a:srgbClr val="111111"/>
                </a:solidFill>
                <a:latin typeface="Calibri"/>
                <a:ea typeface="Calibri"/>
                <a:cs typeface="Calibri"/>
              </a:defRPr>
            </a:defPPr>
            <a:lvl1pPr algn="ctr">
              <a:defRPr sz="2400" b="0" lang="ko-KR">
                <a:solidFill>
                  <a:srgbClr val="111111"/>
                </a:solidFill>
                <a:latin typeface="Calibri"/>
                <a:ea typeface="Calibri"/>
                <a:cs typeface="Calibri"/>
              </a:defRPr>
            </a:lvl1pPr>
            <a:lvl2pPr algn="ctr">
              <a:defRPr sz="2400" b="0" lang="ko-KR">
                <a:solidFill>
                  <a:srgbClr val="111111"/>
                </a:solidFill>
                <a:latin typeface="Calibri"/>
                <a:ea typeface="Calibri"/>
                <a:cs typeface="Calibri"/>
              </a:defRPr>
            </a:lvl2pPr>
            <a:lvl3pPr algn="ctr">
              <a:defRPr sz="2400" b="0" lang="ko-KR">
                <a:solidFill>
                  <a:srgbClr val="111111"/>
                </a:solidFill>
                <a:latin typeface="Calibri"/>
                <a:ea typeface="Calibri"/>
                <a:cs typeface="Calibri"/>
              </a:defRPr>
            </a:lvl3pPr>
            <a:lvl4pPr algn="ctr">
              <a:defRPr sz="2400" b="0" lang="ko-KR">
                <a:solidFill>
                  <a:srgbClr val="111111"/>
                </a:solidFill>
                <a:latin typeface="Calibri"/>
                <a:ea typeface="Calibri"/>
                <a:cs typeface="Calibri"/>
              </a:defRPr>
            </a:lvl4pPr>
            <a:lvl5pPr algn="ctr">
              <a:defRPr sz="2400" b="0" lang="ko-KR">
                <a:solidFill>
                  <a:srgbClr val="111111"/>
                </a:solidFill>
                <a:latin typeface="Calibri"/>
                <a:ea typeface="Calibri"/>
                <a:cs typeface="Calibri"/>
              </a:defRPr>
            </a:lvl5pPr>
            <a:lvl6pPr algn="ctr">
              <a:defRPr sz="2400" b="0" lang="ko-KR">
                <a:solidFill>
                  <a:srgbClr val="111111"/>
                </a:solidFill>
                <a:latin typeface="Calibri"/>
                <a:ea typeface="Calibri"/>
                <a:cs typeface="Calibri"/>
              </a:defRPr>
            </a:lvl6pPr>
            <a:lvl7pPr algn="ctr">
              <a:defRPr sz="2400" b="0" lang="ko-KR">
                <a:solidFill>
                  <a:srgbClr val="111111"/>
                </a:solidFill>
                <a:latin typeface="Calibri"/>
                <a:ea typeface="Calibri"/>
                <a:cs typeface="Calibri"/>
              </a:defRPr>
            </a:lvl7pPr>
            <a:lvl8pPr algn="ctr">
              <a:defRPr sz="2400" b="0" lang="ko-KR">
                <a:solidFill>
                  <a:srgbClr val="111111"/>
                </a:solidFill>
                <a:latin typeface="Calibri"/>
                <a:ea typeface="Calibri"/>
                <a:cs typeface="Calibri"/>
              </a:defRPr>
            </a:lvl8pPr>
            <a:lvl9pPr algn="ctr">
              <a:defRPr sz="2400" b="0" lang="ko-KR">
                <a:solidFill>
                  <a:srgbClr val="111111"/>
                </a:solidFill>
                <a:latin typeface="Calibri"/>
                <a:ea typeface="Calibri"/>
                <a:cs typeface="Calibri"/>
              </a:defRPr>
            </a:lvl9pPr>
          </a:lstStyle>
          <a:p>
            <a:pPr algn="ctr">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견적 Z</a:t>
            </a:r>
            <a:endParaRPr lang="ko-KR">
              <a:latin typeface="Calibri"/>
              <a:ea typeface="Calibri"/>
              <a:cs typeface="Calibri"/>
            </a:endParaRPr>
          </a:p>
        </p:txBody>
      </p:sp>
      <p:sp>
        <p:nvSpPr>
          <p:cNvPr id="34" name="견적 L">
            <a:extLst>
              <a:ext uri="{FF2B5EF4-FFF2-40B4-BE49-F238E27FC236}">
                <ns2:creationId id="{93E3781A-7DEC-4900-A463-534818403E96}"/>
              </a:ext>
            </a:extLst>
          </p:cNvPr>
          <p:cNvSpPr>
            <a:spLocks noGrp="1"/>
          </p:cNvSpPr>
          <p:nvPr/>
        </p:nvSpPr>
        <p:spPr>
          <a:xfrm>
            <a:off x="8763000" y="3905250"/>
            <a:ext cx="1714500" cy="1143000"/>
          </a:xfrm>
          <a:prstGeom prst="rect">
            <a:avLst/>
          </a:prstGeom>
          <a:solidFill>
            <a:srgbClr val="F1F6FC"/>
          </a:solidFill>
          <a:ln w="28575">
            <a:solidFill>
              <a:srgbClr val="4676CB"/>
            </a:solidFill>
            <a:prstDash val="solid"/>
          </a:ln>
        </p:spPr>
        <p:txBody>
          <a:bodyPr wrap="none" lIns="66675" tIns="38100" rIns="66675" bIns="38100" anchor="ctr">
            <a:noAutofit/>
          </a:bodyPr>
          <a:lstStyle>
            <a:defPPr algn="ctr">
              <a:defRPr sz="2400" b="1" lang="ko-KR">
                <a:solidFill>
                  <a:srgbClr val="111111"/>
                </a:solidFill>
                <a:latin typeface="Calibri"/>
                <a:ea typeface="Calibri"/>
                <a:cs typeface="Calibri"/>
              </a:defRPr>
            </a:defPPr>
            <a:lvl1pPr algn="ctr">
              <a:defRPr sz="2400" b="1" lang="ko-KR">
                <a:solidFill>
                  <a:srgbClr val="111111"/>
                </a:solidFill>
                <a:latin typeface="Calibri"/>
                <a:ea typeface="Calibri"/>
                <a:cs typeface="Calibri"/>
              </a:defRPr>
            </a:lvl1pPr>
            <a:lvl2pPr algn="ctr">
              <a:defRPr sz="2400" b="1" lang="ko-KR">
                <a:solidFill>
                  <a:srgbClr val="111111"/>
                </a:solidFill>
                <a:latin typeface="Calibri"/>
                <a:ea typeface="Calibri"/>
                <a:cs typeface="Calibri"/>
              </a:defRPr>
            </a:lvl2pPr>
            <a:lvl3pPr algn="ctr">
              <a:defRPr sz="2400" b="1" lang="ko-KR">
                <a:solidFill>
                  <a:srgbClr val="111111"/>
                </a:solidFill>
                <a:latin typeface="Calibri"/>
                <a:ea typeface="Calibri"/>
                <a:cs typeface="Calibri"/>
              </a:defRPr>
            </a:lvl3pPr>
            <a:lvl4pPr algn="ctr">
              <a:defRPr sz="2400" b="1" lang="ko-KR">
                <a:solidFill>
                  <a:srgbClr val="111111"/>
                </a:solidFill>
                <a:latin typeface="Calibri"/>
                <a:ea typeface="Calibri"/>
                <a:cs typeface="Calibri"/>
              </a:defRPr>
            </a:lvl4pPr>
            <a:lvl5pPr algn="ctr">
              <a:defRPr sz="2400" b="1" lang="ko-KR">
                <a:solidFill>
                  <a:srgbClr val="111111"/>
                </a:solidFill>
                <a:latin typeface="Calibri"/>
                <a:ea typeface="Calibri"/>
                <a:cs typeface="Calibri"/>
              </a:defRPr>
            </a:lvl5pPr>
            <a:lvl6pPr algn="ctr">
              <a:defRPr sz="2400" b="1" lang="ko-KR">
                <a:solidFill>
                  <a:srgbClr val="111111"/>
                </a:solidFill>
                <a:latin typeface="Calibri"/>
                <a:ea typeface="Calibri"/>
                <a:cs typeface="Calibri"/>
              </a:defRPr>
            </a:lvl6pPr>
            <a:lvl7pPr algn="ctr">
              <a:defRPr sz="2400" b="1" lang="ko-KR">
                <a:solidFill>
                  <a:srgbClr val="111111"/>
                </a:solidFill>
                <a:latin typeface="Calibri"/>
                <a:ea typeface="Calibri"/>
                <a:cs typeface="Calibri"/>
              </a:defRPr>
            </a:lvl7pPr>
            <a:lvl8pPr algn="ctr">
              <a:defRPr sz="2400" b="1" lang="ko-KR">
                <a:solidFill>
                  <a:srgbClr val="111111"/>
                </a:solidFill>
                <a:latin typeface="Calibri"/>
                <a:ea typeface="Calibri"/>
                <a:cs typeface="Calibri"/>
              </a:defRPr>
            </a:lvl8pPr>
            <a:lvl9pPr algn="ctr">
              <a:defRPr sz="2400" b="1" lang="ko-KR">
                <a:solidFill>
                  <a:srgbClr val="111111"/>
                </a:solidFill>
                <a:latin typeface="Calibri"/>
                <a:ea typeface="Calibri"/>
                <a:cs typeface="Calibri"/>
              </a:defRPr>
            </a:lvl9pPr>
          </a:lstStyle>
          <a:p>
            <a:pPr algn="ctr">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견적 L</a:t>
            </a:r>
            <a:endParaRPr lang="ko-KR">
              <a:latin typeface="Calibri"/>
              <a:ea typeface="Calibri"/>
              <a:cs typeface="Calibri"/>
            </a:endParaRPr>
          </a:p>
        </p:txBody>
      </p:sp>
      <p:sp>
        <p:nvSpPr>
          <p:cNvPr id="36" name="Editable path 31">
            <a:extLst>
              <a:ext uri="{FF2B5EF4-FFF2-40B4-BE49-F238E27FC236}">
                <ns2:creationId id="{FF98489D-788A-4054-9AE4-01773A20362E}"/>
              </a:ext>
            </a:extLst>
          </p:cNvPr>
          <p:cNvSpPr>
            <a:spLocks noGrp="1"/>
          </p:cNvSpPr>
          <p:nvPr/>
        </p:nvSpPr>
        <p:spPr>
          <a:xfrm>
            <a:off x="2000250" y="5095875"/>
            <a:ext cx="953" cy="523875"/>
          </a:xfrm>
          <a:custGeom>
            <a:pathLst>
              <a:path w="953" h="523875">
                <a:moveTo>
                  <a:pt x="0" y="523875"/>
                </a:moveTo>
                <a:lnTo>
                  <a:pt x="0" y="0"/>
                </a:lnTo>
              </a:path>
            </a:pathLst>
          </a:custGeom>
          <a:noFill/>
          <a:ln w="28575">
            <a:solidFill>
              <a:srgbClr val="C00000"/>
            </a:solidFill>
            <a:prstDash val="solid"/>
          </a:ln>
        </p:spPr>
      </p:sp>
      <p:sp>
        <p:nvSpPr>
          <p:cNvPr id="37" name="Editable arrowhead 32">
            <a:extLst>
              <a:ext uri="{FF2B5EF4-FFF2-40B4-BE49-F238E27FC236}">
                <ns2:creationId id="{35F0D36E-E022-41F9-A089-E00518D38D1B}"/>
              </a:ext>
            </a:extLst>
          </p:cNvPr>
          <p:cNvSpPr>
            <a:spLocks noGrp="1"/>
          </p:cNvSpPr>
          <p:nvPr/>
        </p:nvSpPr>
        <p:spPr>
          <a:xfrm>
            <a:off x="1952625" y="5095875"/>
            <a:ext cx="95250" cy="95250"/>
          </a:xfrm>
          <a:custGeom>
            <a:pathLst>
              <a:path w="95250" h="95250">
                <a:moveTo>
                  <a:pt x="47625" y="0"/>
                </a:moveTo>
                <a:lnTo>
                  <a:pt x="0" y="95250"/>
                </a:lnTo>
                <a:lnTo>
                  <a:pt x="95250" y="95250"/>
                </a:lnTo>
                <a:close/>
              </a:path>
            </a:pathLst>
          </a:custGeom>
          <a:solidFill>
            <a:srgbClr val="C00000"/>
          </a:solidFill>
          <a:ln w="5715">
            <a:solidFill>
              <a:srgbClr val="C00000"/>
            </a:solidFill>
            <a:prstDash val="solid"/>
          </a:ln>
        </p:spPr>
      </p:sp>
      <p:sp>
        <p:nvSpPr>
          <p:cNvPr id="38" name="Editable path 33">
            <a:extLst>
              <a:ext uri="{FF2B5EF4-FFF2-40B4-BE49-F238E27FC236}">
                <ns2:creationId id="{D2CCABD4-48B6-4054-8991-C7F04743469D}"/>
              </a:ext>
            </a:extLst>
          </p:cNvPr>
          <p:cNvSpPr>
            <a:spLocks noGrp="1"/>
          </p:cNvSpPr>
          <p:nvPr/>
        </p:nvSpPr>
        <p:spPr>
          <a:xfrm>
            <a:off x="9620250" y="5095875"/>
            <a:ext cx="953" cy="523875"/>
          </a:xfrm>
          <a:custGeom>
            <a:pathLst>
              <a:path w="953" h="523875">
                <a:moveTo>
                  <a:pt x="0" y="523875"/>
                </a:moveTo>
                <a:lnTo>
                  <a:pt x="0" y="0"/>
                </a:lnTo>
              </a:path>
            </a:pathLst>
          </a:custGeom>
          <a:noFill/>
          <a:ln w="28575">
            <a:solidFill>
              <a:srgbClr val="C00000"/>
            </a:solidFill>
            <a:prstDash val="solid"/>
          </a:ln>
        </p:spPr>
      </p:sp>
      <p:sp>
        <p:nvSpPr>
          <p:cNvPr id="39" name="Editable arrowhead 34">
            <a:extLst>
              <a:ext uri="{FF2B5EF4-FFF2-40B4-BE49-F238E27FC236}">
                <ns2:creationId id="{EC4942EF-A315-42A4-8997-8EA336CFD593}"/>
              </a:ext>
            </a:extLst>
          </p:cNvPr>
          <p:cNvSpPr>
            <a:spLocks noGrp="1"/>
          </p:cNvSpPr>
          <p:nvPr/>
        </p:nvSpPr>
        <p:spPr>
          <a:xfrm>
            <a:off x="9572625" y="5095875"/>
            <a:ext cx="95250" cy="95250"/>
          </a:xfrm>
          <a:custGeom>
            <a:pathLst>
              <a:path w="95250" h="95250">
                <a:moveTo>
                  <a:pt x="47625" y="0"/>
                </a:moveTo>
                <a:lnTo>
                  <a:pt x="0" y="95250"/>
                </a:lnTo>
                <a:lnTo>
                  <a:pt x="95250" y="95250"/>
                </a:lnTo>
                <a:close/>
              </a:path>
            </a:pathLst>
          </a:custGeom>
          <a:solidFill>
            <a:srgbClr val="C00000"/>
          </a:solidFill>
          <a:ln w="5715">
            <a:solidFill>
              <a:srgbClr val="C00000"/>
            </a:solidFill>
            <a:prstDash val="solid"/>
          </a:ln>
        </p:spPr>
      </p:sp>
      <p:sp>
        <p:nvSpPr>
          <p:cNvPr id="40" name="DP3 object 35">
            <a:extLst>
              <a:ext uri="{FF2B5EF4-FFF2-40B4-BE49-F238E27FC236}">
                <ns2:creationId id="{DBC5999E-2D50-472F-A5FE-A5AFDD7285C9}"/>
              </a:ext>
            </a:extLst>
          </p:cNvPr>
          <p:cNvSpPr>
            <a:spLocks noGrp="1"/>
          </p:cNvSpPr>
          <p:nvPr/>
        </p:nvSpPr>
        <p:spPr>
          <a:xfrm>
            <a:off x="1438275" y="5591175"/>
            <a:ext cx="2286000" cy="333375"/>
          </a:xfrm>
          <a:prstGeom prst="rect">
            <a:avLst/>
          </a:prstGeom>
          <a:noFill/>
          <a:ln w="0">
            <a:noFill/>
            <a:prstDash val="solid"/>
          </a:ln>
        </p:spPr>
        <p:txBody>
          <a:bodyPr wrap="none" lIns="0" tIns="0" rIns="0" bIns="0" anchor="ctr">
            <a:noAutofit/>
          </a:bodyPr>
          <a:lstStyle>
            <a:defPPr algn="l">
              <a:defRPr sz="1800" b="1" lang="ko-KR">
                <a:solidFill>
                  <a:srgbClr val="C00000"/>
                </a:solidFill>
                <a:latin typeface="Calibri"/>
                <a:ea typeface="Calibri"/>
                <a:cs typeface="Calibri"/>
              </a:defRPr>
            </a:defPPr>
            <a:lvl1pPr algn="l">
              <a:defRPr sz="1800" b="1" lang="ko-KR">
                <a:solidFill>
                  <a:srgbClr val="C00000"/>
                </a:solidFill>
                <a:latin typeface="Calibri"/>
                <a:ea typeface="Calibri"/>
                <a:cs typeface="Calibri"/>
              </a:defRPr>
            </a:lvl1pPr>
            <a:lvl2pPr algn="l">
              <a:defRPr sz="1800" b="1" lang="ko-KR">
                <a:solidFill>
                  <a:srgbClr val="C00000"/>
                </a:solidFill>
                <a:latin typeface="Calibri"/>
                <a:ea typeface="Calibri"/>
                <a:cs typeface="Calibri"/>
              </a:defRPr>
            </a:lvl2pPr>
            <a:lvl3pPr algn="l">
              <a:defRPr sz="1800" b="1" lang="ko-KR">
                <a:solidFill>
                  <a:srgbClr val="C00000"/>
                </a:solidFill>
                <a:latin typeface="Calibri"/>
                <a:ea typeface="Calibri"/>
                <a:cs typeface="Calibri"/>
              </a:defRPr>
            </a:lvl3pPr>
            <a:lvl4pPr algn="l">
              <a:defRPr sz="1800" b="1" lang="ko-KR">
                <a:solidFill>
                  <a:srgbClr val="C00000"/>
                </a:solidFill>
                <a:latin typeface="Calibri"/>
                <a:ea typeface="Calibri"/>
                <a:cs typeface="Calibri"/>
              </a:defRPr>
            </a:lvl4pPr>
            <a:lvl5pPr algn="l">
              <a:defRPr sz="1800" b="1" lang="ko-KR">
                <a:solidFill>
                  <a:srgbClr val="C00000"/>
                </a:solidFill>
                <a:latin typeface="Calibri"/>
                <a:ea typeface="Calibri"/>
                <a:cs typeface="Calibri"/>
              </a:defRPr>
            </a:lvl5pPr>
            <a:lvl6pPr algn="l">
              <a:defRPr sz="1800" b="1" lang="ko-KR">
                <a:solidFill>
                  <a:srgbClr val="C00000"/>
                </a:solidFill>
                <a:latin typeface="Calibri"/>
                <a:ea typeface="Calibri"/>
                <a:cs typeface="Calibri"/>
              </a:defRPr>
            </a:lvl6pPr>
            <a:lvl7pPr algn="l">
              <a:defRPr sz="1800" b="1" lang="ko-KR">
                <a:solidFill>
                  <a:srgbClr val="C00000"/>
                </a:solidFill>
                <a:latin typeface="Calibri"/>
                <a:ea typeface="Calibri"/>
                <a:cs typeface="Calibri"/>
              </a:defRPr>
            </a:lvl7pPr>
            <a:lvl8pPr algn="l">
              <a:defRPr sz="1800" b="1" lang="ko-KR">
                <a:solidFill>
                  <a:srgbClr val="C00000"/>
                </a:solidFill>
                <a:latin typeface="Calibri"/>
                <a:ea typeface="Calibri"/>
                <a:cs typeface="Calibri"/>
              </a:defRPr>
            </a:lvl8pPr>
            <a:lvl9pPr algn="l">
              <a:defRPr sz="1800" b="1" lang="ko-KR">
                <a:solidFill>
                  <a:srgbClr val="C00000"/>
                </a:solidFill>
                <a:latin typeface="Calibri"/>
                <a:ea typeface="Calibri"/>
                <a:cs typeface="Calibri"/>
              </a:defRPr>
            </a:lvl9pPr>
          </a:lstStyle>
          <a:p>
            <a:pPr algn="l">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포인터 t₀</a:t>
            </a:r>
            <a:endParaRPr lang="ko-KR">
              <a:latin typeface="Calibri"/>
              <a:ea typeface="Calibri"/>
              <a:cs typeface="Calibri"/>
            </a:endParaRPr>
          </a:p>
        </p:txBody>
      </p:sp>
      <p:sp>
        <p:nvSpPr>
          <p:cNvPr id="41" name="DP3 object 36">
            <a:extLst>
              <a:ext uri="{FF2B5EF4-FFF2-40B4-BE49-F238E27FC236}">
                <ns2:creationId id="{C5411DCD-59AD-45CE-A8CD-85B851F08724}"/>
              </a:ext>
            </a:extLst>
          </p:cNvPr>
          <p:cNvSpPr>
            <a:spLocks noGrp="1"/>
          </p:cNvSpPr>
          <p:nvPr/>
        </p:nvSpPr>
        <p:spPr>
          <a:xfrm>
            <a:off x="9058275" y="5591175"/>
            <a:ext cx="2286000" cy="333375"/>
          </a:xfrm>
          <a:prstGeom prst="rect">
            <a:avLst/>
          </a:prstGeom>
          <a:noFill/>
          <a:ln w="0">
            <a:noFill/>
            <a:prstDash val="solid"/>
          </a:ln>
        </p:spPr>
        <p:txBody>
          <a:bodyPr wrap="none" lIns="0" tIns="0" rIns="0" bIns="0" anchor="ctr">
            <a:noAutofit/>
          </a:bodyPr>
          <a:lstStyle>
            <a:defPPr algn="l">
              <a:defRPr sz="1800" b="1" lang="ko-KR">
                <a:solidFill>
                  <a:srgbClr val="C00000"/>
                </a:solidFill>
                <a:latin typeface="Calibri"/>
                <a:ea typeface="Calibri"/>
                <a:cs typeface="Calibri"/>
              </a:defRPr>
            </a:defPPr>
            <a:lvl1pPr algn="l">
              <a:defRPr sz="1800" b="1" lang="ko-KR">
                <a:solidFill>
                  <a:srgbClr val="C00000"/>
                </a:solidFill>
                <a:latin typeface="Calibri"/>
                <a:ea typeface="Calibri"/>
                <a:cs typeface="Calibri"/>
              </a:defRPr>
            </a:lvl1pPr>
            <a:lvl2pPr algn="l">
              <a:defRPr sz="1800" b="1" lang="ko-KR">
                <a:solidFill>
                  <a:srgbClr val="C00000"/>
                </a:solidFill>
                <a:latin typeface="Calibri"/>
                <a:ea typeface="Calibri"/>
                <a:cs typeface="Calibri"/>
              </a:defRPr>
            </a:lvl2pPr>
            <a:lvl3pPr algn="l">
              <a:defRPr sz="1800" b="1" lang="ko-KR">
                <a:solidFill>
                  <a:srgbClr val="C00000"/>
                </a:solidFill>
                <a:latin typeface="Calibri"/>
                <a:ea typeface="Calibri"/>
                <a:cs typeface="Calibri"/>
              </a:defRPr>
            </a:lvl3pPr>
            <a:lvl4pPr algn="l">
              <a:defRPr sz="1800" b="1" lang="ko-KR">
                <a:solidFill>
                  <a:srgbClr val="C00000"/>
                </a:solidFill>
                <a:latin typeface="Calibri"/>
                <a:ea typeface="Calibri"/>
                <a:cs typeface="Calibri"/>
              </a:defRPr>
            </a:lvl4pPr>
            <a:lvl5pPr algn="l">
              <a:defRPr sz="1800" b="1" lang="ko-KR">
                <a:solidFill>
                  <a:srgbClr val="C00000"/>
                </a:solidFill>
                <a:latin typeface="Calibri"/>
                <a:ea typeface="Calibri"/>
                <a:cs typeface="Calibri"/>
              </a:defRPr>
            </a:lvl5pPr>
            <a:lvl6pPr algn="l">
              <a:defRPr sz="1800" b="1" lang="ko-KR">
                <a:solidFill>
                  <a:srgbClr val="C00000"/>
                </a:solidFill>
                <a:latin typeface="Calibri"/>
                <a:ea typeface="Calibri"/>
                <a:cs typeface="Calibri"/>
              </a:defRPr>
            </a:lvl6pPr>
            <a:lvl7pPr algn="l">
              <a:defRPr sz="1800" b="1" lang="ko-KR">
                <a:solidFill>
                  <a:srgbClr val="C00000"/>
                </a:solidFill>
                <a:latin typeface="Calibri"/>
                <a:ea typeface="Calibri"/>
                <a:cs typeface="Calibri"/>
              </a:defRPr>
            </a:lvl7pPr>
            <a:lvl8pPr algn="l">
              <a:defRPr sz="1800" b="1" lang="ko-KR">
                <a:solidFill>
                  <a:srgbClr val="C00000"/>
                </a:solidFill>
                <a:latin typeface="Calibri"/>
                <a:ea typeface="Calibri"/>
                <a:cs typeface="Calibri"/>
              </a:defRPr>
            </a:lvl8pPr>
            <a:lvl9pPr algn="l">
              <a:defRPr sz="1800" b="1" lang="ko-KR">
                <a:solidFill>
                  <a:srgbClr val="C00000"/>
                </a:solidFill>
                <a:latin typeface="Calibri"/>
                <a:ea typeface="Calibri"/>
                <a:cs typeface="Calibri"/>
              </a:defRPr>
            </a:lvl9pPr>
          </a:lstStyle>
          <a:p>
            <a:pPr algn="l">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포인터 t₁</a:t>
            </a:r>
            <a:endParaRPr lang="ko-KR">
              <a:latin typeface="Calibri"/>
              <a:ea typeface="Calibri"/>
              <a:cs typeface="Calibri"/>
            </a:endParaRPr>
          </a:p>
        </p:txBody>
      </p:sp>
      <p:sp>
        <p:nvSpPr>
          <p:cNvPr id="42" name="DP3 object 37">
            <a:extLst>
              <a:ext uri="{FF2B5EF4-FFF2-40B4-BE49-F238E27FC236}">
                <ns2:creationId id="{0E77529B-6C44-4EA0-B911-B8BDEE00BD2D}"/>
              </a:ext>
            </a:extLst>
          </p:cNvPr>
          <p:cNvSpPr>
            <a:spLocks noGrp="1"/>
          </p:cNvSpPr>
          <p:nvPr/>
        </p:nvSpPr>
        <p:spPr>
          <a:xfrm>
            <a:off x="12192000" y="3848100"/>
            <a:ext cx="4000500" cy="1476375"/>
          </a:xfrm>
          <a:prstGeom prst="rect">
            <a:avLst/>
          </a:prstGeom>
          <a:noFill/>
          <a:ln w="0">
            <a:noFill/>
            <a:prstDash val="solid"/>
          </a:ln>
        </p:spPr>
        <p:txBody>
          <a:bodyPr wrap="none" lIns="0" tIns="0" rIns="0" bIns="0" anchor="ctr">
            <a:noAutofit/>
          </a:bodyPr>
          <a:lstStyle>
            <a:defPPr algn="l">
              <a:defRPr sz="2200" b="0" lang="ko-KR">
                <a:solidFill>
                  <a:srgbClr val="111111"/>
                </a:solidFill>
                <a:latin typeface="Calibri"/>
                <a:ea typeface="Calibri"/>
                <a:cs typeface="Calibri"/>
              </a:defRPr>
            </a:defPPr>
            <a:lvl1pPr algn="l">
              <a:defRPr sz="2200" b="0" lang="ko-KR">
                <a:solidFill>
                  <a:srgbClr val="111111"/>
                </a:solidFill>
                <a:latin typeface="Calibri"/>
                <a:ea typeface="Calibri"/>
                <a:cs typeface="Calibri"/>
              </a:defRPr>
            </a:lvl1pPr>
            <a:lvl2pPr algn="l">
              <a:defRPr sz="2200" b="0" lang="ko-KR">
                <a:solidFill>
                  <a:srgbClr val="111111"/>
                </a:solidFill>
                <a:latin typeface="Calibri"/>
                <a:ea typeface="Calibri"/>
                <a:cs typeface="Calibri"/>
              </a:defRPr>
            </a:lvl2pPr>
            <a:lvl3pPr algn="l">
              <a:defRPr sz="2200" b="0" lang="ko-KR">
                <a:solidFill>
                  <a:srgbClr val="111111"/>
                </a:solidFill>
                <a:latin typeface="Calibri"/>
                <a:ea typeface="Calibri"/>
                <a:cs typeface="Calibri"/>
              </a:defRPr>
            </a:lvl3pPr>
            <a:lvl4pPr algn="l">
              <a:defRPr sz="2200" b="0" lang="ko-KR">
                <a:solidFill>
                  <a:srgbClr val="111111"/>
                </a:solidFill>
                <a:latin typeface="Calibri"/>
                <a:ea typeface="Calibri"/>
                <a:cs typeface="Calibri"/>
              </a:defRPr>
            </a:lvl4pPr>
            <a:lvl5pPr algn="l">
              <a:defRPr sz="2200" b="0" lang="ko-KR">
                <a:solidFill>
                  <a:srgbClr val="111111"/>
                </a:solidFill>
                <a:latin typeface="Calibri"/>
                <a:ea typeface="Calibri"/>
                <a:cs typeface="Calibri"/>
              </a:defRPr>
            </a:lvl5pPr>
            <a:lvl6pPr algn="l">
              <a:defRPr sz="2200" b="0" lang="ko-KR">
                <a:solidFill>
                  <a:srgbClr val="111111"/>
                </a:solidFill>
                <a:latin typeface="Calibri"/>
                <a:ea typeface="Calibri"/>
                <a:cs typeface="Calibri"/>
              </a:defRPr>
            </a:lvl6pPr>
            <a:lvl7pPr algn="l">
              <a:defRPr sz="2200" b="0" lang="ko-KR">
                <a:solidFill>
                  <a:srgbClr val="111111"/>
                </a:solidFill>
                <a:latin typeface="Calibri"/>
                <a:ea typeface="Calibri"/>
                <a:cs typeface="Calibri"/>
              </a:defRPr>
            </a:lvl7pPr>
            <a:lvl8pPr algn="l">
              <a:defRPr sz="2200" b="0" lang="ko-KR">
                <a:solidFill>
                  <a:srgbClr val="111111"/>
                </a:solidFill>
                <a:latin typeface="Calibri"/>
                <a:ea typeface="Calibri"/>
                <a:cs typeface="Calibri"/>
              </a:defRPr>
            </a:lvl8pPr>
            <a:lvl9pPr algn="l">
              <a:defRPr sz="2200" b="0" lang="ko-KR">
                <a:solidFill>
                  <a:srgbClr val="111111"/>
                </a:solidFill>
                <a:latin typeface="Calibri"/>
                <a:ea typeface="Calibri"/>
                <a:cs typeface="Calibri"/>
              </a:defRPr>
            </a:lvl9pPr>
          </a:lstStyle>
          <a:p>
            <a:pPr algn="l">
              <a:defRPr sz="2200" b="0" lang="ko-KR">
                <a:solidFill>
                  <a:srgbClr val="111111"/>
                </a:solidFill>
                <a:latin typeface="Calibri"/>
                <a:ea typeface="Calibri"/>
                <a:cs typeface="Calibri"/>
              </a:defRPr>
            </a:pPr>
            <a:r>
              <a:rPr sz="2200" b="0" lang="ko-KR">
                <a:solidFill>
                  <a:srgbClr val="111111"/>
                </a:solidFill>
                <a:latin typeface="Calibri"/>
                <a:ea typeface="Calibri"/>
                <a:cs typeface="Calibri"/>
              </a:rPr>
              <a:t>받은 편지함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l">
              <a:defRPr sz="2200" b="0" lang="ko-KR">
                <a:solidFill>
                  <a:srgbClr val="111111"/>
                </a:solidFill>
                <a:latin typeface="Calibri"/>
                <a:ea typeface="Calibri"/>
                <a:cs typeface="Calibri"/>
              </a:defRPr>
            </a:pPr>
            <a:r>
              <a:rPr sz="2200" b="0" lang="ko-KR">
                <a:solidFill>
                  <a:srgbClr val="111111"/>
                </a:solidFill>
                <a:latin typeface="Calibri"/>
                <a:ea typeface="Calibri"/>
                <a:cs typeface="Calibri"/>
              </a:rPr>
              <a:t>새 화면에는 견적이 없음</a:t>
            </a:r>
            <a:endParaRPr lang="ko-KR">
              <a:latin typeface="Calibri"/>
              <a:ea typeface="Calibri"/>
              <a:cs typeface="Calibri"/>
            </a:endParaRPr>
          </a:p>
        </p:txBody>
      </p:sp>
      <p:sp>
        <p:nvSpPr>
          <p:cNvPr id="43" name="Editable path 38">
            <a:extLst>
              <a:ext uri="{FF2B5EF4-FFF2-40B4-BE49-F238E27FC236}">
                <ns2:creationId id="{B965B164-3AEA-44BA-84A3-1F3661FD8711}"/>
              </a:ext>
            </a:extLst>
          </p:cNvPr>
          <p:cNvSpPr>
            <a:spLocks noGrp="1"/>
          </p:cNvSpPr>
          <p:nvPr/>
        </p:nvSpPr>
        <p:spPr>
          <a:xfrm>
            <a:off x="5543550" y="4619625"/>
            <a:ext cx="571500" cy="953"/>
          </a:xfrm>
          <a:custGeom>
            <a:pathLst>
              <a:path w="571500" h="953">
                <a:moveTo>
                  <a:pt x="0" y="0"/>
                </a:moveTo>
                <a:lnTo>
                  <a:pt x="571500" y="0"/>
                </a:lnTo>
              </a:path>
            </a:pathLst>
          </a:custGeom>
          <a:noFill/>
          <a:ln w="20955">
            <a:solidFill>
              <a:srgbClr val="111111"/>
            </a:solidFill>
            <a:prstDash val="solid"/>
          </a:ln>
        </p:spPr>
      </p:sp>
      <p:sp>
        <p:nvSpPr>
          <p:cNvPr id="44" name="Editable arrowhead 39">
            <a:extLst>
              <a:ext uri="{FF2B5EF4-FFF2-40B4-BE49-F238E27FC236}">
                <ns2:creationId id="{5CA46B54-0D21-4FC9-8AE6-A3B3FC12A398}"/>
              </a:ext>
            </a:extLst>
          </p:cNvPr>
          <p:cNvSpPr>
            <a:spLocks noGrp="1"/>
          </p:cNvSpPr>
          <p:nvPr/>
        </p:nvSpPr>
        <p:spPr>
          <a:xfrm>
            <a:off x="6019800" y="45720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5" name="Editable path 40">
            <a:extLst>
              <a:ext uri="{FF2B5EF4-FFF2-40B4-BE49-F238E27FC236}">
                <ns2:creationId id="{A9F87CE0-C912-4481-8D9D-D5AD5B92FA62}"/>
              </a:ext>
            </a:extLst>
          </p:cNvPr>
          <p:cNvSpPr>
            <a:spLocks noGrp="1"/>
          </p:cNvSpPr>
          <p:nvPr/>
        </p:nvSpPr>
        <p:spPr>
          <a:xfrm>
            <a:off x="11068050" y="4619625"/>
            <a:ext cx="571500" cy="953"/>
          </a:xfrm>
          <a:custGeom>
            <a:pathLst>
              <a:path w="571500" h="953">
                <a:moveTo>
                  <a:pt x="0" y="0"/>
                </a:moveTo>
                <a:lnTo>
                  <a:pt x="571500" y="0"/>
                </a:lnTo>
              </a:path>
            </a:pathLst>
          </a:custGeom>
          <a:noFill/>
          <a:ln w="20955">
            <a:solidFill>
              <a:srgbClr val="111111"/>
            </a:solidFill>
            <a:prstDash val="solid"/>
          </a:ln>
        </p:spPr>
      </p:sp>
      <p:sp>
        <p:nvSpPr>
          <p:cNvPr id="46" name="Editable arrowhead 41">
            <a:extLst>
              <a:ext uri="{FF2B5EF4-FFF2-40B4-BE49-F238E27FC236}">
                <ns2:creationId id="{555DC884-8A71-47DA-8649-F941ADBF8CDD}"/>
              </a:ext>
            </a:extLst>
          </p:cNvPr>
          <p:cNvSpPr>
            <a:spLocks noGrp="1"/>
          </p:cNvSpPr>
          <p:nvPr/>
        </p:nvSpPr>
        <p:spPr>
          <a:xfrm>
            <a:off x="11544300" y="45720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7" name="“아까와 지금 가리킨 견적들을 중복 없이 묶고, 설치비는 제외해서 요약표로 만들어줘.”">
            <a:extLst>
              <a:ext uri="{FF2B5EF4-FFF2-40B4-BE49-F238E27FC236}">
                <ns2:creationId id="{8A4D90C2-D3B3-4C71-BD50-17031932B41A}"/>
              </a:ext>
            </a:extLst>
          </p:cNvPr>
          <p:cNvSpPr>
            <a:spLocks noGrp="1"/>
          </p:cNvSpPr>
          <p:nvPr/>
        </p:nvSpPr>
        <p:spPr>
          <a:xfrm>
            <a:off x="809625" y="6419850"/>
            <a:ext cx="15716250" cy="781050"/>
          </a:xfrm>
          <a:prstGeom prst="rect">
            <a:avLst/>
          </a:prstGeom>
          <a:solidFill>
            <a:srgbClr val="FFF6DD"/>
          </a:solidFill>
          <a:ln w="17145">
            <a:solidFill>
              <a:srgbClr val="111111"/>
            </a:solidFill>
            <a:prstDash val="solid"/>
          </a:ln>
        </p:spPr>
        <p:txBody>
          <a:bodyPr wrap="none" lIns="66675" tIns="38100" rIns="66675" bIns="3810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“아까와 지금 가리킨 견적들을 중복 없이 묶고, 설치비는 제외해서 요약표로 만들어줘.”</a:t>
            </a:r>
            <a:endParaRPr lang="ko-KR">
              <a:latin typeface="Calibri"/>
              <a:ea typeface="Calibri"/>
              <a:cs typeface="Calibri"/>
            </a:endParaRPr>
          </a:p>
        </p:txBody>
      </p:sp>
      <p:sp>
        <p:nvSpPr>
          <p:cNvPr id="49" name="DP3 object 43">
            <a:extLst>
              <a:ext uri="{FF2B5EF4-FFF2-40B4-BE49-F238E27FC236}">
                <ns2:creationId id="{F4C458DD-D7A8-429B-892E-B0E9623A851B}"/>
              </a:ext>
            </a:extLst>
          </p:cNvPr>
          <p:cNvSpPr>
            <a:spLocks noGrp="1"/>
          </p:cNvSpPr>
          <p:nvPr/>
        </p:nvSpPr>
        <p:spPr>
          <a:xfrm>
            <a:off x="809625" y="7591425"/>
            <a:ext cx="2381250" cy="4286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공통 입력</a:t>
            </a:r>
            <a:endParaRPr lang="ko-KR">
              <a:latin typeface="Calibri"/>
              <a:ea typeface="Calibri"/>
              <a:cs typeface="Calibri"/>
            </a:endParaRPr>
          </a:p>
        </p:txBody>
      </p:sp>
      <p:sp>
        <p:nvSpPr>
          <p:cNvPr id="50" name="DP3 object 44">
            <a:extLst>
              <a:ext uri="{FF2B5EF4-FFF2-40B4-BE49-F238E27FC236}">
                <ns2:creationId id="{BB69A5EB-C1DE-4B6F-9DC2-9CFFE0FC9FDE}"/>
              </a:ext>
            </a:extLst>
          </p:cNvPr>
          <p:cNvSpPr>
            <a:spLocks noGrp="1"/>
          </p:cNvSpPr>
          <p:nvPr/>
        </p:nvSpPr>
        <p:spPr>
          <a:xfrm>
            <a:off x="3333750" y="7600950"/>
            <a:ext cx="13430250" cy="40957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정확한 ASR + 단어 시각 / 당시 frame·pointer·selection / 원본·판본·접근 권한</a:t>
            </a:r>
            <a:endParaRPr lang="ko-KR">
              <a:latin typeface="Calibri"/>
              <a:ea typeface="Calibri"/>
              <a:cs typeface="Calibri"/>
            </a:endParaRPr>
          </a:p>
        </p:txBody>
      </p:sp>
      <p:sp>
        <p:nvSpPr>
          <p:cNvPr id="51" name="DP3 object 45">
            <a:extLst>
              <a:ext uri="{FF2B5EF4-FFF2-40B4-BE49-F238E27FC236}">
                <ns2:creationId id="{A3C6CAC2-8DC6-42BF-A8E5-2B86F60F08AB}"/>
              </a:ext>
            </a:extLst>
          </p:cNvPr>
          <p:cNvSpPr>
            <a:spLocks noGrp="1"/>
          </p:cNvSpPr>
          <p:nvPr/>
        </p:nvSpPr>
        <p:spPr>
          <a:xfrm>
            <a:off x="809625" y="8286750"/>
            <a:ext cx="2381250" cy="4286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해결할 판단</a:t>
            </a:r>
            <a:endParaRPr lang="ko-KR">
              <a:latin typeface="Calibri"/>
              <a:ea typeface="Calibri"/>
              <a:cs typeface="Calibri"/>
            </a:endParaRPr>
          </a:p>
        </p:txBody>
      </p:sp>
      <p:sp>
        <p:nvSpPr>
          <p:cNvPr id="52" name="DP3 object 46">
            <a:extLst>
              <a:ext uri="{FF2B5EF4-FFF2-40B4-BE49-F238E27FC236}">
                <ns2:creationId id="{840A9D8D-79B7-4605-AE76-8D9CB30F91EA}"/>
              </a:ext>
            </a:extLst>
          </p:cNvPr>
          <p:cNvSpPr>
            <a:spLocks noGrp="1"/>
          </p:cNvSpPr>
          <p:nvPr/>
        </p:nvSpPr>
        <p:spPr>
          <a:xfrm>
            <a:off x="3333750" y="8296275"/>
            <a:ext cx="1343025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시각은 관측을 찾는다. 동일 대상 여부·중복 제거·설치비 제외는 의미 판단이 맡는다.</a:t>
            </a:r>
            <a:endParaRPr lang="ko-KR">
              <a:latin typeface="Calibri"/>
              <a:ea typeface="Calibri"/>
              <a:cs typeface="Calibri"/>
            </a:endParaRPr>
          </a:p>
        </p:txBody>
      </p:sp>
      <p:sp>
        <p:nvSpPr>
          <p:cNvPr id="53" name="DP3 object 47">
            <a:extLst>
              <a:ext uri="{FF2B5EF4-FFF2-40B4-BE49-F238E27FC236}">
                <ns2:creationId id="{119AF121-EA37-4779-99B4-BB4B2144BE9C}"/>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S3 설명용 도식. L/Z는 정답 식별용 표기이며 실제 입력에 고유 이름·native ID·단순 viewport 변환은 제공하지 않는 가정.</a:t>
            </a:r>
            <a:endParaRPr lang="ko-KR">
              <a:latin typeface="Calibri"/>
              <a:ea typeface="Calibri"/>
              <a:cs typeface="Calibri"/>
            </a:endParaRPr>
          </a:p>
        </p:txBody>
      </p:sp>
    </p:spTree>
    <p:extLst>
      <p:ext uri="{BB962C8B-B14F-4D97-AF65-F5344CB8AC3E}">
        <p14:creationId val="1164684537"/>
      </p:ext>
    </p:extLst>
  </p:cSld>
</p:sld>
</file>

<file path=ppt/slides/slide3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4" name="DP3 object 48">
            <a:extLst>
              <a:ext uri="{FF2B5EF4-FFF2-40B4-BE49-F238E27FC236}">
                <ns2:creationId id="{36CCEE1F-EDD2-4F88-892A-8F65E7ED70B0}"/>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(방안 비교 1/2)</a:t>
            </a:r>
            <a:endParaRPr lang="ko-KR">
              <a:latin typeface="Calibri"/>
              <a:ea typeface="Calibri"/>
              <a:cs typeface="Calibri"/>
            </a:endParaRPr>
          </a:p>
        </p:txBody>
      </p:sp>
      <p:sp>
        <p:nvSpPr>
          <p:cNvPr id="2" name="DP3 object 49">
            <a:extLst>
              <a:ext uri="{FF2B5EF4-FFF2-40B4-BE49-F238E27FC236}">
                <ns2:creationId id="{E0C3A20F-AB08-41FB-86D7-D82F96F5D745}"/>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50">
            <a:extLst>
              <a:ext uri="{FF2B5EF4-FFF2-40B4-BE49-F238E27FC236}">
                <ns2:creationId id="{BDFAB466-F239-4995-88CC-D2FC623B3FFC}"/>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51">
            <a:extLst>
              <a:ext uri="{FF2B5EF4-FFF2-40B4-BE49-F238E27FC236}">
                <ns2:creationId id="{44B17CA4-983C-4C81-85B5-160FF5E22E1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2">
            <a:extLst>
              <a:ext uri="{FF2B5EF4-FFF2-40B4-BE49-F238E27FC236}">
                <ns2:creationId id="{3D9D0D8D-5B79-40BD-A1C1-9FEA6ABBDF78}"/>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53">
            <a:extLst>
              <a:ext uri="{FF2B5EF4-FFF2-40B4-BE49-F238E27FC236}">
                <ns2:creationId id="{925A7B35-F4E2-4A08-8BE6-FB1D98976D3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54">
            <a:extLst>
              <a:ext uri="{FF2B5EF4-FFF2-40B4-BE49-F238E27FC236}">
                <ns2:creationId id="{B0E3F7CD-BEF4-4332-89C6-3F206145CAE7}"/>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55">
            <a:extLst>
              <a:ext uri="{FF2B5EF4-FFF2-40B4-BE49-F238E27FC236}">
                <ns2:creationId id="{114738E4-9BAA-48E4-9B0E-ECAD01AE1B9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56">
            <a:extLst>
              <a:ext uri="{FF2B5EF4-FFF2-40B4-BE49-F238E27FC236}">
                <ns2:creationId id="{0C552228-42BA-450D-9844-EA7EB7E7D80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57">
            <a:extLst>
              <a:ext uri="{FF2B5EF4-FFF2-40B4-BE49-F238E27FC236}">
                <ns2:creationId id="{99CCA4C6-B663-419C-B025-C97BA7AB86B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58">
            <a:extLst>
              <a:ext uri="{FF2B5EF4-FFF2-40B4-BE49-F238E27FC236}">
                <ns2:creationId id="{F7E055E4-0591-4AC2-8A87-8F45E7418F54}"/>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59">
            <a:extLst>
              <a:ext uri="{FF2B5EF4-FFF2-40B4-BE49-F238E27FC236}">
                <ns2:creationId id="{61E003EB-2F55-42B7-A820-026CE4BC821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B43B187-5742-419A-B777-286686D56E78}"/>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29</a:t>
            </a:r>
            <a:endParaRPr lang="ko-KR">
              <a:latin typeface="Calibri"/>
              <a:ea typeface="Calibri"/>
              <a:cs typeface="Calibri"/>
            </a:endParaRPr>
          </a:p>
        </p:txBody>
      </p:sp>
      <p:sp>
        <p:nvSpPr>
          <p:cNvPr id="14" name="DP3 object 60">
            <a:extLst>
              <a:ext uri="{FF2B5EF4-FFF2-40B4-BE49-F238E27FC236}">
                <ns2:creationId id="{02A1F6ED-DE3C-4E37-8515-B8044535BDC4}"/>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A는 원본을 함께 해석하고, B-R1은 화면 후보를 먼저 생산한다</a:t>
            </a:r>
            <a:endParaRPr lang="ko-KR">
              <a:latin typeface="Calibri"/>
              <a:ea typeface="Calibri"/>
              <a:cs typeface="Calibri"/>
            </a:endParaRPr>
          </a:p>
        </p:txBody>
      </p:sp>
      <p:sp>
        <p:nvSpPr>
          <p:cNvPr id="15" name="DP3 object 61">
            <a:extLst>
              <a:ext uri="{FF2B5EF4-FFF2-40B4-BE49-F238E27FC236}">
                <ns2:creationId id="{148EDAA3-8D02-4313-BDBD-4733F288E932}"/>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공통: local ASR·단어 timestamp / 당시 화면·동작 보존 / cloud S2S와 최종 의미 LLM</a:t>
            </a:r>
            <a:endParaRPr lang="ko-KR">
              <a:latin typeface="Calibri"/>
              <a:ea typeface="Calibri"/>
              <a:cs typeface="Calibri"/>
            </a:endParaRPr>
          </a:p>
        </p:txBody>
      </p:sp>
      <p:sp>
        <p:nvSpPr>
          <p:cNvPr id="16" name="A  원본 공동 해석">
            <a:extLst>
              <a:ext uri="{FF2B5EF4-FFF2-40B4-BE49-F238E27FC236}">
                <ns2:creationId id="{523E4089-C6A9-447A-B537-B66D058843D3}"/>
              </a:ext>
            </a:extLst>
          </p:cNvPr>
          <p:cNvSpPr>
            <a:spLocks noGrp="1"/>
          </p:cNvSpPr>
          <p:nvPr/>
        </p:nvSpPr>
        <p:spPr>
          <a:xfrm>
            <a:off x="619125" y="2495550"/>
            <a:ext cx="8286750" cy="542925"/>
          </a:xfrm>
          <a:prstGeom prst="rect">
            <a:avLst/>
          </a:prstGeom>
          <a:solidFill>
            <a:srgbClr val="C9E1B3"/>
          </a:solidFill>
          <a:ln w="17145">
            <a:solidFill>
              <a:srgbClr val="B7B9B9"/>
            </a:solidFill>
            <a:prstDash val="solid"/>
          </a:ln>
        </p:spPr>
      </p:sp>
      <p:sp>
        <p:nvSpPr>
          <p:cNvPr id="17" name="DP3 object 62">
            <a:extLst>
              <a:ext uri="{FF2B5EF4-FFF2-40B4-BE49-F238E27FC236}">
                <ns2:creationId id="{F6D3E8BC-6D6F-4418-818F-65CAE5D528B2}"/>
              </a:ext>
            </a:extLst>
          </p:cNvPr>
          <p:cNvSpPr>
            <a:spLocks noGrp="1"/>
          </p:cNvSpPr>
          <p:nvPr/>
        </p:nvSpPr>
        <p:spPr>
          <a:xfrm>
            <a:off x="685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원본 공동 해석</a:t>
            </a:r>
            <a:endParaRPr lang="ko-KR">
              <a:latin typeface="Calibri"/>
              <a:ea typeface="Calibri"/>
              <a:cs typeface="Calibri"/>
            </a:endParaRPr>
          </a:p>
        </p:txBody>
      </p:sp>
      <p:sp>
        <p:nvSpPr>
          <p:cNvPr id="18" name="B-R1  로컬 후보 생산 + 모델 교대 로딩">
            <a:extLst>
              <a:ext uri="{FF2B5EF4-FFF2-40B4-BE49-F238E27FC236}">
                <ns2:creationId id="{EE506D1C-EC18-4143-9700-BD86ABC7F8E5}"/>
              </a:ext>
            </a:extLst>
          </p:cNvPr>
          <p:cNvSpPr>
            <a:spLocks noGrp="1"/>
          </p:cNvSpPr>
          <p:nvPr/>
        </p:nvSpPr>
        <p:spPr>
          <a:xfrm>
            <a:off x="9382125" y="2495550"/>
            <a:ext cx="8286750" cy="542925"/>
          </a:xfrm>
          <a:prstGeom prst="rect">
            <a:avLst/>
          </a:prstGeom>
          <a:solidFill>
            <a:srgbClr val="C9E1B3"/>
          </a:solidFill>
          <a:ln w="17145">
            <a:solidFill>
              <a:srgbClr val="B7B9B9"/>
            </a:solidFill>
            <a:prstDash val="solid"/>
          </a:ln>
        </p:spPr>
      </p:sp>
      <p:sp>
        <p:nvSpPr>
          <p:cNvPr id="19" name="DP3 object 63">
            <a:extLst>
              <a:ext uri="{FF2B5EF4-FFF2-40B4-BE49-F238E27FC236}">
                <ns2:creationId id="{2B05B3FC-72DE-4D08-9873-1F6B8CE31CD1}"/>
              </a:ext>
            </a:extLst>
          </p:cNvPr>
          <p:cNvSpPr>
            <a:spLocks noGrp="1"/>
          </p:cNvSpPr>
          <p:nvPr/>
        </p:nvSpPr>
        <p:spPr>
          <a:xfrm>
            <a:off x="9448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B-R1  로컬 후보 생산 + 모델 교대 로딩</a:t>
            </a:r>
            <a:endParaRPr lang="ko-KR">
              <a:latin typeface="Calibri"/>
              <a:ea typeface="Calibri"/>
              <a:cs typeface="Calibri"/>
            </a:endParaRPr>
          </a:p>
        </p:txBody>
      </p:sp>
      <p:sp>
        <p:nvSpPr>
          <p:cNvPr id="20" name="Editable path 64">
            <a:extLst>
              <a:ext uri="{FF2B5EF4-FFF2-40B4-BE49-F238E27FC236}">
                <ns2:creationId id="{740C9EC0-574F-45A2-8EA0-B84F7D01FF83}"/>
              </a:ext>
            </a:extLst>
          </p:cNvPr>
          <p:cNvSpPr>
            <a:spLocks noGrp="1"/>
          </p:cNvSpPr>
          <p:nvPr/>
        </p:nvSpPr>
        <p:spPr>
          <a:xfrm>
            <a:off x="9144000" y="2495550"/>
            <a:ext cx="953" cy="6819900"/>
          </a:xfrm>
          <a:custGeom>
            <a:pathLst>
              <a:path w="953" h="6819900">
                <a:moveTo>
                  <a:pt x="0" y="0"/>
                </a:moveTo>
                <a:lnTo>
                  <a:pt x="0" y="6819900"/>
                </a:lnTo>
              </a:path>
            </a:pathLst>
          </a:custGeom>
          <a:noFill/>
          <a:ln w="11430">
            <a:solidFill>
              <a:srgbClr val="B7B9B9"/>
            </a:solidFill>
            <a:prstDash val="solid"/>
          </a:ln>
        </p:spPr>
      </p:sp>
      <p:sp>
        <p:nvSpPr>
          <p:cNvPr id="21" name="보존 원본&#10;화면·포인터·선택 + 전사·단어 시각">
            <a:extLst>
              <a:ext uri="{FF2B5EF4-FFF2-40B4-BE49-F238E27FC236}">
                <ns2:creationId id="{279F292B-6B44-4D2F-8E7B-AC1DE6D99BB4}"/>
              </a:ext>
            </a:extLst>
          </p:cNvPr>
          <p:cNvSpPr>
            <a:spLocks noGrp="1"/>
          </p:cNvSpPr>
          <p:nvPr/>
        </p:nvSpPr>
        <p:spPr>
          <a:xfrm>
            <a:off x="1381125" y="3333750"/>
            <a:ext cx="6667500" cy="819150"/>
          </a:xfrm>
          <a:prstGeom prst="rect">
            <a:avLst/>
          </a:prstGeom>
          <a:solidFill>
            <a:srgbClr val="FFF6DD"/>
          </a:solidFill>
          <a:ln w="17145">
            <a:solidFill>
              <a:srgbClr val="111111"/>
            </a:solidFill>
            <a:prstDash val="solid"/>
          </a:ln>
        </p:spPr>
      </p:sp>
      <p:sp>
        <p:nvSpPr>
          <p:cNvPr id="22" name="DP3 object 65">
            <a:extLst>
              <a:ext uri="{FF2B5EF4-FFF2-40B4-BE49-F238E27FC236}">
                <ns2:creationId id="{07EC2C82-AD87-4042-A87A-5BDE648B7DD2}"/>
              </a:ext>
            </a:extLst>
          </p:cNvPr>
          <p:cNvSpPr>
            <a:spLocks noGrp="1"/>
          </p:cNvSpPr>
          <p:nvPr/>
        </p:nvSpPr>
        <p:spPr>
          <a:xfrm>
            <a:off x="1447800" y="3371850"/>
            <a:ext cx="6534150" cy="742950"/>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보존 원본</a:t>
            </a:r>
            <a:endParaRPr lang="ko-KR">
              <a:latin typeface="Calibri"/>
              <a:ea typeface="Calibri"/>
              <a:cs typeface="Calibri"/>
            </a:endParaRPr>
          </a:p>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화면·포인터·선택 + 전사·단어 시각</a:t>
            </a:r>
            <a:endParaRPr lang="ko-KR">
              <a:latin typeface="Calibri"/>
              <a:ea typeface="Calibri"/>
              <a:cs typeface="Calibri"/>
            </a:endParaRPr>
          </a:p>
        </p:txBody>
      </p:sp>
      <p:sp>
        <p:nvSpPr>
          <p:cNvPr id="23" name="Editable path 66">
            <a:extLst>
              <a:ext uri="{FF2B5EF4-FFF2-40B4-BE49-F238E27FC236}">
                <ns2:creationId id="{79B41910-1E74-417B-B167-DCDBFEF7966B}"/>
              </a:ext>
            </a:extLst>
          </p:cNvPr>
          <p:cNvSpPr>
            <a:spLocks noGrp="1"/>
          </p:cNvSpPr>
          <p:nvPr/>
        </p:nvSpPr>
        <p:spPr>
          <a:xfrm>
            <a:off x="4714875" y="4152900"/>
            <a:ext cx="953" cy="419100"/>
          </a:xfrm>
          <a:custGeom>
            <a:pathLst>
              <a:path w="953" h="419100">
                <a:moveTo>
                  <a:pt x="0" y="0"/>
                </a:moveTo>
                <a:lnTo>
                  <a:pt x="0" y="419100"/>
                </a:lnTo>
              </a:path>
            </a:pathLst>
          </a:custGeom>
          <a:noFill/>
          <a:ln w="19050">
            <a:solidFill>
              <a:srgbClr val="111111"/>
            </a:solidFill>
            <a:prstDash val="solid"/>
          </a:ln>
        </p:spPr>
      </p:sp>
      <p:sp>
        <p:nvSpPr>
          <p:cNvPr id="24" name="Editable arrowhead 67">
            <a:extLst>
              <a:ext uri="{FF2B5EF4-FFF2-40B4-BE49-F238E27FC236}">
                <ns2:creationId id="{BBCBF717-E0C5-4D44-B98F-E96AC1E50693}"/>
              </a:ext>
            </a:extLst>
          </p:cNvPr>
          <p:cNvSpPr>
            <a:spLocks noGrp="1"/>
          </p:cNvSpPr>
          <p:nvPr/>
        </p:nvSpPr>
        <p:spPr>
          <a:xfrm>
            <a:off x="4667250" y="4476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5" name="DP3 object 68">
            <a:extLst>
              <a:ext uri="{FF2B5EF4-FFF2-40B4-BE49-F238E27FC236}">
                <ns2:creationId id="{4BECB4F1-2DBB-4638-9FBD-6BDB6105F767}"/>
              </a:ext>
            </a:extLst>
          </p:cNvPr>
          <p:cNvSpPr>
            <a:spLocks noGrp="1"/>
          </p:cNvSpPr>
          <p:nvPr/>
        </p:nvSpPr>
        <p:spPr>
          <a:xfrm>
            <a:off x="4810125" y="4257675"/>
            <a:ext cx="266700" cy="276225"/>
          </a:xfrm>
          <a:prstGeom prst="roundRect">
            <a:avLst>
              <a:gd name="adj" fmla="val 28571"/>
            </a:avLst>
          </a:prstGeom>
          <a:solidFill>
            <a:srgbClr val="C9E1B3"/>
          </a:solidFill>
          <a:ln w="17145">
            <a:solidFill>
              <a:srgbClr val="70A843"/>
            </a:solidFill>
            <a:prstDash val="solid"/>
          </a:ln>
        </p:spPr>
      </p:sp>
      <p:sp>
        <p:nvSpPr>
          <p:cNvPr id="26" name="DP3 object 69">
            <a:extLst>
              <a:ext uri="{FF2B5EF4-FFF2-40B4-BE49-F238E27FC236}">
                <ns2:creationId id="{1253B828-668F-44C6-8449-5E3826AE6E7E}"/>
              </a:ext>
            </a:extLst>
          </p:cNvPr>
          <p:cNvSpPr>
            <a:spLocks noGrp="1"/>
          </p:cNvSpPr>
          <p:nvPr/>
        </p:nvSpPr>
        <p:spPr>
          <a:xfrm>
            <a:off x="4810125"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27" name="Grounding Coordinator&#10;현재 요청에 필요한 원본 범위·판본 구성">
            <a:extLst>
              <a:ext uri="{FF2B5EF4-FFF2-40B4-BE49-F238E27FC236}">
                <ns2:creationId id="{E1F1DFA6-EDDF-4551-A0BB-C464D2235CB0}"/>
              </a:ext>
            </a:extLst>
          </p:cNvPr>
          <p:cNvSpPr>
            <a:spLocks noGrp="1"/>
          </p:cNvSpPr>
          <p:nvPr/>
        </p:nvSpPr>
        <p:spPr>
          <a:xfrm>
            <a:off x="1381125" y="4572000"/>
            <a:ext cx="6667500" cy="809625"/>
          </a:xfrm>
          <a:prstGeom prst="rect">
            <a:avLst/>
          </a:prstGeom>
          <a:solidFill>
            <a:srgbClr val="FFF6DD"/>
          </a:solidFill>
          <a:ln w="17145">
            <a:solidFill>
              <a:srgbClr val="111111"/>
            </a:solidFill>
            <a:prstDash val="solid"/>
          </a:ln>
        </p:spPr>
      </p:sp>
      <p:sp>
        <p:nvSpPr>
          <p:cNvPr id="28" name="DP3 object 70">
            <a:extLst>
              <a:ext uri="{FF2B5EF4-FFF2-40B4-BE49-F238E27FC236}">
                <ns2:creationId id="{13A9F4C4-E7DF-465B-AEBE-2553C1706134}"/>
              </a:ext>
            </a:extLst>
          </p:cNvPr>
          <p:cNvSpPr>
            <a:spLocks noGrp="1"/>
          </p:cNvSpPr>
          <p:nvPr/>
        </p:nvSpPr>
        <p:spPr>
          <a:xfrm>
            <a:off x="1447800" y="4610100"/>
            <a:ext cx="6534150" cy="733425"/>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Grounding Coordinator</a:t>
            </a:r>
            <a:endParaRPr lang="ko-KR">
              <a:latin typeface="Calibri"/>
              <a:ea typeface="Calibri"/>
              <a:cs typeface="Calibri"/>
            </a:endParaRPr>
          </a:p>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현재 요청에 필요한 원본 범위·판본 구성</a:t>
            </a:r>
            <a:endParaRPr lang="ko-KR">
              <a:latin typeface="Calibri"/>
              <a:ea typeface="Calibri"/>
              <a:cs typeface="Calibri"/>
            </a:endParaRPr>
          </a:p>
        </p:txBody>
      </p:sp>
      <p:sp>
        <p:nvSpPr>
          <p:cNvPr id="29" name="Editable path 71">
            <a:extLst>
              <a:ext uri="{FF2B5EF4-FFF2-40B4-BE49-F238E27FC236}">
                <ns2:creationId id="{5BB5E09F-BA82-4A82-926E-2A77C97536E4}"/>
              </a:ext>
            </a:extLst>
          </p:cNvPr>
          <p:cNvSpPr>
            <a:spLocks noGrp="1"/>
          </p:cNvSpPr>
          <p:nvPr/>
        </p:nvSpPr>
        <p:spPr>
          <a:xfrm>
            <a:off x="4714875" y="5381625"/>
            <a:ext cx="953" cy="428625"/>
          </a:xfrm>
          <a:custGeom>
            <a:pathLst>
              <a:path w="953" h="428625">
                <a:moveTo>
                  <a:pt x="0" y="0"/>
                </a:moveTo>
                <a:lnTo>
                  <a:pt x="0" y="428625"/>
                </a:lnTo>
              </a:path>
            </a:pathLst>
          </a:custGeom>
          <a:noFill/>
          <a:ln w="19050">
            <a:solidFill>
              <a:srgbClr val="111111"/>
            </a:solidFill>
            <a:prstDash val="solid"/>
          </a:ln>
        </p:spPr>
      </p:sp>
      <p:sp>
        <p:nvSpPr>
          <p:cNvPr id="30" name="Editable arrowhead 72">
            <a:extLst>
              <a:ext uri="{FF2B5EF4-FFF2-40B4-BE49-F238E27FC236}">
                <ns2:creationId id="{A7A3EFE2-564B-456E-A9B6-2F798771D159}"/>
              </a:ext>
            </a:extLst>
          </p:cNvPr>
          <p:cNvSpPr>
            <a:spLocks noGrp="1"/>
          </p:cNvSpPr>
          <p:nvPr/>
        </p:nvSpPr>
        <p:spPr>
          <a:xfrm>
            <a:off x="4667250" y="5715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DP3 object 73">
            <a:extLst>
              <a:ext uri="{FF2B5EF4-FFF2-40B4-BE49-F238E27FC236}">
                <ns2:creationId id="{E7AD502D-769F-4A66-AC67-9810B546AB7B}"/>
              </a:ext>
            </a:extLst>
          </p:cNvPr>
          <p:cNvSpPr>
            <a:spLocks noGrp="1"/>
          </p:cNvSpPr>
          <p:nvPr/>
        </p:nvSpPr>
        <p:spPr>
          <a:xfrm>
            <a:off x="4810125" y="5486400"/>
            <a:ext cx="266700" cy="276225"/>
          </a:xfrm>
          <a:prstGeom prst="roundRect">
            <a:avLst>
              <a:gd name="adj" fmla="val 28571"/>
            </a:avLst>
          </a:prstGeom>
          <a:solidFill>
            <a:srgbClr val="C9E1B3"/>
          </a:solidFill>
          <a:ln w="17145">
            <a:solidFill>
              <a:srgbClr val="70A843"/>
            </a:solidFill>
            <a:prstDash val="solid"/>
          </a:ln>
        </p:spPr>
      </p:sp>
      <p:sp>
        <p:nvSpPr>
          <p:cNvPr id="32" name="DP3 object 74">
            <a:extLst>
              <a:ext uri="{FF2B5EF4-FFF2-40B4-BE49-F238E27FC236}">
                <ns2:creationId id="{6A0E16D4-A8E9-43CA-85C3-4C053ABCA252}"/>
              </a:ext>
            </a:extLst>
          </p:cNvPr>
          <p:cNvSpPr>
            <a:spLocks noGrp="1"/>
          </p:cNvSpPr>
          <p:nvPr/>
        </p:nvSpPr>
        <p:spPr>
          <a:xfrm>
            <a:off x="4810125" y="548640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33" name="Cloud 의미 LLM&#10;대상 범위와 지칭 관계를 함께 해석">
            <a:extLst>
              <a:ext uri="{FF2B5EF4-FFF2-40B4-BE49-F238E27FC236}">
                <ns2:creationId id="{BBEF8D05-1267-4CFB-B744-C11C062EE51D}"/>
              </a:ext>
            </a:extLst>
          </p:cNvPr>
          <p:cNvSpPr>
            <a:spLocks noGrp="1"/>
          </p:cNvSpPr>
          <p:nvPr/>
        </p:nvSpPr>
        <p:spPr>
          <a:xfrm>
            <a:off x="1381125" y="5810250"/>
            <a:ext cx="6667500" cy="990600"/>
          </a:xfrm>
          <a:prstGeom prst="rect">
            <a:avLst/>
          </a:prstGeom>
          <a:solidFill>
            <a:srgbClr val="F1F6FC"/>
          </a:solidFill>
          <a:ln w="28575">
            <a:solidFill>
              <a:srgbClr val="4676CB"/>
            </a:solidFill>
            <a:prstDash val="solid"/>
          </a:ln>
        </p:spPr>
      </p:sp>
      <p:sp>
        <p:nvSpPr>
          <p:cNvPr id="34" name="DP3 object 75">
            <a:extLst>
              <a:ext uri="{FF2B5EF4-FFF2-40B4-BE49-F238E27FC236}">
                <ns2:creationId id="{1928E75C-27ED-4C76-972A-FE977D45A6F9}"/>
              </a:ext>
            </a:extLst>
          </p:cNvPr>
          <p:cNvSpPr>
            <a:spLocks noGrp="1"/>
          </p:cNvSpPr>
          <p:nvPr/>
        </p:nvSpPr>
        <p:spPr>
          <a:xfrm>
            <a:off x="1447800" y="5848350"/>
            <a:ext cx="6534150" cy="91440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Cloud 의미 LLM</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대상 범위와 지칭 관계를 함께 해석</a:t>
            </a:r>
            <a:endParaRPr lang="ko-KR">
              <a:latin typeface="Calibri"/>
              <a:ea typeface="Calibri"/>
              <a:cs typeface="Calibri"/>
            </a:endParaRPr>
          </a:p>
        </p:txBody>
      </p:sp>
      <p:sp>
        <p:nvSpPr>
          <p:cNvPr id="35" name="Editable path 76">
            <a:extLst>
              <a:ext uri="{FF2B5EF4-FFF2-40B4-BE49-F238E27FC236}">
                <ns2:creationId id="{F837292A-8FC3-42CD-927E-F15AF8D171F4}"/>
              </a:ext>
            </a:extLst>
          </p:cNvPr>
          <p:cNvSpPr>
            <a:spLocks noGrp="1"/>
          </p:cNvSpPr>
          <p:nvPr/>
        </p:nvSpPr>
        <p:spPr>
          <a:xfrm>
            <a:off x="952500" y="4953000"/>
            <a:ext cx="428625" cy="1352550"/>
          </a:xfrm>
          <a:custGeom>
            <a:pathLst>
              <a:path w="428625" h="1352550">
                <a:moveTo>
                  <a:pt x="428625" y="1352550"/>
                </a:moveTo>
                <a:lnTo>
                  <a:pt x="0" y="1352550"/>
                </a:lnTo>
                <a:lnTo>
                  <a:pt x="0" y="0"/>
                </a:lnTo>
                <a:lnTo>
                  <a:pt x="428625" y="0"/>
                </a:lnTo>
              </a:path>
            </a:pathLst>
          </a:custGeom>
          <a:noFill/>
          <a:ln w="19050">
            <a:solidFill>
              <a:srgbClr val="4676CB"/>
            </a:solidFill>
            <a:prstDash val="dash"/>
          </a:ln>
        </p:spPr>
      </p:sp>
      <p:sp>
        <p:nvSpPr>
          <p:cNvPr id="36" name="Editable arrowhead 77">
            <a:extLst>
              <a:ext uri="{FF2B5EF4-FFF2-40B4-BE49-F238E27FC236}">
                <ns2:creationId id="{84FA3285-2973-48C4-8732-674522158031}"/>
              </a:ext>
            </a:extLst>
          </p:cNvPr>
          <p:cNvSpPr>
            <a:spLocks noGrp="1"/>
          </p:cNvSpPr>
          <p:nvPr/>
        </p:nvSpPr>
        <p:spPr>
          <a:xfrm>
            <a:off x="1285875" y="4905375"/>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37" name="DP3 object 78">
            <a:extLst>
              <a:ext uri="{FF2B5EF4-FFF2-40B4-BE49-F238E27FC236}">
                <ns2:creationId id="{0855C734-86CE-484F-BF86-CB3665277447}"/>
              </a:ext>
            </a:extLst>
          </p:cNvPr>
          <p:cNvSpPr>
            <a:spLocks noGrp="1"/>
          </p:cNvSpPr>
          <p:nvPr/>
        </p:nvSpPr>
        <p:spPr>
          <a:xfrm>
            <a:off x="1714500" y="6962775"/>
            <a:ext cx="5905500" cy="32385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추가 원본 조회 가능</a:t>
            </a:r>
            <a:endParaRPr lang="ko-KR">
              <a:latin typeface="Calibri"/>
              <a:ea typeface="Calibri"/>
              <a:cs typeface="Calibri"/>
            </a:endParaRPr>
          </a:p>
        </p:txBody>
      </p:sp>
      <p:sp>
        <p:nvSpPr>
          <p:cNvPr id="38" name="Editable path 79">
            <a:extLst>
              <a:ext uri="{FF2B5EF4-FFF2-40B4-BE49-F238E27FC236}">
                <ns2:creationId id="{78E5E7C3-4434-4AB3-B652-86CF1EC52977}"/>
              </a:ext>
            </a:extLst>
          </p:cNvPr>
          <p:cNvSpPr>
            <a:spLocks noGrp="1"/>
          </p:cNvSpPr>
          <p:nvPr/>
        </p:nvSpPr>
        <p:spPr>
          <a:xfrm>
            <a:off x="4714875" y="7286625"/>
            <a:ext cx="953" cy="371475"/>
          </a:xfrm>
          <a:custGeom>
            <a:pathLst>
              <a:path w="953" h="371475">
                <a:moveTo>
                  <a:pt x="0" y="0"/>
                </a:moveTo>
                <a:lnTo>
                  <a:pt x="0" y="371475"/>
                </a:lnTo>
              </a:path>
            </a:pathLst>
          </a:custGeom>
          <a:noFill/>
          <a:ln w="19050">
            <a:solidFill>
              <a:srgbClr val="111111"/>
            </a:solidFill>
            <a:prstDash val="solid"/>
          </a:ln>
        </p:spPr>
      </p:sp>
      <p:sp>
        <p:nvSpPr>
          <p:cNvPr id="39" name="Editable arrowhead 80">
            <a:extLst>
              <a:ext uri="{FF2B5EF4-FFF2-40B4-BE49-F238E27FC236}">
                <ns2:creationId id="{42404822-DA22-4853-9372-6D7C58846996}"/>
              </a:ext>
            </a:extLst>
          </p:cNvPr>
          <p:cNvSpPr>
            <a:spLocks noGrp="1"/>
          </p:cNvSpPr>
          <p:nvPr/>
        </p:nvSpPr>
        <p:spPr>
          <a:xfrm>
            <a:off x="4667250" y="7562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현재성·권한·근거 확인 → 최종 채택">
            <a:extLst>
              <a:ext uri="{FF2B5EF4-FFF2-40B4-BE49-F238E27FC236}">
                <ns2:creationId id="{44827616-4964-415D-97B6-13C85A7A9D2D}"/>
              </a:ext>
            </a:extLst>
          </p:cNvPr>
          <p:cNvSpPr>
            <a:spLocks noGrp="1"/>
          </p:cNvSpPr>
          <p:nvPr/>
        </p:nvSpPr>
        <p:spPr>
          <a:xfrm>
            <a:off x="1381125" y="7658100"/>
            <a:ext cx="6667500" cy="581025"/>
          </a:xfrm>
          <a:prstGeom prst="rect">
            <a:avLst/>
          </a:prstGeom>
          <a:solidFill>
            <a:srgbClr val="FFFFFF"/>
          </a:solidFill>
          <a:ln w="17145">
            <a:solidFill>
              <a:srgbClr val="111111"/>
            </a:solidFill>
            <a:prstDash val="solid"/>
          </a:ln>
        </p:spPr>
      </p:sp>
      <p:sp>
        <p:nvSpPr>
          <p:cNvPr id="41" name="DP3 object 81">
            <a:extLst>
              <a:ext uri="{FF2B5EF4-FFF2-40B4-BE49-F238E27FC236}">
                <ns2:creationId id="{DB794EC5-01EF-4681-8330-6558D33D9B50}"/>
              </a:ext>
            </a:extLst>
          </p:cNvPr>
          <p:cNvSpPr>
            <a:spLocks noGrp="1"/>
          </p:cNvSpPr>
          <p:nvPr/>
        </p:nvSpPr>
        <p:spPr>
          <a:xfrm>
            <a:off x="1447800" y="7696200"/>
            <a:ext cx="6534150" cy="5048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현재성·권한·근거 확인 → 최종 채택</a:t>
            </a:r>
            <a:endParaRPr lang="ko-KR">
              <a:latin typeface="Calibri"/>
              <a:ea typeface="Calibri"/>
              <a:cs typeface="Calibri"/>
            </a:endParaRPr>
          </a:p>
        </p:txBody>
      </p:sp>
      <p:sp>
        <p:nvSpPr>
          <p:cNvPr id="42" name="DP3 object 82">
            <a:extLst>
              <a:ext uri="{FF2B5EF4-FFF2-40B4-BE49-F238E27FC236}">
                <ns2:creationId id="{F2263F41-517A-48C2-B617-DD68DEE83794}"/>
              </a:ext>
            </a:extLst>
          </p:cNvPr>
          <p:cNvSpPr>
            <a:spLocks noGrp="1"/>
          </p:cNvSpPr>
          <p:nvPr/>
        </p:nvSpPr>
        <p:spPr>
          <a:xfrm>
            <a:off x="1047750" y="8515350"/>
            <a:ext cx="7429500" cy="7239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별도 화면 ML runtime 없음</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원본 crop·추가 읽기·확정 이력 재사용 가능</a:t>
            </a:r>
            <a:endParaRPr lang="ko-KR">
              <a:latin typeface="Calibri"/>
              <a:ea typeface="Calibri"/>
              <a:cs typeface="Calibri"/>
            </a:endParaRPr>
          </a:p>
        </p:txBody>
      </p:sp>
      <p:sp>
        <p:nvSpPr>
          <p:cNvPr id="43" name="당시 화면·포인터·선택 원본">
            <a:extLst>
              <a:ext uri="{FF2B5EF4-FFF2-40B4-BE49-F238E27FC236}">
                <ns2:creationId id="{5AA7442B-C7F2-4D47-ABAD-5D245A8A989C}"/>
              </a:ext>
            </a:extLst>
          </p:cNvPr>
          <p:cNvSpPr>
            <a:spLocks noGrp="1"/>
          </p:cNvSpPr>
          <p:nvPr/>
        </p:nvSpPr>
        <p:spPr>
          <a:xfrm>
            <a:off x="10144125" y="3333750"/>
            <a:ext cx="6667500" cy="571500"/>
          </a:xfrm>
          <a:prstGeom prst="rect">
            <a:avLst/>
          </a:prstGeom>
          <a:solidFill>
            <a:srgbClr val="FFF6DD"/>
          </a:solidFill>
          <a:ln w="17145">
            <a:solidFill>
              <a:srgbClr val="111111"/>
            </a:solidFill>
            <a:prstDash val="solid"/>
          </a:ln>
        </p:spPr>
      </p:sp>
      <p:sp>
        <p:nvSpPr>
          <p:cNvPr id="44" name="DP3 object 83">
            <a:extLst>
              <a:ext uri="{FF2B5EF4-FFF2-40B4-BE49-F238E27FC236}">
                <ns2:creationId id="{637306CF-BFC2-4D69-B38F-67695ED6B4CD}"/>
              </a:ext>
            </a:extLst>
          </p:cNvPr>
          <p:cNvSpPr>
            <a:spLocks noGrp="1"/>
          </p:cNvSpPr>
          <p:nvPr/>
        </p:nvSpPr>
        <p:spPr>
          <a:xfrm>
            <a:off x="10210800" y="3371850"/>
            <a:ext cx="6534150" cy="495300"/>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당시 화면·포인터·선택 원본</a:t>
            </a:r>
            <a:endParaRPr lang="ko-KR">
              <a:latin typeface="Calibri"/>
              <a:ea typeface="Calibri"/>
              <a:cs typeface="Calibri"/>
            </a:endParaRPr>
          </a:p>
        </p:txBody>
      </p:sp>
      <p:sp>
        <p:nvSpPr>
          <p:cNvPr id="45" name="Editable path 84">
            <a:extLst>
              <a:ext uri="{FF2B5EF4-FFF2-40B4-BE49-F238E27FC236}">
                <ns2:creationId id="{81B0D575-8C0E-4D8F-BD3F-7402C77216B2}"/>
              </a:ext>
            </a:extLst>
          </p:cNvPr>
          <p:cNvSpPr>
            <a:spLocks noGrp="1"/>
          </p:cNvSpPr>
          <p:nvPr/>
        </p:nvSpPr>
        <p:spPr>
          <a:xfrm>
            <a:off x="13477875" y="3905250"/>
            <a:ext cx="953" cy="342900"/>
          </a:xfrm>
          <a:custGeom>
            <a:pathLst>
              <a:path w="953" h="342900">
                <a:moveTo>
                  <a:pt x="0" y="0"/>
                </a:moveTo>
                <a:lnTo>
                  <a:pt x="0" y="342900"/>
                </a:lnTo>
              </a:path>
            </a:pathLst>
          </a:custGeom>
          <a:noFill/>
          <a:ln w="19050">
            <a:solidFill>
              <a:srgbClr val="111111"/>
            </a:solidFill>
            <a:prstDash val="solid"/>
          </a:ln>
        </p:spPr>
      </p:sp>
      <p:sp>
        <p:nvSpPr>
          <p:cNvPr id="46" name="Editable arrowhead 85">
            <a:extLst>
              <a:ext uri="{FF2B5EF4-FFF2-40B4-BE49-F238E27FC236}">
                <ns2:creationId id="{4503B4BA-15FE-4B63-AB10-5A26152CB561}"/>
              </a:ext>
            </a:extLst>
          </p:cNvPr>
          <p:cNvSpPr>
            <a:spLocks noGrp="1"/>
          </p:cNvSpPr>
          <p:nvPr/>
        </p:nvSpPr>
        <p:spPr>
          <a:xfrm>
            <a:off x="13430250" y="4152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86">
            <a:extLst>
              <a:ext uri="{FF2B5EF4-FFF2-40B4-BE49-F238E27FC236}">
                <ns2:creationId id="{CBCBA395-86A3-4698-A58D-BAD90E0665A3}"/>
              </a:ext>
            </a:extLst>
          </p:cNvPr>
          <p:cNvSpPr>
            <a:spLocks noGrp="1"/>
          </p:cNvSpPr>
          <p:nvPr/>
        </p:nvSpPr>
        <p:spPr>
          <a:xfrm>
            <a:off x="13573125" y="3971925"/>
            <a:ext cx="266700" cy="276225"/>
          </a:xfrm>
          <a:prstGeom prst="roundRect">
            <a:avLst>
              <a:gd name="adj" fmla="val 28571"/>
            </a:avLst>
          </a:prstGeom>
          <a:solidFill>
            <a:srgbClr val="C9E1B3"/>
          </a:solidFill>
          <a:ln w="17145">
            <a:solidFill>
              <a:srgbClr val="70A843"/>
            </a:solidFill>
            <a:prstDash val="solid"/>
          </a:ln>
        </p:spPr>
      </p:sp>
      <p:sp>
        <p:nvSpPr>
          <p:cNvPr id="48" name="DP3 object 87">
            <a:extLst>
              <a:ext uri="{FF2B5EF4-FFF2-40B4-BE49-F238E27FC236}">
                <ns2:creationId id="{C0D977EF-5541-4F7C-9915-1F9710478D7E}"/>
              </a:ext>
            </a:extLst>
          </p:cNvPr>
          <p:cNvSpPr>
            <a:spLocks noGrp="1"/>
          </p:cNvSpPr>
          <p:nvPr/>
        </p:nvSpPr>
        <p:spPr>
          <a:xfrm>
            <a:off x="13573125" y="39719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DP3 object 88">
            <a:extLst>
              <a:ext uri="{FF2B5EF4-FFF2-40B4-BE49-F238E27FC236}">
                <ns2:creationId id="{811FAAAC-D49E-4218-99D9-C765B070CED0}"/>
              </a:ext>
            </a:extLst>
          </p:cNvPr>
          <p:cNvSpPr>
            <a:spLocks noGrp="1"/>
          </p:cNvSpPr>
          <p:nvPr/>
        </p:nvSpPr>
        <p:spPr>
          <a:xfrm>
            <a:off x="10144125" y="4248150"/>
            <a:ext cx="6667500" cy="1485900"/>
          </a:xfrm>
          <a:prstGeom prst="rect">
            <a:avLst/>
          </a:prstGeom>
          <a:solidFill>
            <a:srgbClr val="FFF6DD"/>
          </a:solidFill>
          <a:ln w="20955">
            <a:solidFill>
              <a:srgbClr val="111111"/>
            </a:solidFill>
            <a:prstDash val="solid"/>
          </a:ln>
        </p:spPr>
      </p:sp>
      <p:sp>
        <p:nvSpPr>
          <p:cNvPr id="50" name="DP3 object 89">
            <a:extLst>
              <a:ext uri="{FF2B5EF4-FFF2-40B4-BE49-F238E27FC236}">
                <ns2:creationId id="{35633B6A-2441-41D0-B638-862BBFB58465}"/>
              </a:ext>
            </a:extLst>
          </p:cNvPr>
          <p:cNvSpPr>
            <a:spLocks noGrp="1"/>
          </p:cNvSpPr>
          <p:nvPr/>
        </p:nvSpPr>
        <p:spPr>
          <a:xfrm>
            <a:off x="10267950" y="4324350"/>
            <a:ext cx="6419850" cy="3619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Local CPU worker 1개 — runtime 유지</a:t>
            </a:r>
            <a:endParaRPr lang="ko-KR">
              <a:latin typeface="Calibri"/>
              <a:ea typeface="Calibri"/>
              <a:cs typeface="Calibri"/>
            </a:endParaRPr>
          </a:p>
        </p:txBody>
      </p:sp>
      <p:sp>
        <p:nvSpPr>
          <p:cNvPr id="51" name="UI 로딩·추론&#10;검출 + OCR">
            <a:extLst>
              <a:ext uri="{FF2B5EF4-FFF2-40B4-BE49-F238E27FC236}">
                <ns2:creationId id="{EEA31E12-06A8-4DF5-8CC1-471F3C2B2AEE}"/>
              </a:ext>
            </a:extLst>
          </p:cNvPr>
          <p:cNvSpPr>
            <a:spLocks noGrp="1"/>
          </p:cNvSpPr>
          <p:nvPr/>
        </p:nvSpPr>
        <p:spPr>
          <a:xfrm>
            <a:off x="10382250" y="4876800"/>
            <a:ext cx="2190750" cy="628650"/>
          </a:xfrm>
          <a:prstGeom prst="rect">
            <a:avLst/>
          </a:prstGeom>
          <a:solidFill>
            <a:srgbClr val="FFFFFF"/>
          </a:solidFill>
          <a:ln w="17145">
            <a:solidFill>
              <a:srgbClr val="111111"/>
            </a:solidFill>
            <a:prstDash val="solid"/>
          </a:ln>
        </p:spPr>
      </p:sp>
      <p:sp>
        <p:nvSpPr>
          <p:cNvPr id="52" name="DP3 object 90">
            <a:extLst>
              <a:ext uri="{FF2B5EF4-FFF2-40B4-BE49-F238E27FC236}">
                <ns2:creationId id="{33DFD828-D2F9-4A66-A9C1-B04605DBA722}"/>
              </a:ext>
            </a:extLst>
          </p:cNvPr>
          <p:cNvSpPr>
            <a:spLocks noGrp="1"/>
          </p:cNvSpPr>
          <p:nvPr/>
        </p:nvSpPr>
        <p:spPr>
          <a:xfrm>
            <a:off x="10448925" y="4914900"/>
            <a:ext cx="205740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UI 로딩·추론</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검출 + OCR</a:t>
            </a:r>
            <a:endParaRPr lang="ko-KR">
              <a:latin typeface="Calibri"/>
              <a:ea typeface="Calibri"/>
              <a:cs typeface="Calibri"/>
            </a:endParaRPr>
          </a:p>
        </p:txBody>
      </p:sp>
      <p:sp>
        <p:nvSpPr>
          <p:cNvPr id="53" name="회수·전환">
            <a:extLst>
              <a:ext uri="{FF2B5EF4-FFF2-40B4-BE49-F238E27FC236}">
                <ns2:creationId id="{5E0A1A34-01BC-478E-8894-200613E29474}"/>
              </a:ext>
            </a:extLst>
          </p:cNvPr>
          <p:cNvSpPr>
            <a:spLocks noGrp="1"/>
          </p:cNvSpPr>
          <p:nvPr/>
        </p:nvSpPr>
        <p:spPr>
          <a:xfrm>
            <a:off x="12811125" y="4876800"/>
            <a:ext cx="1428750" cy="628650"/>
          </a:xfrm>
          <a:prstGeom prst="rect">
            <a:avLst/>
          </a:prstGeom>
          <a:solidFill>
            <a:srgbClr val="FFFFFF"/>
          </a:solidFill>
          <a:ln w="17145">
            <a:solidFill>
              <a:srgbClr val="111111"/>
            </a:solidFill>
            <a:prstDash val="solid"/>
          </a:ln>
        </p:spPr>
      </p:sp>
      <p:sp>
        <p:nvSpPr>
          <p:cNvPr id="54" name="DP3 object 91">
            <a:extLst>
              <a:ext uri="{FF2B5EF4-FFF2-40B4-BE49-F238E27FC236}">
                <ns2:creationId id="{DEC349D2-4D43-43EF-A4C6-6FA1BDE0084B}"/>
              </a:ext>
            </a:extLst>
          </p:cNvPr>
          <p:cNvSpPr>
            <a:spLocks noGrp="1"/>
          </p:cNvSpPr>
          <p:nvPr/>
        </p:nvSpPr>
        <p:spPr>
          <a:xfrm>
            <a:off x="12877800" y="4914900"/>
            <a:ext cx="129540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회수·전환</a:t>
            </a:r>
            <a:endParaRPr lang="ko-KR">
              <a:latin typeface="Calibri"/>
              <a:ea typeface="Calibri"/>
              <a:cs typeface="Calibri"/>
            </a:endParaRPr>
          </a:p>
        </p:txBody>
      </p:sp>
      <p:sp>
        <p:nvSpPr>
          <p:cNvPr id="55" name="SAM 로딩·추론&#10;필요할 때만">
            <a:extLst>
              <a:ext uri="{FF2B5EF4-FFF2-40B4-BE49-F238E27FC236}">
                <ns2:creationId id="{938276E3-9383-4BC8-B519-8FDB1ED97C1E}"/>
              </a:ext>
            </a:extLst>
          </p:cNvPr>
          <p:cNvSpPr>
            <a:spLocks noGrp="1"/>
          </p:cNvSpPr>
          <p:nvPr/>
        </p:nvSpPr>
        <p:spPr>
          <a:xfrm>
            <a:off x="14478000" y="4876800"/>
            <a:ext cx="2095500" cy="628650"/>
          </a:xfrm>
          <a:prstGeom prst="rect">
            <a:avLst/>
          </a:prstGeom>
          <a:solidFill>
            <a:srgbClr val="FFFFFF"/>
          </a:solidFill>
          <a:ln w="17145">
            <a:solidFill>
              <a:srgbClr val="111111"/>
            </a:solidFill>
            <a:prstDash val="solid"/>
          </a:ln>
        </p:spPr>
      </p:sp>
      <p:sp>
        <p:nvSpPr>
          <p:cNvPr id="56" name="DP3 object 92">
            <a:extLst>
              <a:ext uri="{FF2B5EF4-FFF2-40B4-BE49-F238E27FC236}">
                <ns2:creationId id="{5142C379-C00E-4163-8FB6-F0E7E35F61A2}"/>
              </a:ext>
            </a:extLst>
          </p:cNvPr>
          <p:cNvSpPr>
            <a:spLocks noGrp="1"/>
          </p:cNvSpPr>
          <p:nvPr/>
        </p:nvSpPr>
        <p:spPr>
          <a:xfrm>
            <a:off x="14544675" y="4914900"/>
            <a:ext cx="196215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SAM 로딩·추론</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필요할 때만</a:t>
            </a:r>
            <a:endParaRPr lang="ko-KR">
              <a:latin typeface="Calibri"/>
              <a:ea typeface="Calibri"/>
              <a:cs typeface="Calibri"/>
            </a:endParaRPr>
          </a:p>
        </p:txBody>
      </p:sp>
      <p:sp>
        <p:nvSpPr>
          <p:cNvPr id="57" name="Editable path 93">
            <a:extLst>
              <a:ext uri="{FF2B5EF4-FFF2-40B4-BE49-F238E27FC236}">
                <ns2:creationId id="{20AA7306-EEE5-4EF2-8D4C-F1289337C0CD}"/>
              </a:ext>
            </a:extLst>
          </p:cNvPr>
          <p:cNvSpPr>
            <a:spLocks noGrp="1"/>
          </p:cNvSpPr>
          <p:nvPr/>
        </p:nvSpPr>
        <p:spPr>
          <a:xfrm>
            <a:off x="12573000" y="5191125"/>
            <a:ext cx="238125" cy="953"/>
          </a:xfrm>
          <a:custGeom>
            <a:pathLst>
              <a:path w="238125" h="953">
                <a:moveTo>
                  <a:pt x="0" y="0"/>
                </a:moveTo>
                <a:lnTo>
                  <a:pt x="238125" y="0"/>
                </a:lnTo>
              </a:path>
            </a:pathLst>
          </a:custGeom>
          <a:noFill/>
          <a:ln w="19050">
            <a:solidFill>
              <a:srgbClr val="111111"/>
            </a:solidFill>
            <a:prstDash val="solid"/>
          </a:ln>
        </p:spPr>
      </p:sp>
      <p:sp>
        <p:nvSpPr>
          <p:cNvPr id="58" name="Editable arrowhead 94">
            <a:extLst>
              <a:ext uri="{FF2B5EF4-FFF2-40B4-BE49-F238E27FC236}">
                <ns2:creationId id="{956AE25A-A541-453C-A77B-F6A030831D48}"/>
              </a:ext>
            </a:extLst>
          </p:cNvPr>
          <p:cNvSpPr>
            <a:spLocks noGrp="1"/>
          </p:cNvSpPr>
          <p:nvPr/>
        </p:nvSpPr>
        <p:spPr>
          <a:xfrm>
            <a:off x="12715875" y="5143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Editable path 95">
            <a:extLst>
              <a:ext uri="{FF2B5EF4-FFF2-40B4-BE49-F238E27FC236}">
                <ns2:creationId id="{45A7E30E-AF21-43DF-8A49-A8686311837D}"/>
              </a:ext>
            </a:extLst>
          </p:cNvPr>
          <p:cNvSpPr>
            <a:spLocks noGrp="1"/>
          </p:cNvSpPr>
          <p:nvPr/>
        </p:nvSpPr>
        <p:spPr>
          <a:xfrm>
            <a:off x="14239875" y="5191125"/>
            <a:ext cx="238125" cy="953"/>
          </a:xfrm>
          <a:custGeom>
            <a:pathLst>
              <a:path w="238125" h="953">
                <a:moveTo>
                  <a:pt x="0" y="0"/>
                </a:moveTo>
                <a:lnTo>
                  <a:pt x="238125" y="0"/>
                </a:lnTo>
              </a:path>
            </a:pathLst>
          </a:custGeom>
          <a:noFill/>
          <a:ln w="19050">
            <a:solidFill>
              <a:srgbClr val="111111"/>
            </a:solidFill>
            <a:prstDash val="dash"/>
          </a:ln>
        </p:spPr>
      </p:sp>
      <p:sp>
        <p:nvSpPr>
          <p:cNvPr id="60" name="Editable arrowhead 96">
            <a:extLst>
              <a:ext uri="{FF2B5EF4-FFF2-40B4-BE49-F238E27FC236}">
                <ns2:creationId id="{83C0B764-850F-4B1A-A7D2-84D63ED89E04}"/>
              </a:ext>
            </a:extLst>
          </p:cNvPr>
          <p:cNvSpPr>
            <a:spLocks noGrp="1"/>
          </p:cNvSpPr>
          <p:nvPr/>
        </p:nvSpPr>
        <p:spPr>
          <a:xfrm>
            <a:off x="14382750" y="5143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1" name="Editable path 97">
            <a:extLst>
              <a:ext uri="{FF2B5EF4-FFF2-40B4-BE49-F238E27FC236}">
                <ns2:creationId id="{EE151B22-8A7A-4083-8F70-EDF53F9AB41F}"/>
              </a:ext>
            </a:extLst>
          </p:cNvPr>
          <p:cNvSpPr>
            <a:spLocks noGrp="1"/>
          </p:cNvSpPr>
          <p:nvPr/>
        </p:nvSpPr>
        <p:spPr>
          <a:xfrm>
            <a:off x="13477875" y="5734050"/>
            <a:ext cx="953" cy="361950"/>
          </a:xfrm>
          <a:custGeom>
            <a:pathLst>
              <a:path w="953" h="361950">
                <a:moveTo>
                  <a:pt x="0" y="0"/>
                </a:moveTo>
                <a:lnTo>
                  <a:pt x="0" y="361950"/>
                </a:lnTo>
              </a:path>
            </a:pathLst>
          </a:custGeom>
          <a:noFill/>
          <a:ln w="19050">
            <a:solidFill>
              <a:srgbClr val="111111"/>
            </a:solidFill>
            <a:prstDash val="solid"/>
          </a:ln>
        </p:spPr>
      </p:sp>
      <p:sp>
        <p:nvSpPr>
          <p:cNvPr id="62" name="Editable arrowhead 98">
            <a:extLst>
              <a:ext uri="{FF2B5EF4-FFF2-40B4-BE49-F238E27FC236}">
                <ns2:creationId id="{8FFC2BFD-02B2-4FAA-B362-B591E635578E}"/>
              </a:ext>
            </a:extLst>
          </p:cNvPr>
          <p:cNvSpPr>
            <a:spLocks noGrp="1"/>
          </p:cNvSpPr>
          <p:nvPr/>
        </p:nvSpPr>
        <p:spPr>
          <a:xfrm>
            <a:off x="13430250" y="6000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99">
            <a:extLst>
              <a:ext uri="{FF2B5EF4-FFF2-40B4-BE49-F238E27FC236}">
                <ns2:creationId id="{7CCF0D80-C4A0-4DB3-9FE6-F6522C8B94E8}"/>
              </a:ext>
            </a:extLst>
          </p:cNvPr>
          <p:cNvSpPr>
            <a:spLocks noGrp="1"/>
          </p:cNvSpPr>
          <p:nvPr/>
        </p:nvSpPr>
        <p:spPr>
          <a:xfrm>
            <a:off x="13573125" y="5800725"/>
            <a:ext cx="266700" cy="276225"/>
          </a:xfrm>
          <a:prstGeom prst="roundRect">
            <a:avLst>
              <a:gd name="adj" fmla="val 28571"/>
            </a:avLst>
          </a:prstGeom>
          <a:solidFill>
            <a:srgbClr val="C9E1B3"/>
          </a:solidFill>
          <a:ln w="17145">
            <a:solidFill>
              <a:srgbClr val="70A843"/>
            </a:solidFill>
            <a:prstDash val="solid"/>
          </a:ln>
        </p:spPr>
      </p:sp>
      <p:sp>
        <p:nvSpPr>
          <p:cNvPr id="64" name="DP3 object 100">
            <a:extLst>
              <a:ext uri="{FF2B5EF4-FFF2-40B4-BE49-F238E27FC236}">
                <ns2:creationId id="{49CF8F1A-2CD2-4F45-A2A4-60ABC1BECDCE}"/>
              </a:ext>
            </a:extLst>
          </p:cNvPr>
          <p:cNvSpPr>
            <a:spLocks noGrp="1"/>
          </p:cNvSpPr>
          <p:nvPr/>
        </p:nvSpPr>
        <p:spPr>
          <a:xfrm>
            <a:off x="13573125" y="58007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65" name="후보 bbox·mask·track + 출처·판본·불확실성&#10;원본 crop과 episode 상태 보존">
            <a:extLst>
              <a:ext uri="{FF2B5EF4-FFF2-40B4-BE49-F238E27FC236}">
                <ns2:creationId id="{F60843CB-D585-4B8E-ADFF-7244CF13CE54}"/>
              </a:ext>
            </a:extLst>
          </p:cNvPr>
          <p:cNvSpPr>
            <a:spLocks noGrp="1"/>
          </p:cNvSpPr>
          <p:nvPr/>
        </p:nvSpPr>
        <p:spPr>
          <a:xfrm>
            <a:off x="10144125" y="6096000"/>
            <a:ext cx="6667500" cy="838200"/>
          </a:xfrm>
          <a:prstGeom prst="can">
            <a:avLst>
              <a:gd name="adj" fmla="val 16000"/>
            </a:avLst>
          </a:prstGeom>
          <a:solidFill>
            <a:srgbClr val="FFF6DD"/>
          </a:solidFill>
          <a:ln w="17145">
            <a:solidFill>
              <a:srgbClr val="111111"/>
            </a:solidFill>
            <a:prstDash val="solid"/>
          </a:ln>
        </p:spPr>
      </p:sp>
      <p:sp>
        <p:nvSpPr>
          <p:cNvPr id="66" name="DP3 object 101">
            <a:extLst>
              <a:ext uri="{FF2B5EF4-FFF2-40B4-BE49-F238E27FC236}">
                <ns2:creationId id="{B6C7632F-7D11-4C74-9340-1C3D52D16938}"/>
              </a:ext>
            </a:extLst>
          </p:cNvPr>
          <p:cNvSpPr>
            <a:spLocks noGrp="1"/>
          </p:cNvSpPr>
          <p:nvPr/>
        </p:nvSpPr>
        <p:spPr>
          <a:xfrm>
            <a:off x="10191750" y="6200775"/>
            <a:ext cx="65722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후보 bbox·mask·track + 출처·판본·불확실성</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crop과 episode 상태 보존</a:t>
            </a:r>
            <a:endParaRPr lang="ko-KR">
              <a:latin typeface="Calibri"/>
              <a:ea typeface="Calibri"/>
              <a:cs typeface="Calibri"/>
            </a:endParaRPr>
          </a:p>
        </p:txBody>
      </p:sp>
      <p:sp>
        <p:nvSpPr>
          <p:cNvPr id="67" name="Editable path 102">
            <a:extLst>
              <a:ext uri="{FF2B5EF4-FFF2-40B4-BE49-F238E27FC236}">
                <ns2:creationId id="{8DCB98B8-1380-4F0D-AE55-A5BA2265C3EF}"/>
              </a:ext>
            </a:extLst>
          </p:cNvPr>
          <p:cNvSpPr>
            <a:spLocks noGrp="1"/>
          </p:cNvSpPr>
          <p:nvPr/>
        </p:nvSpPr>
        <p:spPr>
          <a:xfrm>
            <a:off x="13477875" y="6934200"/>
            <a:ext cx="953" cy="352425"/>
          </a:xfrm>
          <a:custGeom>
            <a:pathLst>
              <a:path w="953" h="352425">
                <a:moveTo>
                  <a:pt x="0" y="0"/>
                </a:moveTo>
                <a:lnTo>
                  <a:pt x="0" y="352425"/>
                </a:lnTo>
              </a:path>
            </a:pathLst>
          </a:custGeom>
          <a:noFill/>
          <a:ln w="19050">
            <a:solidFill>
              <a:srgbClr val="111111"/>
            </a:solidFill>
            <a:prstDash val="solid"/>
          </a:ln>
        </p:spPr>
      </p:sp>
      <p:sp>
        <p:nvSpPr>
          <p:cNvPr id="68" name="Editable arrowhead 103">
            <a:extLst>
              <a:ext uri="{FF2B5EF4-FFF2-40B4-BE49-F238E27FC236}">
                <ns2:creationId id="{6787ACDD-14D4-483D-9C66-FBEA799583CE}"/>
              </a:ext>
            </a:extLst>
          </p:cNvPr>
          <p:cNvSpPr>
            <a:spLocks noGrp="1"/>
          </p:cNvSpPr>
          <p:nvPr/>
        </p:nvSpPr>
        <p:spPr>
          <a:xfrm>
            <a:off x="13430250" y="7191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9" name="Cloud 의미 LLM&#10;같은 전사 + 후보 + 원본 crop으로 지칭 결합">
            <a:extLst>
              <a:ext uri="{FF2B5EF4-FFF2-40B4-BE49-F238E27FC236}">
                <ns2:creationId id="{825B69F1-BC2C-4F05-8029-7769AD2A0493}"/>
              </a:ext>
            </a:extLst>
          </p:cNvPr>
          <p:cNvSpPr>
            <a:spLocks noGrp="1"/>
          </p:cNvSpPr>
          <p:nvPr/>
        </p:nvSpPr>
        <p:spPr>
          <a:xfrm>
            <a:off x="10144125" y="7286625"/>
            <a:ext cx="6667500" cy="809625"/>
          </a:xfrm>
          <a:prstGeom prst="rect">
            <a:avLst/>
          </a:prstGeom>
          <a:solidFill>
            <a:srgbClr val="F1F6FC"/>
          </a:solidFill>
          <a:ln w="28575">
            <a:solidFill>
              <a:srgbClr val="4676CB"/>
            </a:solidFill>
            <a:prstDash val="solid"/>
          </a:ln>
        </p:spPr>
      </p:sp>
      <p:sp>
        <p:nvSpPr>
          <p:cNvPr id="70" name="DP3 object 104">
            <a:extLst>
              <a:ext uri="{FF2B5EF4-FFF2-40B4-BE49-F238E27FC236}">
                <ns2:creationId id="{2556EFD9-2D0C-4AE2-B5AB-E16DF6EFAD4F}"/>
              </a:ext>
            </a:extLst>
          </p:cNvPr>
          <p:cNvSpPr>
            <a:spLocks noGrp="1"/>
          </p:cNvSpPr>
          <p:nvPr/>
        </p:nvSpPr>
        <p:spPr>
          <a:xfrm>
            <a:off x="10210800" y="7324725"/>
            <a:ext cx="6534150" cy="733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같은 전사 + 후보 + 원본 crop으로 지칭 결합</a:t>
            </a:r>
            <a:endParaRPr lang="ko-KR">
              <a:latin typeface="Calibri"/>
              <a:ea typeface="Calibri"/>
              <a:cs typeface="Calibri"/>
            </a:endParaRPr>
          </a:p>
        </p:txBody>
      </p:sp>
      <p:sp>
        <p:nvSpPr>
          <p:cNvPr id="71" name="DP3 object 105">
            <a:extLst>
              <a:ext uri="{FF2B5EF4-FFF2-40B4-BE49-F238E27FC236}">
                <ns2:creationId id="{DC571AAF-2DC5-4C9C-9C19-2080C2CA3058}"/>
              </a:ext>
            </a:extLst>
          </p:cNvPr>
          <p:cNvSpPr>
            <a:spLocks noGrp="1"/>
          </p:cNvSpPr>
          <p:nvPr/>
        </p:nvSpPr>
        <p:spPr>
          <a:xfrm>
            <a:off x="10096500" y="8248650"/>
            <a:ext cx="6858000" cy="3238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검증·채택 / 후보가 부족하면 생산기에 확장 요청</a:t>
            </a:r>
            <a:endParaRPr lang="ko-KR">
              <a:latin typeface="Calibri"/>
              <a:ea typeface="Calibri"/>
              <a:cs typeface="Calibri"/>
            </a:endParaRPr>
          </a:p>
        </p:txBody>
      </p:sp>
      <p:sp>
        <p:nvSpPr>
          <p:cNvPr id="72" name="DP3 object 106">
            <a:extLst>
              <a:ext uri="{FF2B5EF4-FFF2-40B4-BE49-F238E27FC236}">
                <ns2:creationId id="{F7656AD5-E82A-4140-AB6A-DFAADA3E757C}"/>
              </a:ext>
            </a:extLst>
          </p:cNvPr>
          <p:cNvSpPr>
            <a:spLocks noGrp="1"/>
          </p:cNvSpPr>
          <p:nvPr/>
        </p:nvSpPr>
        <p:spPr>
          <a:xfrm>
            <a:off x="9715500" y="8810625"/>
            <a:ext cx="7620000" cy="3714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모델 메모리 회수 ↔ 다음 요청의 로딩·전환 대기</a:t>
            </a:r>
            <a:endParaRPr lang="ko-KR">
              <a:latin typeface="Calibri"/>
              <a:ea typeface="Calibri"/>
              <a:cs typeface="Calibri"/>
            </a:endParaRPr>
          </a:p>
        </p:txBody>
      </p:sp>
      <p:sp>
        <p:nvSpPr>
          <p:cNvPr id="73" name="DP3 object 107">
            <a:extLst>
              <a:ext uri="{FF2B5EF4-FFF2-40B4-BE49-F238E27FC236}">
                <ns2:creationId id="{174F2533-95F2-4C16-9AB3-B98D4A9B15AF}"/>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B의 후보는 파생 해석이며 독립 원본이 아니다. native 선택이면 생산 생략, bbox로 충분하면 SAM 생략.</a:t>
            </a:r>
            <a:endParaRPr lang="ko-KR">
              <a:latin typeface="Calibri"/>
              <a:ea typeface="Calibri"/>
              <a:cs typeface="Calibri"/>
            </a:endParaRPr>
          </a:p>
        </p:txBody>
      </p:sp>
    </p:spTree>
    <p:extLst>
      <p:ext uri="{BB962C8B-B14F-4D97-AF65-F5344CB8AC3E}">
        <p14:creationId val="661933966"/>
      </p:ext>
    </p:extLst>
  </p:cSld>
</p:sld>
</file>

<file path=ppt/slides/slide3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5" name="DP3 object 108">
            <a:extLst>
              <a:ext uri="{FF2B5EF4-FFF2-40B4-BE49-F238E27FC236}">
                <ns2:creationId id="{AE873C9F-D6B0-4A8E-8262-880FEEC825B1}"/>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(방안 비교 2/2)</a:t>
            </a:r>
            <a:endParaRPr lang="ko-KR">
              <a:latin typeface="Calibri"/>
              <a:ea typeface="Calibri"/>
              <a:cs typeface="Calibri"/>
            </a:endParaRPr>
          </a:p>
        </p:txBody>
      </p:sp>
      <p:sp>
        <p:nvSpPr>
          <p:cNvPr id="2" name="DP3 object 109">
            <a:extLst>
              <a:ext uri="{FF2B5EF4-FFF2-40B4-BE49-F238E27FC236}">
                <ns2:creationId id="{1E0244A1-17CD-4414-AB10-88F134EE736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10">
            <a:extLst>
              <a:ext uri="{FF2B5EF4-FFF2-40B4-BE49-F238E27FC236}">
                <ns2:creationId id="{460D8050-49B5-4545-86AA-63EA26EC0C90}"/>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11">
            <a:extLst>
              <a:ext uri="{FF2B5EF4-FFF2-40B4-BE49-F238E27FC236}">
                <ns2:creationId id="{6EA4CB9F-D183-4E5A-9C7C-3418F50066D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12">
            <a:extLst>
              <a:ext uri="{FF2B5EF4-FFF2-40B4-BE49-F238E27FC236}">
                <ns2:creationId id="{92EFF5F4-DDD4-4BF0-9E9A-5853B4B3F97B}"/>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13">
            <a:extLst>
              <a:ext uri="{FF2B5EF4-FFF2-40B4-BE49-F238E27FC236}">
                <ns2:creationId id="{91FB3B94-756A-41A7-BD19-9D8515E624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14">
            <a:extLst>
              <a:ext uri="{FF2B5EF4-FFF2-40B4-BE49-F238E27FC236}">
                <ns2:creationId id="{03E3E489-CDD0-44DE-BBD7-1831D103DD1C}"/>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15">
            <a:extLst>
              <a:ext uri="{FF2B5EF4-FFF2-40B4-BE49-F238E27FC236}">
                <ns2:creationId id="{A02F8160-5BAD-4277-9F01-DDA624DAA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16">
            <a:extLst>
              <a:ext uri="{FF2B5EF4-FFF2-40B4-BE49-F238E27FC236}">
                <ns2:creationId id="{300E57C9-3C8D-41EB-BD6F-2B148AAEE5C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17">
            <a:extLst>
              <a:ext uri="{FF2B5EF4-FFF2-40B4-BE49-F238E27FC236}">
                <ns2:creationId id="{DFD813AD-7C3A-47D1-9C27-CADC8DCC161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8">
            <a:extLst>
              <a:ext uri="{FF2B5EF4-FFF2-40B4-BE49-F238E27FC236}">
                <ns2:creationId id="{D1555CD7-9EB0-489C-9ADF-A206D3D318F1}"/>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19">
            <a:extLst>
              <a:ext uri="{FF2B5EF4-FFF2-40B4-BE49-F238E27FC236}">
                <ns2:creationId id="{12724C5A-6AB3-43D5-9E29-6F17E17A0E04}"/>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112994A-A1FC-4AF5-9525-18BFE1ECC842}"/>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29</a:t>
            </a:r>
            <a:endParaRPr lang="ko-KR">
              <a:latin typeface="Calibri"/>
              <a:ea typeface="Calibri"/>
              <a:cs typeface="Calibri"/>
            </a:endParaRPr>
          </a:p>
        </p:txBody>
      </p:sp>
      <p:sp>
        <p:nvSpPr>
          <p:cNvPr id="14" name="DP3 object 120">
            <a:extLst>
              <a:ext uri="{FF2B5EF4-FFF2-40B4-BE49-F238E27FC236}">
                <ns2:creationId id="{F4E3ADD9-FB7F-49BC-A99E-F1E59EE22756}"/>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B-R2는 한 worker에 상주하고, B-R3는 worker를 분리한다</a:t>
            </a:r>
            <a:endParaRPr lang="ko-KR">
              <a:latin typeface="Calibri"/>
              <a:ea typeface="Calibri"/>
              <a:cs typeface="Calibri"/>
            </a:endParaRPr>
          </a:p>
        </p:txBody>
      </p:sp>
      <p:sp>
        <p:nvSpPr>
          <p:cNvPr id="15" name="DP3 object 121">
            <a:extLst>
              <a:ext uri="{FF2B5EF4-FFF2-40B4-BE49-F238E27FC236}">
                <ns2:creationId id="{2C7A7BA1-E49C-4625-BBF9-7725B5739E86}"/>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모델·후보·최종 LLM은 동일하다. 상주·프로세스 분리·병렬 실행·근거 보존은 서로 다른 선택이다.</a:t>
            </a:r>
            <a:endParaRPr lang="ko-KR">
              <a:latin typeface="Calibri"/>
              <a:ea typeface="Calibri"/>
              <a:cs typeface="Calibri"/>
            </a:endParaRPr>
          </a:p>
        </p:txBody>
      </p:sp>
      <p:sp>
        <p:nvSpPr>
          <p:cNvPr id="16" name="B-R2  한 worker에 사용한 모델 유지">
            <a:extLst>
              <a:ext uri="{FF2B5EF4-FFF2-40B4-BE49-F238E27FC236}">
                <ns2:creationId id="{7A8FCCD5-F37D-4F55-B151-09BDDD0B7C3E}"/>
              </a:ext>
            </a:extLst>
          </p:cNvPr>
          <p:cNvSpPr>
            <a:spLocks noGrp="1"/>
          </p:cNvSpPr>
          <p:nvPr/>
        </p:nvSpPr>
        <p:spPr>
          <a:xfrm>
            <a:off x="619125" y="2495550"/>
            <a:ext cx="8286750" cy="542925"/>
          </a:xfrm>
          <a:prstGeom prst="rect">
            <a:avLst/>
          </a:prstGeom>
          <a:solidFill>
            <a:srgbClr val="C9E1B3"/>
          </a:solidFill>
          <a:ln w="17145">
            <a:solidFill>
              <a:srgbClr val="B7B9B9"/>
            </a:solidFill>
            <a:prstDash val="solid"/>
          </a:ln>
        </p:spPr>
      </p:sp>
      <p:sp>
        <p:nvSpPr>
          <p:cNvPr id="17" name="DP3 object 122">
            <a:extLst>
              <a:ext uri="{FF2B5EF4-FFF2-40B4-BE49-F238E27FC236}">
                <ns2:creationId id="{F96B8AB1-0825-4297-A05B-385F8FF5BF00}"/>
              </a:ext>
            </a:extLst>
          </p:cNvPr>
          <p:cNvSpPr>
            <a:spLocks noGrp="1"/>
          </p:cNvSpPr>
          <p:nvPr/>
        </p:nvSpPr>
        <p:spPr>
          <a:xfrm>
            <a:off x="685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B-R2  한 worker에 사용한 모델 유지</a:t>
            </a:r>
            <a:endParaRPr lang="ko-KR">
              <a:latin typeface="Calibri"/>
              <a:ea typeface="Calibri"/>
              <a:cs typeface="Calibri"/>
            </a:endParaRPr>
          </a:p>
        </p:txBody>
      </p:sp>
      <p:sp>
        <p:nvSpPr>
          <p:cNvPr id="18" name="B-R3  UI / SAM worker 별도 상주">
            <a:extLst>
              <a:ext uri="{FF2B5EF4-FFF2-40B4-BE49-F238E27FC236}">
                <ns2:creationId id="{A3D37758-B488-484F-8901-22B6C2276ECB}"/>
              </a:ext>
            </a:extLst>
          </p:cNvPr>
          <p:cNvSpPr>
            <a:spLocks noGrp="1"/>
          </p:cNvSpPr>
          <p:nvPr/>
        </p:nvSpPr>
        <p:spPr>
          <a:xfrm>
            <a:off x="9382125" y="2495550"/>
            <a:ext cx="8286750" cy="542925"/>
          </a:xfrm>
          <a:prstGeom prst="rect">
            <a:avLst/>
          </a:prstGeom>
          <a:solidFill>
            <a:srgbClr val="C9E1B3"/>
          </a:solidFill>
          <a:ln w="17145">
            <a:solidFill>
              <a:srgbClr val="B7B9B9"/>
            </a:solidFill>
            <a:prstDash val="solid"/>
          </a:ln>
        </p:spPr>
      </p:sp>
      <p:sp>
        <p:nvSpPr>
          <p:cNvPr id="19" name="DP3 object 123">
            <a:extLst>
              <a:ext uri="{FF2B5EF4-FFF2-40B4-BE49-F238E27FC236}">
                <ns2:creationId id="{86220398-FF88-42DA-89B7-8AC79B8E8C51}"/>
              </a:ext>
            </a:extLst>
          </p:cNvPr>
          <p:cNvSpPr>
            <a:spLocks noGrp="1"/>
          </p:cNvSpPr>
          <p:nvPr/>
        </p:nvSpPr>
        <p:spPr>
          <a:xfrm>
            <a:off x="9448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B-R3  UI / SAM worker 별도 상주</a:t>
            </a:r>
            <a:endParaRPr lang="ko-KR">
              <a:latin typeface="Calibri"/>
              <a:ea typeface="Calibri"/>
              <a:cs typeface="Calibri"/>
            </a:endParaRPr>
          </a:p>
        </p:txBody>
      </p:sp>
      <p:sp>
        <p:nvSpPr>
          <p:cNvPr id="20" name="Editable path 124">
            <a:extLst>
              <a:ext uri="{FF2B5EF4-FFF2-40B4-BE49-F238E27FC236}">
                <ns2:creationId id="{53BBA975-DB93-47F9-9347-357EA88C696B}"/>
              </a:ext>
            </a:extLst>
          </p:cNvPr>
          <p:cNvSpPr>
            <a:spLocks noGrp="1"/>
          </p:cNvSpPr>
          <p:nvPr/>
        </p:nvSpPr>
        <p:spPr>
          <a:xfrm>
            <a:off x="9144000" y="2495550"/>
            <a:ext cx="953" cy="6819900"/>
          </a:xfrm>
          <a:custGeom>
            <a:pathLst>
              <a:path w="953" h="6819900">
                <a:moveTo>
                  <a:pt x="0" y="0"/>
                </a:moveTo>
                <a:lnTo>
                  <a:pt x="0" y="6819900"/>
                </a:lnTo>
              </a:path>
            </a:pathLst>
          </a:custGeom>
          <a:noFill/>
          <a:ln w="11430">
            <a:solidFill>
              <a:srgbClr val="B7B9B9"/>
            </a:solidFill>
            <a:prstDash val="solid"/>
          </a:ln>
        </p:spPr>
      </p:sp>
      <p:sp>
        <p:nvSpPr>
          <p:cNvPr id="21" name="Grounding Coordinator / 같은 CPU 총량·실행 허가">
            <a:extLst>
              <a:ext uri="{FF2B5EF4-FFF2-40B4-BE49-F238E27FC236}">
                <ns2:creationId id="{754F92A2-3459-4A49-B0A9-4C94A3E65502}"/>
              </a:ext>
            </a:extLst>
          </p:cNvPr>
          <p:cNvSpPr>
            <a:spLocks noGrp="1"/>
          </p:cNvSpPr>
          <p:nvPr/>
        </p:nvSpPr>
        <p:spPr>
          <a:xfrm>
            <a:off x="1285875" y="3333750"/>
            <a:ext cx="6953250" cy="590550"/>
          </a:xfrm>
          <a:prstGeom prst="rect">
            <a:avLst/>
          </a:prstGeom>
          <a:solidFill>
            <a:srgbClr val="FFF6DD"/>
          </a:solidFill>
          <a:ln w="17145">
            <a:solidFill>
              <a:srgbClr val="111111"/>
            </a:solidFill>
            <a:prstDash val="solid"/>
          </a:ln>
        </p:spPr>
      </p:sp>
      <p:sp>
        <p:nvSpPr>
          <p:cNvPr id="22" name="DP3 object 125">
            <a:extLst>
              <a:ext uri="{FF2B5EF4-FFF2-40B4-BE49-F238E27FC236}">
                <ns2:creationId id="{0088EDBE-9DA4-4FFB-BDC4-72008438A4C2}"/>
              </a:ext>
            </a:extLst>
          </p:cNvPr>
          <p:cNvSpPr>
            <a:spLocks noGrp="1"/>
          </p:cNvSpPr>
          <p:nvPr/>
        </p:nvSpPr>
        <p:spPr>
          <a:xfrm>
            <a:off x="1352550" y="3371850"/>
            <a:ext cx="6819900" cy="51435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Grounding Coordinator / 같은 CPU 총량·실행 허가</a:t>
            </a:r>
            <a:endParaRPr lang="ko-KR">
              <a:latin typeface="Calibri"/>
              <a:ea typeface="Calibri"/>
              <a:cs typeface="Calibri"/>
            </a:endParaRPr>
          </a:p>
        </p:txBody>
      </p:sp>
      <p:sp>
        <p:nvSpPr>
          <p:cNvPr id="23" name="Editable path 126">
            <a:extLst>
              <a:ext uri="{FF2B5EF4-FFF2-40B4-BE49-F238E27FC236}">
                <ns2:creationId id="{6E70093C-C30F-43E3-8593-32441C76C850}"/>
              </a:ext>
            </a:extLst>
          </p:cNvPr>
          <p:cNvSpPr>
            <a:spLocks noGrp="1"/>
          </p:cNvSpPr>
          <p:nvPr/>
        </p:nvSpPr>
        <p:spPr>
          <a:xfrm>
            <a:off x="4762500" y="3924300"/>
            <a:ext cx="953" cy="419100"/>
          </a:xfrm>
          <a:custGeom>
            <a:pathLst>
              <a:path w="953" h="419100">
                <a:moveTo>
                  <a:pt x="0" y="0"/>
                </a:moveTo>
                <a:lnTo>
                  <a:pt x="0" y="419100"/>
                </a:lnTo>
              </a:path>
            </a:pathLst>
          </a:custGeom>
          <a:noFill/>
          <a:ln w="19050">
            <a:solidFill>
              <a:srgbClr val="111111"/>
            </a:solidFill>
            <a:prstDash val="solid"/>
          </a:ln>
        </p:spPr>
      </p:sp>
      <p:sp>
        <p:nvSpPr>
          <p:cNvPr id="24" name="Editable arrowhead 127">
            <a:extLst>
              <a:ext uri="{FF2B5EF4-FFF2-40B4-BE49-F238E27FC236}">
                <ns2:creationId id="{845AF2C4-AEFB-474F-B98C-F6D45F886946}"/>
              </a:ext>
            </a:extLst>
          </p:cNvPr>
          <p:cNvSpPr>
            <a:spLocks noGrp="1"/>
          </p:cNvSpPr>
          <p:nvPr/>
        </p:nvSpPr>
        <p:spPr>
          <a:xfrm>
            <a:off x="47148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5" name="DP3 object 128">
            <a:extLst>
              <a:ext uri="{FF2B5EF4-FFF2-40B4-BE49-F238E27FC236}">
                <ns2:creationId id="{FBB9D255-7C49-4BDB-9922-3BFDC59837EF}"/>
              </a:ext>
            </a:extLst>
          </p:cNvPr>
          <p:cNvSpPr>
            <a:spLocks noGrp="1"/>
          </p:cNvSpPr>
          <p:nvPr/>
        </p:nvSpPr>
        <p:spPr>
          <a:xfrm>
            <a:off x="4857750" y="4019550"/>
            <a:ext cx="266700" cy="276225"/>
          </a:xfrm>
          <a:prstGeom prst="roundRect">
            <a:avLst>
              <a:gd name="adj" fmla="val 28571"/>
            </a:avLst>
          </a:prstGeom>
          <a:solidFill>
            <a:srgbClr val="C9E1B3"/>
          </a:solidFill>
          <a:ln w="17145">
            <a:solidFill>
              <a:srgbClr val="70A843"/>
            </a:solidFill>
            <a:prstDash val="solid"/>
          </a:ln>
        </p:spPr>
      </p:sp>
      <p:sp>
        <p:nvSpPr>
          <p:cNvPr id="26" name="DP3 object 129">
            <a:extLst>
              <a:ext uri="{FF2B5EF4-FFF2-40B4-BE49-F238E27FC236}">
                <ns2:creationId id="{FA2DBCFE-3512-41BC-AA80-99FD1EC31DAF}"/>
              </a:ext>
            </a:extLst>
          </p:cNvPr>
          <p:cNvSpPr>
            <a:spLocks noGrp="1"/>
          </p:cNvSpPr>
          <p:nvPr/>
        </p:nvSpPr>
        <p:spPr>
          <a:xfrm>
            <a:off x="4857750" y="4019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27" name="Grounding Coordinator / 같은 CPU 총량·실행 허가">
            <a:extLst>
              <a:ext uri="{FF2B5EF4-FFF2-40B4-BE49-F238E27FC236}">
                <ns2:creationId id="{34ED411F-DF55-4EE7-898B-8097DAB38E29}"/>
              </a:ext>
            </a:extLst>
          </p:cNvPr>
          <p:cNvSpPr>
            <a:spLocks noGrp="1"/>
          </p:cNvSpPr>
          <p:nvPr/>
        </p:nvSpPr>
        <p:spPr>
          <a:xfrm>
            <a:off x="10048875" y="3333750"/>
            <a:ext cx="6953250" cy="590550"/>
          </a:xfrm>
          <a:prstGeom prst="rect">
            <a:avLst/>
          </a:prstGeom>
          <a:solidFill>
            <a:srgbClr val="FFF6DD"/>
          </a:solidFill>
          <a:ln w="17145">
            <a:solidFill>
              <a:srgbClr val="111111"/>
            </a:solidFill>
            <a:prstDash val="solid"/>
          </a:ln>
        </p:spPr>
      </p:sp>
      <p:sp>
        <p:nvSpPr>
          <p:cNvPr id="28" name="DP3 object 130">
            <a:extLst>
              <a:ext uri="{FF2B5EF4-FFF2-40B4-BE49-F238E27FC236}">
                <ns2:creationId id="{752E439A-B914-4FDF-AAB3-37E4A7810EB7}"/>
              </a:ext>
            </a:extLst>
          </p:cNvPr>
          <p:cNvSpPr>
            <a:spLocks noGrp="1"/>
          </p:cNvSpPr>
          <p:nvPr/>
        </p:nvSpPr>
        <p:spPr>
          <a:xfrm>
            <a:off x="10115550" y="3371850"/>
            <a:ext cx="6819900" cy="51435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Grounding Coordinator / 같은 CPU 총량·실행 허가</a:t>
            </a:r>
            <a:endParaRPr lang="ko-KR">
              <a:latin typeface="Calibri"/>
              <a:ea typeface="Calibri"/>
              <a:cs typeface="Calibri"/>
            </a:endParaRPr>
          </a:p>
        </p:txBody>
      </p:sp>
      <p:sp>
        <p:nvSpPr>
          <p:cNvPr id="29" name="Editable path 131">
            <a:extLst>
              <a:ext uri="{FF2B5EF4-FFF2-40B4-BE49-F238E27FC236}">
                <ns2:creationId id="{25ADD8DF-3B03-435E-AFD3-D79B40F66B91}"/>
              </a:ext>
            </a:extLst>
          </p:cNvPr>
          <p:cNvSpPr>
            <a:spLocks noGrp="1"/>
          </p:cNvSpPr>
          <p:nvPr/>
        </p:nvSpPr>
        <p:spPr>
          <a:xfrm>
            <a:off x="11668125" y="3924300"/>
            <a:ext cx="1857375" cy="419100"/>
          </a:xfrm>
          <a:custGeom>
            <a:pathLst>
              <a:path w="1857375" h="419100">
                <a:moveTo>
                  <a:pt x="1857375" y="0"/>
                </a:moveTo>
                <a:lnTo>
                  <a:pt x="1857375" y="190500"/>
                </a:lnTo>
                <a:lnTo>
                  <a:pt x="0" y="190500"/>
                </a:lnTo>
                <a:lnTo>
                  <a:pt x="0" y="419100"/>
                </a:lnTo>
              </a:path>
            </a:pathLst>
          </a:custGeom>
          <a:noFill/>
          <a:ln w="19050">
            <a:solidFill>
              <a:srgbClr val="111111"/>
            </a:solidFill>
            <a:prstDash val="solid"/>
          </a:ln>
        </p:spPr>
      </p:sp>
      <p:sp>
        <p:nvSpPr>
          <p:cNvPr id="30" name="Editable arrowhead 132">
            <a:extLst>
              <a:ext uri="{FF2B5EF4-FFF2-40B4-BE49-F238E27FC236}">
                <ns2:creationId id="{C370072C-A050-4880-BE8D-C36EAFC5C67E}"/>
              </a:ext>
            </a:extLst>
          </p:cNvPr>
          <p:cNvSpPr>
            <a:spLocks noGrp="1"/>
          </p:cNvSpPr>
          <p:nvPr/>
        </p:nvSpPr>
        <p:spPr>
          <a:xfrm>
            <a:off x="11620500"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Editable path 133">
            <a:extLst>
              <a:ext uri="{FF2B5EF4-FFF2-40B4-BE49-F238E27FC236}">
                <ns2:creationId id="{D95F9DED-734D-4801-9CC4-75308E64131F}"/>
              </a:ext>
            </a:extLst>
          </p:cNvPr>
          <p:cNvSpPr>
            <a:spLocks noGrp="1"/>
          </p:cNvSpPr>
          <p:nvPr/>
        </p:nvSpPr>
        <p:spPr>
          <a:xfrm>
            <a:off x="13525500" y="4114800"/>
            <a:ext cx="1857375" cy="228600"/>
          </a:xfrm>
          <a:custGeom>
            <a:pathLst>
              <a:path w="1857375" h="228600">
                <a:moveTo>
                  <a:pt x="0" y="0"/>
                </a:moveTo>
                <a:lnTo>
                  <a:pt x="1857375" y="0"/>
                </a:lnTo>
                <a:lnTo>
                  <a:pt x="1857375" y="228600"/>
                </a:lnTo>
              </a:path>
            </a:pathLst>
          </a:custGeom>
          <a:noFill/>
          <a:ln w="19050">
            <a:solidFill>
              <a:srgbClr val="111111"/>
            </a:solidFill>
            <a:prstDash val="solid"/>
          </a:ln>
        </p:spPr>
      </p:sp>
      <p:sp>
        <p:nvSpPr>
          <p:cNvPr id="32" name="Editable arrowhead 134">
            <a:extLst>
              <a:ext uri="{FF2B5EF4-FFF2-40B4-BE49-F238E27FC236}">
                <ns2:creationId id="{A92B5765-E1D1-4CC3-8488-C34D06A39C5D}"/>
              </a:ext>
            </a:extLst>
          </p:cNvPr>
          <p:cNvSpPr>
            <a:spLocks noGrp="1"/>
          </p:cNvSpPr>
          <p:nvPr/>
        </p:nvSpPr>
        <p:spPr>
          <a:xfrm>
            <a:off x="15335250"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3" name="DP3 object 135">
            <a:extLst>
              <a:ext uri="{FF2B5EF4-FFF2-40B4-BE49-F238E27FC236}">
                <ns2:creationId id="{8EED5674-516A-4AF9-A85E-B8D26297FDA1}"/>
              </a:ext>
            </a:extLst>
          </p:cNvPr>
          <p:cNvSpPr>
            <a:spLocks noGrp="1"/>
          </p:cNvSpPr>
          <p:nvPr/>
        </p:nvSpPr>
        <p:spPr>
          <a:xfrm>
            <a:off x="13620750" y="4019550"/>
            <a:ext cx="266700" cy="276225"/>
          </a:xfrm>
          <a:prstGeom prst="roundRect">
            <a:avLst>
              <a:gd name="adj" fmla="val 28571"/>
            </a:avLst>
          </a:prstGeom>
          <a:solidFill>
            <a:srgbClr val="C9E1B3"/>
          </a:solidFill>
          <a:ln w="17145">
            <a:solidFill>
              <a:srgbClr val="70A843"/>
            </a:solidFill>
            <a:prstDash val="solid"/>
          </a:ln>
        </p:spPr>
      </p:sp>
      <p:sp>
        <p:nvSpPr>
          <p:cNvPr id="34" name="DP3 object 136">
            <a:extLst>
              <a:ext uri="{FF2B5EF4-FFF2-40B4-BE49-F238E27FC236}">
                <ns2:creationId id="{09EE289D-1B04-46F1-9298-82DAA9636F50}"/>
              </a:ext>
            </a:extLst>
          </p:cNvPr>
          <p:cNvSpPr>
            <a:spLocks noGrp="1"/>
          </p:cNvSpPr>
          <p:nvPr/>
        </p:nvSpPr>
        <p:spPr>
          <a:xfrm>
            <a:off x="13620750" y="4019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35" name="DP3 object 137">
            <a:extLst>
              <a:ext uri="{FF2B5EF4-FFF2-40B4-BE49-F238E27FC236}">
                <ns2:creationId id="{D661D8D6-3828-4C51-B446-93452DFC5DBA}"/>
              </a:ext>
            </a:extLst>
          </p:cNvPr>
          <p:cNvSpPr>
            <a:spLocks noGrp="1"/>
          </p:cNvSpPr>
          <p:nvPr/>
        </p:nvSpPr>
        <p:spPr>
          <a:xfrm>
            <a:off x="1285875" y="4343400"/>
            <a:ext cx="6953250" cy="1952625"/>
          </a:xfrm>
          <a:prstGeom prst="rect">
            <a:avLst/>
          </a:prstGeom>
          <a:solidFill>
            <a:srgbClr val="FFF6DD"/>
          </a:solidFill>
          <a:ln w="20955">
            <a:solidFill>
              <a:srgbClr val="111111"/>
            </a:solidFill>
            <a:prstDash val="solid"/>
          </a:ln>
        </p:spPr>
      </p:sp>
      <p:sp>
        <p:nvSpPr>
          <p:cNvPr id="36" name="DP3 object 138">
            <a:extLst>
              <a:ext uri="{FF2B5EF4-FFF2-40B4-BE49-F238E27FC236}">
                <ns2:creationId id="{4C65E257-A1DD-4E88-B2CB-807ABE5EF8F3}"/>
              </a:ext>
            </a:extLst>
          </p:cNvPr>
          <p:cNvSpPr>
            <a:spLocks noGrp="1"/>
          </p:cNvSpPr>
          <p:nvPr/>
        </p:nvSpPr>
        <p:spPr>
          <a:xfrm>
            <a:off x="1400175" y="4429125"/>
            <a:ext cx="672465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CPU worker 1 / Python·PyTorch runtime</a:t>
            </a:r>
            <a:endParaRPr lang="ko-KR">
              <a:latin typeface="Calibri"/>
              <a:ea typeface="Calibri"/>
              <a:cs typeface="Calibri"/>
            </a:endParaRPr>
          </a:p>
        </p:txBody>
      </p:sp>
      <p:sp>
        <p:nvSpPr>
          <p:cNvPr id="37" name="UI session&#10;검출·OCR weights">
            <a:extLst>
              <a:ext uri="{FF2B5EF4-FFF2-40B4-BE49-F238E27FC236}">
                <ns2:creationId id="{07F27BDF-3122-4D2A-8A94-5037DFCD41D3}"/>
              </a:ext>
            </a:extLst>
          </p:cNvPr>
          <p:cNvSpPr>
            <a:spLocks noGrp="1"/>
          </p:cNvSpPr>
          <p:nvPr/>
        </p:nvSpPr>
        <p:spPr>
          <a:xfrm>
            <a:off x="1571625" y="5038725"/>
            <a:ext cx="2857500" cy="752475"/>
          </a:xfrm>
          <a:prstGeom prst="rect">
            <a:avLst/>
          </a:prstGeom>
          <a:solidFill>
            <a:srgbClr val="FFFFFF"/>
          </a:solidFill>
          <a:ln w="17145">
            <a:solidFill>
              <a:srgbClr val="111111"/>
            </a:solidFill>
            <a:prstDash val="solid"/>
          </a:ln>
        </p:spPr>
      </p:sp>
      <p:sp>
        <p:nvSpPr>
          <p:cNvPr id="38" name="DP3 object 139">
            <a:extLst>
              <a:ext uri="{FF2B5EF4-FFF2-40B4-BE49-F238E27FC236}">
                <ns2:creationId id="{A62ADE21-6D08-479B-B456-84438F3D36EA}"/>
              </a:ext>
            </a:extLst>
          </p:cNvPr>
          <p:cNvSpPr>
            <a:spLocks noGrp="1"/>
          </p:cNvSpPr>
          <p:nvPr/>
        </p:nvSpPr>
        <p:spPr>
          <a:xfrm>
            <a:off x="1638300" y="5076825"/>
            <a:ext cx="2724150" cy="6762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UI session</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검출·OCR weights</a:t>
            </a:r>
            <a:endParaRPr lang="ko-KR">
              <a:latin typeface="Calibri"/>
              <a:ea typeface="Calibri"/>
              <a:cs typeface="Calibri"/>
            </a:endParaRPr>
          </a:p>
        </p:txBody>
      </p:sp>
      <p:sp>
        <p:nvSpPr>
          <p:cNvPr id="39" name="SAM session&#10;Tiny weights">
            <a:extLst>
              <a:ext uri="{FF2B5EF4-FFF2-40B4-BE49-F238E27FC236}">
                <ns2:creationId id="{75204F1A-A656-43B8-9234-67FD3F6AE08B}"/>
              </a:ext>
            </a:extLst>
          </p:cNvPr>
          <p:cNvSpPr>
            <a:spLocks noGrp="1"/>
          </p:cNvSpPr>
          <p:nvPr/>
        </p:nvSpPr>
        <p:spPr>
          <a:xfrm>
            <a:off x="5095875" y="5038725"/>
            <a:ext cx="2857500" cy="752475"/>
          </a:xfrm>
          <a:prstGeom prst="rect">
            <a:avLst/>
          </a:prstGeom>
          <a:solidFill>
            <a:srgbClr val="FFFFFF"/>
          </a:solidFill>
          <a:ln w="17145">
            <a:solidFill>
              <a:srgbClr val="111111"/>
            </a:solidFill>
            <a:prstDash val="solid"/>
          </a:ln>
        </p:spPr>
      </p:sp>
      <p:sp>
        <p:nvSpPr>
          <p:cNvPr id="40" name="DP3 object 140">
            <a:extLst>
              <a:ext uri="{FF2B5EF4-FFF2-40B4-BE49-F238E27FC236}">
                <ns2:creationId id="{4E9BB236-8199-4C7C-A659-3FE19817070A}"/>
              </a:ext>
            </a:extLst>
          </p:cNvPr>
          <p:cNvSpPr>
            <a:spLocks noGrp="1"/>
          </p:cNvSpPr>
          <p:nvPr/>
        </p:nvSpPr>
        <p:spPr>
          <a:xfrm>
            <a:off x="5162550" y="5076825"/>
            <a:ext cx="2724150" cy="6762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SAM session</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Tiny weights</a:t>
            </a:r>
            <a:endParaRPr lang="ko-KR">
              <a:latin typeface="Calibri"/>
              <a:ea typeface="Calibri"/>
              <a:cs typeface="Calibri"/>
            </a:endParaRPr>
          </a:p>
        </p:txBody>
      </p:sp>
      <p:sp>
        <p:nvSpPr>
          <p:cNvPr id="41" name="DP3 object 141">
            <a:extLst>
              <a:ext uri="{FF2B5EF4-FFF2-40B4-BE49-F238E27FC236}">
                <ns2:creationId id="{7650CEE8-9733-4CF7-A103-199C87DE96FA}"/>
              </a:ext>
            </a:extLst>
          </p:cNvPr>
          <p:cNvSpPr>
            <a:spLocks noGrp="1"/>
          </p:cNvSpPr>
          <p:nvPr/>
        </p:nvSpPr>
        <p:spPr>
          <a:xfrm>
            <a:off x="1476375" y="5895975"/>
            <a:ext cx="6572250" cy="3143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한 번 사용한 모델 유지 / heavy stage 기본 순차</a:t>
            </a:r>
            <a:endParaRPr lang="ko-KR">
              <a:latin typeface="Calibri"/>
              <a:ea typeface="Calibri"/>
              <a:cs typeface="Calibri"/>
            </a:endParaRPr>
          </a:p>
        </p:txBody>
      </p:sp>
      <p:sp>
        <p:nvSpPr>
          <p:cNvPr id="42" name="DP3 object 142">
            <a:extLst>
              <a:ext uri="{FF2B5EF4-FFF2-40B4-BE49-F238E27FC236}">
                <ns2:creationId id="{B789B995-8BC2-428B-90CB-50C0A2AD5FFA}"/>
              </a:ext>
            </a:extLst>
          </p:cNvPr>
          <p:cNvSpPr>
            <a:spLocks noGrp="1"/>
          </p:cNvSpPr>
          <p:nvPr/>
        </p:nvSpPr>
        <p:spPr>
          <a:xfrm>
            <a:off x="10048875" y="4343400"/>
            <a:ext cx="3238500" cy="1952625"/>
          </a:xfrm>
          <a:prstGeom prst="rect">
            <a:avLst/>
          </a:prstGeom>
          <a:solidFill>
            <a:srgbClr val="FFF6DD"/>
          </a:solidFill>
          <a:ln w="20955">
            <a:solidFill>
              <a:srgbClr val="111111"/>
            </a:solidFill>
            <a:prstDash val="solid"/>
          </a:ln>
        </p:spPr>
      </p:sp>
      <p:sp>
        <p:nvSpPr>
          <p:cNvPr id="43" name="DP3 object 143">
            <a:extLst>
              <a:ext uri="{FF2B5EF4-FFF2-40B4-BE49-F238E27FC236}">
                <ns2:creationId id="{563D3F56-9C75-48B5-98A9-E33D32823AC2}"/>
              </a:ext>
            </a:extLst>
          </p:cNvPr>
          <p:cNvSpPr>
            <a:spLocks noGrp="1"/>
          </p:cNvSpPr>
          <p:nvPr/>
        </p:nvSpPr>
        <p:spPr>
          <a:xfrm>
            <a:off x="10144125" y="4429125"/>
            <a:ext cx="304800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UI worker</a:t>
            </a:r>
            <a:endParaRPr lang="ko-KR">
              <a:latin typeface="Calibri"/>
              <a:ea typeface="Calibri"/>
              <a:cs typeface="Calibri"/>
            </a:endParaRPr>
          </a:p>
        </p:txBody>
      </p:sp>
      <p:sp>
        <p:nvSpPr>
          <p:cNvPr id="44" name="별도 runtime&#10;검출·OCR weights">
            <a:extLst>
              <a:ext uri="{FF2B5EF4-FFF2-40B4-BE49-F238E27FC236}">
                <ns2:creationId id="{C384362C-1B6F-4AFF-8DC0-2AD430FFB9C8}"/>
              </a:ext>
            </a:extLst>
          </p:cNvPr>
          <p:cNvSpPr>
            <a:spLocks noGrp="1"/>
          </p:cNvSpPr>
          <p:nvPr/>
        </p:nvSpPr>
        <p:spPr>
          <a:xfrm>
            <a:off x="10239375" y="5038725"/>
            <a:ext cx="2857500" cy="1019175"/>
          </a:xfrm>
          <a:prstGeom prst="rect">
            <a:avLst/>
          </a:prstGeom>
          <a:solidFill>
            <a:srgbClr val="FFFFFF"/>
          </a:solidFill>
          <a:ln w="17145">
            <a:solidFill>
              <a:srgbClr val="111111"/>
            </a:solidFill>
            <a:prstDash val="solid"/>
          </a:ln>
        </p:spPr>
      </p:sp>
      <p:sp>
        <p:nvSpPr>
          <p:cNvPr id="45" name="DP3 object 144">
            <a:extLst>
              <a:ext uri="{FF2B5EF4-FFF2-40B4-BE49-F238E27FC236}">
                <ns2:creationId id="{03F03F24-31F6-475B-92C3-8658004F98C1}"/>
              </a:ext>
            </a:extLst>
          </p:cNvPr>
          <p:cNvSpPr>
            <a:spLocks noGrp="1"/>
          </p:cNvSpPr>
          <p:nvPr/>
        </p:nvSpPr>
        <p:spPr>
          <a:xfrm>
            <a:off x="10306050" y="5076825"/>
            <a:ext cx="2724150" cy="9429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runtime</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검출·OCR weights</a:t>
            </a:r>
            <a:endParaRPr lang="ko-KR">
              <a:latin typeface="Calibri"/>
              <a:ea typeface="Calibri"/>
              <a:cs typeface="Calibri"/>
            </a:endParaRPr>
          </a:p>
        </p:txBody>
      </p:sp>
      <p:sp>
        <p:nvSpPr>
          <p:cNvPr id="46" name="DP3 object 145">
            <a:extLst>
              <a:ext uri="{FF2B5EF4-FFF2-40B4-BE49-F238E27FC236}">
                <ns2:creationId id="{38EF31EC-CE50-4B5D-AE80-5003064FEAC1}"/>
              </a:ext>
            </a:extLst>
          </p:cNvPr>
          <p:cNvSpPr>
            <a:spLocks noGrp="1"/>
          </p:cNvSpPr>
          <p:nvPr/>
        </p:nvSpPr>
        <p:spPr>
          <a:xfrm>
            <a:off x="13763625" y="4343400"/>
            <a:ext cx="3238500" cy="1952625"/>
          </a:xfrm>
          <a:prstGeom prst="rect">
            <a:avLst/>
          </a:prstGeom>
          <a:solidFill>
            <a:srgbClr val="FFF6DD"/>
          </a:solidFill>
          <a:ln w="20955">
            <a:solidFill>
              <a:srgbClr val="111111"/>
            </a:solidFill>
            <a:prstDash val="solid"/>
          </a:ln>
        </p:spPr>
      </p:sp>
      <p:sp>
        <p:nvSpPr>
          <p:cNvPr id="47" name="DP3 object 146">
            <a:extLst>
              <a:ext uri="{FF2B5EF4-FFF2-40B4-BE49-F238E27FC236}">
                <ns2:creationId id="{89CC329F-AAC7-4251-B90D-09712987331D}"/>
              </a:ext>
            </a:extLst>
          </p:cNvPr>
          <p:cNvSpPr>
            <a:spLocks noGrp="1"/>
          </p:cNvSpPr>
          <p:nvPr/>
        </p:nvSpPr>
        <p:spPr>
          <a:xfrm>
            <a:off x="13858875" y="4429125"/>
            <a:ext cx="304800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SAM worker</a:t>
            </a:r>
            <a:endParaRPr lang="ko-KR">
              <a:latin typeface="Calibri"/>
              <a:ea typeface="Calibri"/>
              <a:cs typeface="Calibri"/>
            </a:endParaRPr>
          </a:p>
        </p:txBody>
      </p:sp>
      <p:sp>
        <p:nvSpPr>
          <p:cNvPr id="48" name="별도 runtime&#10;Tiny weights">
            <a:extLst>
              <a:ext uri="{FF2B5EF4-FFF2-40B4-BE49-F238E27FC236}">
                <ns2:creationId id="{EFDDADD5-D9C6-4A69-B681-BCE98B5B2773}"/>
              </a:ext>
            </a:extLst>
          </p:cNvPr>
          <p:cNvSpPr>
            <a:spLocks noGrp="1"/>
          </p:cNvSpPr>
          <p:nvPr/>
        </p:nvSpPr>
        <p:spPr>
          <a:xfrm>
            <a:off x="13954125" y="5038725"/>
            <a:ext cx="2857500" cy="1019175"/>
          </a:xfrm>
          <a:prstGeom prst="rect">
            <a:avLst/>
          </a:prstGeom>
          <a:solidFill>
            <a:srgbClr val="FFFFFF"/>
          </a:solidFill>
          <a:ln w="17145">
            <a:solidFill>
              <a:srgbClr val="111111"/>
            </a:solidFill>
            <a:prstDash val="solid"/>
          </a:ln>
        </p:spPr>
      </p:sp>
      <p:sp>
        <p:nvSpPr>
          <p:cNvPr id="49" name="DP3 object 147">
            <a:extLst>
              <a:ext uri="{FF2B5EF4-FFF2-40B4-BE49-F238E27FC236}">
                <ns2:creationId id="{4ED5B81B-698E-4F21-8882-F84FC0ABF127}"/>
              </a:ext>
            </a:extLst>
          </p:cNvPr>
          <p:cNvSpPr>
            <a:spLocks noGrp="1"/>
          </p:cNvSpPr>
          <p:nvPr/>
        </p:nvSpPr>
        <p:spPr>
          <a:xfrm>
            <a:off x="14020800" y="5076825"/>
            <a:ext cx="2724150" cy="9429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runtime</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Tiny weights</a:t>
            </a:r>
            <a:endParaRPr lang="ko-KR">
              <a:latin typeface="Calibri"/>
              <a:ea typeface="Calibri"/>
              <a:cs typeface="Calibri"/>
            </a:endParaRPr>
          </a:p>
        </p:txBody>
      </p:sp>
      <p:sp>
        <p:nvSpPr>
          <p:cNvPr id="50" name="DP3 object 148">
            <a:extLst>
              <a:ext uri="{FF2B5EF4-FFF2-40B4-BE49-F238E27FC236}">
                <ns2:creationId id="{6C9A1FE2-5885-4E2E-A59A-1C84196B9C3A}"/>
              </a:ext>
            </a:extLst>
          </p:cNvPr>
          <p:cNvSpPr>
            <a:spLocks noGrp="1"/>
          </p:cNvSpPr>
          <p:nvPr/>
        </p:nvSpPr>
        <p:spPr>
          <a:xfrm>
            <a:off x="13858875" y="6076950"/>
            <a:ext cx="3048000" cy="1905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UI seed 확인 후, 필요 시</a:t>
            </a:r>
            <a:endParaRPr lang="ko-KR">
              <a:latin typeface="Calibri"/>
              <a:ea typeface="Calibri"/>
              <a:cs typeface="Calibri"/>
            </a:endParaRPr>
          </a:p>
        </p:txBody>
      </p:sp>
      <p:sp>
        <p:nvSpPr>
          <p:cNvPr id="51" name="Editable path 149">
            <a:extLst>
              <a:ext uri="{FF2B5EF4-FFF2-40B4-BE49-F238E27FC236}">
                <ns2:creationId id="{EF838874-57B6-4A8F-9399-0ACCF793C8DF}"/>
              </a:ext>
            </a:extLst>
          </p:cNvPr>
          <p:cNvSpPr>
            <a:spLocks noGrp="1"/>
          </p:cNvSpPr>
          <p:nvPr/>
        </p:nvSpPr>
        <p:spPr>
          <a:xfrm>
            <a:off x="4762500" y="6296025"/>
            <a:ext cx="953" cy="381000"/>
          </a:xfrm>
          <a:custGeom>
            <a:pathLst>
              <a:path w="953" h="381000">
                <a:moveTo>
                  <a:pt x="0" y="0"/>
                </a:moveTo>
                <a:lnTo>
                  <a:pt x="0" y="381000"/>
                </a:lnTo>
              </a:path>
            </a:pathLst>
          </a:custGeom>
          <a:noFill/>
          <a:ln w="19050">
            <a:solidFill>
              <a:srgbClr val="111111"/>
            </a:solidFill>
            <a:prstDash val="solid"/>
          </a:ln>
        </p:spPr>
      </p:sp>
      <p:sp>
        <p:nvSpPr>
          <p:cNvPr id="52" name="Editable arrowhead 150">
            <a:extLst>
              <a:ext uri="{FF2B5EF4-FFF2-40B4-BE49-F238E27FC236}">
                <ns2:creationId id="{B6180D38-1477-4742-A25C-33E341950A78}"/>
              </a:ext>
            </a:extLst>
          </p:cNvPr>
          <p:cNvSpPr>
            <a:spLocks noGrp="1"/>
          </p:cNvSpPr>
          <p:nvPr/>
        </p:nvSpPr>
        <p:spPr>
          <a:xfrm>
            <a:off x="4714875" y="65817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3" name="DP3 object 151">
            <a:extLst>
              <a:ext uri="{FF2B5EF4-FFF2-40B4-BE49-F238E27FC236}">
                <ns2:creationId id="{12C98EE1-93E9-468C-938B-905FDDFC255B}"/>
              </a:ext>
            </a:extLst>
          </p:cNvPr>
          <p:cNvSpPr>
            <a:spLocks noGrp="1"/>
          </p:cNvSpPr>
          <p:nvPr/>
        </p:nvSpPr>
        <p:spPr>
          <a:xfrm>
            <a:off x="4857750" y="6381750"/>
            <a:ext cx="266700" cy="276225"/>
          </a:xfrm>
          <a:prstGeom prst="roundRect">
            <a:avLst>
              <a:gd name="adj" fmla="val 28571"/>
            </a:avLst>
          </a:prstGeom>
          <a:solidFill>
            <a:srgbClr val="C9E1B3"/>
          </a:solidFill>
          <a:ln w="17145">
            <a:solidFill>
              <a:srgbClr val="70A843"/>
            </a:solidFill>
            <a:prstDash val="solid"/>
          </a:ln>
        </p:spPr>
      </p:sp>
      <p:sp>
        <p:nvSpPr>
          <p:cNvPr id="54" name="DP3 object 152">
            <a:extLst>
              <a:ext uri="{FF2B5EF4-FFF2-40B4-BE49-F238E27FC236}">
                <ns2:creationId id="{74D39987-A214-4B43-A197-81D047A309E9}"/>
              </a:ext>
            </a:extLst>
          </p:cNvPr>
          <p:cNvSpPr>
            <a:spLocks noGrp="1"/>
          </p:cNvSpPr>
          <p:nvPr/>
        </p:nvSpPr>
        <p:spPr>
          <a:xfrm>
            <a:off x="4857750" y="6381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5" name="동일 후보·episode 상태 + 원본 crop">
            <a:extLst>
              <a:ext uri="{FF2B5EF4-FFF2-40B4-BE49-F238E27FC236}">
                <ns2:creationId id="{49EFD981-3792-4633-ADB2-E7CFFBD5F02C}"/>
              </a:ext>
            </a:extLst>
          </p:cNvPr>
          <p:cNvSpPr>
            <a:spLocks noGrp="1"/>
          </p:cNvSpPr>
          <p:nvPr/>
        </p:nvSpPr>
        <p:spPr>
          <a:xfrm>
            <a:off x="1285875" y="6677025"/>
            <a:ext cx="6953250" cy="590550"/>
          </a:xfrm>
          <a:prstGeom prst="can">
            <a:avLst>
              <a:gd name="adj" fmla="val 16000"/>
            </a:avLst>
          </a:prstGeom>
          <a:solidFill>
            <a:srgbClr val="FFF6DD"/>
          </a:solidFill>
          <a:ln w="17145">
            <a:solidFill>
              <a:srgbClr val="111111"/>
            </a:solidFill>
            <a:prstDash val="solid"/>
          </a:ln>
        </p:spPr>
      </p:sp>
      <p:sp>
        <p:nvSpPr>
          <p:cNvPr id="56" name="DP3 object 153">
            <a:extLst>
              <a:ext uri="{FF2B5EF4-FFF2-40B4-BE49-F238E27FC236}">
                <ns2:creationId id="{73D75935-B3FF-42E1-8FCC-7A0A6BAC8D49}"/>
              </a:ext>
            </a:extLst>
          </p:cNvPr>
          <p:cNvSpPr>
            <a:spLocks noGrp="1"/>
          </p:cNvSpPr>
          <p:nvPr/>
        </p:nvSpPr>
        <p:spPr>
          <a:xfrm>
            <a:off x="1333500" y="6781800"/>
            <a:ext cx="6858000" cy="4286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동일 후보·episode 상태 + 원본 crop</a:t>
            </a:r>
            <a:endParaRPr lang="ko-KR">
              <a:latin typeface="Calibri"/>
              <a:ea typeface="Calibri"/>
              <a:cs typeface="Calibri"/>
            </a:endParaRPr>
          </a:p>
        </p:txBody>
      </p:sp>
      <p:sp>
        <p:nvSpPr>
          <p:cNvPr id="57" name="Editable path 154">
            <a:extLst>
              <a:ext uri="{FF2B5EF4-FFF2-40B4-BE49-F238E27FC236}">
                <ns2:creationId id="{D842DA5F-2335-45F8-BC50-430DC51F04F8}"/>
              </a:ext>
            </a:extLst>
          </p:cNvPr>
          <p:cNvSpPr>
            <a:spLocks noGrp="1"/>
          </p:cNvSpPr>
          <p:nvPr/>
        </p:nvSpPr>
        <p:spPr>
          <a:xfrm>
            <a:off x="4762500" y="7267575"/>
            <a:ext cx="953" cy="333375"/>
          </a:xfrm>
          <a:custGeom>
            <a:pathLst>
              <a:path w="953" h="333375">
                <a:moveTo>
                  <a:pt x="0" y="0"/>
                </a:moveTo>
                <a:lnTo>
                  <a:pt x="0" y="333375"/>
                </a:lnTo>
              </a:path>
            </a:pathLst>
          </a:custGeom>
          <a:noFill/>
          <a:ln w="19050">
            <a:solidFill>
              <a:srgbClr val="111111"/>
            </a:solidFill>
            <a:prstDash val="solid"/>
          </a:ln>
        </p:spPr>
      </p:sp>
      <p:sp>
        <p:nvSpPr>
          <p:cNvPr id="58" name="Editable arrowhead 155">
            <a:extLst>
              <a:ext uri="{FF2B5EF4-FFF2-40B4-BE49-F238E27FC236}">
                <ns2:creationId id="{30C24584-5746-4A4D-9054-AF466D59B746}"/>
              </a:ext>
            </a:extLst>
          </p:cNvPr>
          <p:cNvSpPr>
            <a:spLocks noGrp="1"/>
          </p:cNvSpPr>
          <p:nvPr/>
        </p:nvSpPr>
        <p:spPr>
          <a:xfrm>
            <a:off x="4714875" y="7505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Cloud 의미 LLM → 공통 검증·채택">
            <a:extLst>
              <a:ext uri="{FF2B5EF4-FFF2-40B4-BE49-F238E27FC236}">
                <ns2:creationId id="{730A1462-E9DB-470D-80B0-7232600D4D9D}"/>
              </a:ext>
            </a:extLst>
          </p:cNvPr>
          <p:cNvSpPr>
            <a:spLocks noGrp="1"/>
          </p:cNvSpPr>
          <p:nvPr/>
        </p:nvSpPr>
        <p:spPr>
          <a:xfrm>
            <a:off x="1285875" y="7600950"/>
            <a:ext cx="6953250" cy="600075"/>
          </a:xfrm>
          <a:prstGeom prst="rect">
            <a:avLst/>
          </a:prstGeom>
          <a:solidFill>
            <a:srgbClr val="F1F6FC"/>
          </a:solidFill>
          <a:ln w="28575">
            <a:solidFill>
              <a:srgbClr val="4676CB"/>
            </a:solidFill>
            <a:prstDash val="solid"/>
          </a:ln>
        </p:spPr>
      </p:sp>
      <p:sp>
        <p:nvSpPr>
          <p:cNvPr id="60" name="DP3 object 156">
            <a:extLst>
              <a:ext uri="{FF2B5EF4-FFF2-40B4-BE49-F238E27FC236}">
                <ns2:creationId id="{CA65784B-2149-4624-B193-D944C1B3555A}"/>
              </a:ext>
            </a:extLst>
          </p:cNvPr>
          <p:cNvSpPr>
            <a:spLocks noGrp="1"/>
          </p:cNvSpPr>
          <p:nvPr/>
        </p:nvSpPr>
        <p:spPr>
          <a:xfrm>
            <a:off x="1352550" y="7639050"/>
            <a:ext cx="6819900" cy="5238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 → 공통 검증·채택</a:t>
            </a:r>
            <a:endParaRPr lang="ko-KR">
              <a:latin typeface="Calibri"/>
              <a:ea typeface="Calibri"/>
              <a:cs typeface="Calibri"/>
            </a:endParaRPr>
          </a:p>
        </p:txBody>
      </p:sp>
      <p:sp>
        <p:nvSpPr>
          <p:cNvPr id="61" name="Editable path 157">
            <a:extLst>
              <a:ext uri="{FF2B5EF4-FFF2-40B4-BE49-F238E27FC236}">
                <ns2:creationId id="{9586A6A5-B42A-4144-907A-C02D5BD9CEC8}"/>
              </a:ext>
            </a:extLst>
          </p:cNvPr>
          <p:cNvSpPr>
            <a:spLocks noGrp="1"/>
          </p:cNvSpPr>
          <p:nvPr/>
        </p:nvSpPr>
        <p:spPr>
          <a:xfrm>
            <a:off x="11668125" y="6296025"/>
            <a:ext cx="1857375" cy="381000"/>
          </a:xfrm>
          <a:custGeom>
            <a:pathLst>
              <a:path w="1857375" h="381000">
                <a:moveTo>
                  <a:pt x="0" y="0"/>
                </a:moveTo>
                <a:lnTo>
                  <a:pt x="0" y="180975"/>
                </a:lnTo>
                <a:lnTo>
                  <a:pt x="1857375" y="180975"/>
                </a:lnTo>
                <a:lnTo>
                  <a:pt x="1857375" y="381000"/>
                </a:lnTo>
              </a:path>
            </a:pathLst>
          </a:custGeom>
          <a:noFill/>
          <a:ln w="19050">
            <a:solidFill>
              <a:srgbClr val="111111"/>
            </a:solidFill>
            <a:prstDash val="solid"/>
          </a:ln>
        </p:spPr>
      </p:sp>
      <p:sp>
        <p:nvSpPr>
          <p:cNvPr id="62" name="Editable arrowhead 158">
            <a:extLst>
              <a:ext uri="{FF2B5EF4-FFF2-40B4-BE49-F238E27FC236}">
                <ns2:creationId id="{E3C3A127-29DA-41E2-A5F4-889A50868E30}"/>
              </a:ext>
            </a:extLst>
          </p:cNvPr>
          <p:cNvSpPr>
            <a:spLocks noGrp="1"/>
          </p:cNvSpPr>
          <p:nvPr/>
        </p:nvSpPr>
        <p:spPr>
          <a:xfrm>
            <a:off x="13477875" y="65817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Editable path 159">
            <a:extLst>
              <a:ext uri="{FF2B5EF4-FFF2-40B4-BE49-F238E27FC236}">
                <ns2:creationId id="{D67316FE-6A55-4318-BCD7-C91F2DD7BC8B}"/>
              </a:ext>
            </a:extLst>
          </p:cNvPr>
          <p:cNvSpPr>
            <a:spLocks noGrp="1"/>
          </p:cNvSpPr>
          <p:nvPr/>
        </p:nvSpPr>
        <p:spPr>
          <a:xfrm>
            <a:off x="13525500" y="6296025"/>
            <a:ext cx="1857375" cy="180975"/>
          </a:xfrm>
          <a:custGeom>
            <a:pathLst>
              <a:path w="1857375" h="180975">
                <a:moveTo>
                  <a:pt x="1857375" y="0"/>
                </a:moveTo>
                <a:lnTo>
                  <a:pt x="1857375" y="180975"/>
                </a:lnTo>
                <a:lnTo>
                  <a:pt x="0" y="180975"/>
                </a:lnTo>
              </a:path>
            </a:pathLst>
          </a:custGeom>
          <a:noFill/>
          <a:ln w="19050">
            <a:solidFill>
              <a:srgbClr val="111111"/>
            </a:solidFill>
            <a:prstDash val="solid"/>
          </a:ln>
        </p:spPr>
      </p:sp>
      <p:sp>
        <p:nvSpPr>
          <p:cNvPr id="64" name="DP3 object 160">
            <a:extLst>
              <a:ext uri="{FF2B5EF4-FFF2-40B4-BE49-F238E27FC236}">
                <ns2:creationId id="{7DA0D78F-F28D-44C1-A72E-4E070203C836}"/>
              </a:ext>
            </a:extLst>
          </p:cNvPr>
          <p:cNvSpPr>
            <a:spLocks noGrp="1"/>
          </p:cNvSpPr>
          <p:nvPr/>
        </p:nvSpPr>
        <p:spPr>
          <a:xfrm>
            <a:off x="13620750" y="6381750"/>
            <a:ext cx="266700" cy="276225"/>
          </a:xfrm>
          <a:prstGeom prst="roundRect">
            <a:avLst>
              <a:gd name="adj" fmla="val 28571"/>
            </a:avLst>
          </a:prstGeom>
          <a:solidFill>
            <a:srgbClr val="C9E1B3"/>
          </a:solidFill>
          <a:ln w="17145">
            <a:solidFill>
              <a:srgbClr val="70A843"/>
            </a:solidFill>
            <a:prstDash val="solid"/>
          </a:ln>
        </p:spPr>
      </p:sp>
      <p:sp>
        <p:nvSpPr>
          <p:cNvPr id="65" name="DP3 object 161">
            <a:extLst>
              <a:ext uri="{FF2B5EF4-FFF2-40B4-BE49-F238E27FC236}">
                <ns2:creationId id="{0A922933-EE22-4736-B833-95F27FB0BA21}"/>
              </a:ext>
            </a:extLst>
          </p:cNvPr>
          <p:cNvSpPr>
            <a:spLocks noGrp="1"/>
          </p:cNvSpPr>
          <p:nvPr/>
        </p:nvSpPr>
        <p:spPr>
          <a:xfrm>
            <a:off x="13620750" y="6381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66" name="동일 후보·episode 상태 + 원본 crop">
            <a:extLst>
              <a:ext uri="{FF2B5EF4-FFF2-40B4-BE49-F238E27FC236}">
                <ns2:creationId id="{EBDA2CA9-3EA5-4B23-8BC0-4B1C717D8DCB}"/>
              </a:ext>
            </a:extLst>
          </p:cNvPr>
          <p:cNvSpPr>
            <a:spLocks noGrp="1"/>
          </p:cNvSpPr>
          <p:nvPr/>
        </p:nvSpPr>
        <p:spPr>
          <a:xfrm>
            <a:off x="10048875" y="6677025"/>
            <a:ext cx="6953250" cy="590550"/>
          </a:xfrm>
          <a:prstGeom prst="can">
            <a:avLst>
              <a:gd name="adj" fmla="val 16000"/>
            </a:avLst>
          </a:prstGeom>
          <a:solidFill>
            <a:srgbClr val="FFF6DD"/>
          </a:solidFill>
          <a:ln w="17145">
            <a:solidFill>
              <a:srgbClr val="111111"/>
            </a:solidFill>
            <a:prstDash val="solid"/>
          </a:ln>
        </p:spPr>
      </p:sp>
      <p:sp>
        <p:nvSpPr>
          <p:cNvPr id="67" name="DP3 object 162">
            <a:extLst>
              <a:ext uri="{FF2B5EF4-FFF2-40B4-BE49-F238E27FC236}">
                <ns2:creationId id="{52C7A861-B8C7-43FA-A29B-6CC900645C20}"/>
              </a:ext>
            </a:extLst>
          </p:cNvPr>
          <p:cNvSpPr>
            <a:spLocks noGrp="1"/>
          </p:cNvSpPr>
          <p:nvPr/>
        </p:nvSpPr>
        <p:spPr>
          <a:xfrm>
            <a:off x="10096500" y="6781800"/>
            <a:ext cx="6858000" cy="4286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동일 후보·episode 상태 + 원본 crop</a:t>
            </a:r>
            <a:endParaRPr lang="ko-KR">
              <a:latin typeface="Calibri"/>
              <a:ea typeface="Calibri"/>
              <a:cs typeface="Calibri"/>
            </a:endParaRPr>
          </a:p>
        </p:txBody>
      </p:sp>
      <p:sp>
        <p:nvSpPr>
          <p:cNvPr id="68" name="Editable path 163">
            <a:extLst>
              <a:ext uri="{FF2B5EF4-FFF2-40B4-BE49-F238E27FC236}">
                <ns2:creationId id="{CF9113A9-02CC-463C-A897-066E717CDE9E}"/>
              </a:ext>
            </a:extLst>
          </p:cNvPr>
          <p:cNvSpPr>
            <a:spLocks noGrp="1"/>
          </p:cNvSpPr>
          <p:nvPr/>
        </p:nvSpPr>
        <p:spPr>
          <a:xfrm>
            <a:off x="13525500" y="7267575"/>
            <a:ext cx="953" cy="333375"/>
          </a:xfrm>
          <a:custGeom>
            <a:pathLst>
              <a:path w="953" h="333375">
                <a:moveTo>
                  <a:pt x="0" y="0"/>
                </a:moveTo>
                <a:lnTo>
                  <a:pt x="0" y="333375"/>
                </a:lnTo>
              </a:path>
            </a:pathLst>
          </a:custGeom>
          <a:noFill/>
          <a:ln w="19050">
            <a:solidFill>
              <a:srgbClr val="111111"/>
            </a:solidFill>
            <a:prstDash val="solid"/>
          </a:ln>
        </p:spPr>
      </p:sp>
      <p:sp>
        <p:nvSpPr>
          <p:cNvPr id="69" name="Editable arrowhead 164">
            <a:extLst>
              <a:ext uri="{FF2B5EF4-FFF2-40B4-BE49-F238E27FC236}">
                <ns2:creationId id="{7E9B7796-AFDF-42FE-9FE4-BF406A5122CC}"/>
              </a:ext>
            </a:extLst>
          </p:cNvPr>
          <p:cNvSpPr>
            <a:spLocks noGrp="1"/>
          </p:cNvSpPr>
          <p:nvPr/>
        </p:nvSpPr>
        <p:spPr>
          <a:xfrm>
            <a:off x="13477875" y="7505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0" name="Cloud 의미 LLM → 공통 검증·채택">
            <a:extLst>
              <a:ext uri="{FF2B5EF4-FFF2-40B4-BE49-F238E27FC236}">
                <ns2:creationId id="{8CE9DBF2-6119-418A-AADB-62B41880357B}"/>
              </a:ext>
            </a:extLst>
          </p:cNvPr>
          <p:cNvSpPr>
            <a:spLocks noGrp="1"/>
          </p:cNvSpPr>
          <p:nvPr/>
        </p:nvSpPr>
        <p:spPr>
          <a:xfrm>
            <a:off x="10048875" y="7600950"/>
            <a:ext cx="6953250" cy="600075"/>
          </a:xfrm>
          <a:prstGeom prst="rect">
            <a:avLst/>
          </a:prstGeom>
          <a:solidFill>
            <a:srgbClr val="F1F6FC"/>
          </a:solidFill>
          <a:ln w="28575">
            <a:solidFill>
              <a:srgbClr val="4676CB"/>
            </a:solidFill>
            <a:prstDash val="solid"/>
          </a:ln>
        </p:spPr>
      </p:sp>
      <p:sp>
        <p:nvSpPr>
          <p:cNvPr id="71" name="DP3 object 165">
            <a:extLst>
              <a:ext uri="{FF2B5EF4-FFF2-40B4-BE49-F238E27FC236}">
                <ns2:creationId id="{35BE75A6-76A7-4C0D-9E69-5267B49C08A2}"/>
              </a:ext>
            </a:extLst>
          </p:cNvPr>
          <p:cNvSpPr>
            <a:spLocks noGrp="1"/>
          </p:cNvSpPr>
          <p:nvPr/>
        </p:nvSpPr>
        <p:spPr>
          <a:xfrm>
            <a:off x="10115550" y="7639050"/>
            <a:ext cx="6819900" cy="5238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 → 공통 검증·채택</a:t>
            </a:r>
            <a:endParaRPr lang="ko-KR">
              <a:latin typeface="Calibri"/>
              <a:ea typeface="Calibri"/>
              <a:cs typeface="Calibri"/>
            </a:endParaRPr>
          </a:p>
        </p:txBody>
      </p:sp>
      <p:sp>
        <p:nvSpPr>
          <p:cNvPr id="72" name="DP3 object 166">
            <a:extLst>
              <a:ext uri="{FF2B5EF4-FFF2-40B4-BE49-F238E27FC236}">
                <ns2:creationId id="{1C8CE957-0377-4BEF-A8EB-12B4B0D429F1}"/>
              </a:ext>
            </a:extLst>
          </p:cNvPr>
          <p:cNvSpPr>
            <a:spLocks noGrp="1"/>
          </p:cNvSpPr>
          <p:nvPr/>
        </p:nvSpPr>
        <p:spPr>
          <a:xfrm>
            <a:off x="1047750" y="8515350"/>
            <a:ext cx="7429500" cy="7810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재로딩 대기 감소 / runtime private 메모리 공유</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worker 장애로 두 모델을 함께 재시작</a:t>
            </a:r>
            <a:endParaRPr lang="ko-KR">
              <a:latin typeface="Calibri"/>
              <a:ea typeface="Calibri"/>
              <a:cs typeface="Calibri"/>
            </a:endParaRPr>
          </a:p>
        </p:txBody>
      </p:sp>
      <p:sp>
        <p:nvSpPr>
          <p:cNvPr id="73" name="DP3 object 167">
            <a:extLst>
              <a:ext uri="{FF2B5EF4-FFF2-40B4-BE49-F238E27FC236}">
                <ns2:creationId id="{277D6012-A625-4A74-BBD9-5F1F33733C8B}"/>
              </a:ext>
            </a:extLst>
          </p:cNvPr>
          <p:cNvSpPr>
            <a:spLocks noGrp="1"/>
          </p:cNvSpPr>
          <p:nvPr/>
        </p:nvSpPr>
        <p:spPr>
          <a:xfrm>
            <a:off x="9810750" y="8515350"/>
            <a:ext cx="7429500" cy="7810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SAM 장애 시 UI worker·상태 보존</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runtime 복제·IPC 증가 / 자동 병렬 이익 없음</a:t>
            </a:r>
            <a:endParaRPr lang="ko-KR">
              <a:latin typeface="Calibri"/>
              <a:ea typeface="Calibri"/>
              <a:cs typeface="Calibri"/>
            </a:endParaRPr>
          </a:p>
        </p:txBody>
      </p:sp>
      <p:sp>
        <p:nvSpPr>
          <p:cNvPr id="74" name="DP3 object 168">
            <a:extLst>
              <a:ext uri="{FF2B5EF4-FFF2-40B4-BE49-F238E27FC236}">
                <ns2:creationId id="{4547E3B6-3694-4A45-9D18-A54B96896354}"/>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주 비교: 8 CPU core 중 visual 총 4 thread, 한 번에 heavy visual stage 하나. R3에도 같은 제한을 적용한다.</a:t>
            </a:r>
            <a:endParaRPr lang="ko-KR">
              <a:latin typeface="Calibri"/>
              <a:ea typeface="Calibri"/>
              <a:cs typeface="Calibri"/>
            </a:endParaRPr>
          </a:p>
        </p:txBody>
      </p:sp>
    </p:spTree>
    <p:extLst>
      <p:ext uri="{BB962C8B-B14F-4D97-AF65-F5344CB8AC3E}">
        <p14:creationId val="2062240048"/>
      </p:ext>
    </p:extLst>
  </p:cSld>
</p:sld>
</file>

<file path=ppt/slides/slide3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31" name="DP3 object 169">
            <a:extLst>
              <a:ext uri="{FF2B5EF4-FFF2-40B4-BE49-F238E27FC236}">
                <ns2:creationId id="{047150CC-8CDC-42B3-9F5F-9A09793010E7}"/>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(실행 구조·메모리)</a:t>
            </a:r>
            <a:endParaRPr lang="ko-KR">
              <a:latin typeface="Calibri"/>
              <a:ea typeface="Calibri"/>
              <a:cs typeface="Calibri"/>
            </a:endParaRPr>
          </a:p>
        </p:txBody>
      </p:sp>
      <p:sp>
        <p:nvSpPr>
          <p:cNvPr id="2" name="DP3 object 170">
            <a:extLst>
              <a:ext uri="{FF2B5EF4-FFF2-40B4-BE49-F238E27FC236}">
                <ns2:creationId id="{29C8E53F-32FD-426E-BBD7-0A00276C848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71">
            <a:extLst>
              <a:ext uri="{FF2B5EF4-FFF2-40B4-BE49-F238E27FC236}">
                <ns2:creationId id="{FBD41D58-C48D-47E8-BF22-1A5C47075C92}"/>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72">
            <a:extLst>
              <a:ext uri="{FF2B5EF4-FFF2-40B4-BE49-F238E27FC236}">
                <ns2:creationId id="{9E85DF89-FCC0-49F4-8C2A-742B603B6B4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73">
            <a:extLst>
              <a:ext uri="{FF2B5EF4-FFF2-40B4-BE49-F238E27FC236}">
                <ns2:creationId id="{2CE35EC4-F79A-4DEE-81F8-C14EFD9D027C}"/>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74">
            <a:extLst>
              <a:ext uri="{FF2B5EF4-FFF2-40B4-BE49-F238E27FC236}">
                <ns2:creationId id="{3901F2A9-DC94-4946-88A4-B53661EBA63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75">
            <a:extLst>
              <a:ext uri="{FF2B5EF4-FFF2-40B4-BE49-F238E27FC236}">
                <ns2:creationId id="{5DDBCE91-0DB1-47FF-B63B-4DFDA738D66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76">
            <a:extLst>
              <a:ext uri="{FF2B5EF4-FFF2-40B4-BE49-F238E27FC236}">
                <ns2:creationId id="{532A4453-156B-4DA7-B0C4-3BB056349D18}"/>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77">
            <a:extLst>
              <a:ext uri="{FF2B5EF4-FFF2-40B4-BE49-F238E27FC236}">
                <ns2:creationId id="{1DE99EB5-9FCE-404A-830A-49A867A4494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78">
            <a:extLst>
              <a:ext uri="{FF2B5EF4-FFF2-40B4-BE49-F238E27FC236}">
                <ns2:creationId id="{12A7C355-3415-42CB-B6AD-72B1FBF3C00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79">
            <a:extLst>
              <a:ext uri="{FF2B5EF4-FFF2-40B4-BE49-F238E27FC236}">
                <ns2:creationId id="{13BB84B0-DD9A-42E1-969A-207C10A967C8}"/>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80">
            <a:extLst>
              <a:ext uri="{FF2B5EF4-FFF2-40B4-BE49-F238E27FC236}">
                <ns2:creationId id="{7A7F0544-44F4-43DE-BCE2-AD09230F8E2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56CCEEF-8F21-4B3D-8779-E8F61FA8A1A7}"/>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29</a:t>
            </a:r>
            <a:endParaRPr lang="ko-KR">
              <a:latin typeface="Calibri"/>
              <a:ea typeface="Calibri"/>
              <a:cs typeface="Calibri"/>
            </a:endParaRPr>
          </a:p>
        </p:txBody>
      </p:sp>
      <p:sp>
        <p:nvSpPr>
          <p:cNvPr id="14" name="DP3 object 181">
            <a:extLst>
              <a:ext uri="{FF2B5EF4-FFF2-40B4-BE49-F238E27FC236}">
                <ns2:creationId id="{E96D194E-8AEB-47C2-AE58-E6EA019F3DBE}"/>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모델 파일은 실행 프로그램이 아니다. worker가 로딩해 CPU 추론한다</a:t>
            </a:r>
            <a:endParaRPr lang="ko-KR">
              <a:latin typeface="Calibri"/>
              <a:ea typeface="Calibri"/>
              <a:cs typeface="Calibri"/>
            </a:endParaRPr>
          </a:p>
        </p:txBody>
      </p:sp>
      <p:sp>
        <p:nvSpPr>
          <p:cNvPr id="15" name="DP3 object 182">
            <a:extLst>
              <a:ext uri="{FF2B5EF4-FFF2-40B4-BE49-F238E27FC236}">
                <ns2:creationId id="{D0E53630-D67C-4D0B-934F-8B4533177E2D}"/>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Rust VIA → named pipe·공유 버퍼 → 묶음 Python/PyTorch CPU worker → 후보·원본 참조 반환</a:t>
            </a:r>
            <a:endParaRPr lang="ko-KR">
              <a:latin typeface="Calibri"/>
              <a:ea typeface="Calibri"/>
              <a:cs typeface="Calibri"/>
            </a:endParaRPr>
          </a:p>
        </p:txBody>
      </p:sp>
      <p:sp>
        <p:nvSpPr>
          <p:cNvPr id="16" name="VIA 호스트&#10;요청·보존·허가">
            <a:extLst>
              <a:ext uri="{FF2B5EF4-FFF2-40B4-BE49-F238E27FC236}">
                <ns2:creationId id="{61E39172-A1EE-4A1D-BB6D-B753BAEC568A}"/>
              </a:ext>
            </a:extLst>
          </p:cNvPr>
          <p:cNvSpPr>
            <a:spLocks noGrp="1"/>
          </p:cNvSpPr>
          <p:nvPr/>
        </p:nvSpPr>
        <p:spPr>
          <a:xfrm>
            <a:off x="809625" y="2686050"/>
            <a:ext cx="3429000" cy="885825"/>
          </a:xfrm>
          <a:prstGeom prst="rect">
            <a:avLst/>
          </a:prstGeom>
          <a:solidFill>
            <a:srgbClr val="FFF6DD"/>
          </a:solidFill>
          <a:ln w="17145">
            <a:solidFill>
              <a:srgbClr val="111111"/>
            </a:solidFill>
            <a:prstDash val="solid"/>
          </a:ln>
        </p:spPr>
      </p:sp>
      <p:sp>
        <p:nvSpPr>
          <p:cNvPr id="17" name="DP3 object 183">
            <a:extLst>
              <a:ext uri="{FF2B5EF4-FFF2-40B4-BE49-F238E27FC236}">
                <ns2:creationId id="{A9E43D7D-BF79-46F7-A276-5B4D3B1A640E}"/>
              </a:ext>
            </a:extLst>
          </p:cNvPr>
          <p:cNvSpPr>
            <a:spLocks noGrp="1"/>
          </p:cNvSpPr>
          <p:nvPr/>
        </p:nvSpPr>
        <p:spPr>
          <a:xfrm>
            <a:off x="876300" y="2724150"/>
            <a:ext cx="3295650" cy="809625"/>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VIA 호스트</a:t>
            </a:r>
            <a:endParaRPr lang="ko-KR">
              <a:latin typeface="Calibri"/>
              <a:ea typeface="Calibri"/>
              <a:cs typeface="Calibri"/>
            </a:endParaRPr>
          </a:p>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요청·보존·허가</a:t>
            </a:r>
            <a:endParaRPr lang="ko-KR">
              <a:latin typeface="Calibri"/>
              <a:ea typeface="Calibri"/>
              <a:cs typeface="Calibri"/>
            </a:endParaRPr>
          </a:p>
        </p:txBody>
      </p:sp>
      <p:sp>
        <p:nvSpPr>
          <p:cNvPr id="18" name="worker 실행 프로그램&#10;Python + CPU runtime">
            <a:extLst>
              <a:ext uri="{FF2B5EF4-FFF2-40B4-BE49-F238E27FC236}">
                <ns2:creationId id="{2F3FC027-63A2-40B4-8945-79F9E5BFCBBB}"/>
              </a:ext>
            </a:extLst>
          </p:cNvPr>
          <p:cNvSpPr>
            <a:spLocks noGrp="1"/>
          </p:cNvSpPr>
          <p:nvPr/>
        </p:nvSpPr>
        <p:spPr>
          <a:xfrm>
            <a:off x="5381625" y="2686050"/>
            <a:ext cx="5334000" cy="885825"/>
          </a:xfrm>
          <a:prstGeom prst="rect">
            <a:avLst/>
          </a:prstGeom>
          <a:solidFill>
            <a:srgbClr val="FFF6DD"/>
          </a:solidFill>
          <a:ln w="17145">
            <a:solidFill>
              <a:srgbClr val="111111"/>
            </a:solidFill>
            <a:prstDash val="solid"/>
          </a:ln>
        </p:spPr>
      </p:sp>
      <p:sp>
        <p:nvSpPr>
          <p:cNvPr id="19" name="DP3 object 184">
            <a:extLst>
              <a:ext uri="{FF2B5EF4-FFF2-40B4-BE49-F238E27FC236}">
                <ns2:creationId id="{FDEF2ED8-98BE-45A7-82D7-758A47BFF6BA}"/>
              </a:ext>
            </a:extLst>
          </p:cNvPr>
          <p:cNvSpPr>
            <a:spLocks noGrp="1"/>
          </p:cNvSpPr>
          <p:nvPr/>
        </p:nvSpPr>
        <p:spPr>
          <a:xfrm>
            <a:off x="5448300" y="2724150"/>
            <a:ext cx="5200650" cy="809625"/>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worker 실행 프로그램</a:t>
            </a:r>
            <a:endParaRPr lang="ko-KR">
              <a:latin typeface="Calibri"/>
              <a:ea typeface="Calibri"/>
              <a:cs typeface="Calibri"/>
            </a:endParaRPr>
          </a:p>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Python + CPU runtime</a:t>
            </a:r>
            <a:endParaRPr lang="ko-KR">
              <a:latin typeface="Calibri"/>
              <a:ea typeface="Calibri"/>
              <a:cs typeface="Calibri"/>
            </a:endParaRPr>
          </a:p>
        </p:txBody>
      </p:sp>
      <p:sp>
        <p:nvSpPr>
          <p:cNvPr id="20" name="모델 session&#10;load → infer → retain/release">
            <a:extLst>
              <a:ext uri="{FF2B5EF4-FFF2-40B4-BE49-F238E27FC236}">
                <ns2:creationId id="{13DD6C5F-DEDA-421C-9E2D-3820ADA885B6}"/>
              </a:ext>
            </a:extLst>
          </p:cNvPr>
          <p:cNvSpPr>
            <a:spLocks noGrp="1"/>
          </p:cNvSpPr>
          <p:nvPr/>
        </p:nvSpPr>
        <p:spPr>
          <a:xfrm>
            <a:off x="11858625" y="2686050"/>
            <a:ext cx="5429250" cy="885825"/>
          </a:xfrm>
          <a:prstGeom prst="rect">
            <a:avLst/>
          </a:prstGeom>
          <a:solidFill>
            <a:srgbClr val="FFF6DD"/>
          </a:solidFill>
          <a:ln w="17145">
            <a:solidFill>
              <a:srgbClr val="111111"/>
            </a:solidFill>
            <a:prstDash val="solid"/>
          </a:ln>
        </p:spPr>
      </p:sp>
      <p:sp>
        <p:nvSpPr>
          <p:cNvPr id="21" name="DP3 object 185">
            <a:extLst>
              <a:ext uri="{FF2B5EF4-FFF2-40B4-BE49-F238E27FC236}">
                <ns2:creationId id="{9774F1DE-60C4-438B-8B96-9F79E1FBB031}"/>
              </a:ext>
            </a:extLst>
          </p:cNvPr>
          <p:cNvSpPr>
            <a:spLocks noGrp="1"/>
          </p:cNvSpPr>
          <p:nvPr/>
        </p:nvSpPr>
        <p:spPr>
          <a:xfrm>
            <a:off x="11925300" y="2724150"/>
            <a:ext cx="5295900" cy="8096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모델 session</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load → infer → retain/release</a:t>
            </a:r>
            <a:endParaRPr lang="ko-KR">
              <a:latin typeface="Calibri"/>
              <a:ea typeface="Calibri"/>
              <a:cs typeface="Calibri"/>
            </a:endParaRPr>
          </a:p>
        </p:txBody>
      </p:sp>
      <p:sp>
        <p:nvSpPr>
          <p:cNvPr id="22" name="Editable path 186">
            <a:extLst>
              <a:ext uri="{FF2B5EF4-FFF2-40B4-BE49-F238E27FC236}">
                <ns2:creationId id="{C19309F5-C43E-49A3-957A-33D6884DC3B1}"/>
              </a:ext>
            </a:extLst>
          </p:cNvPr>
          <p:cNvSpPr>
            <a:spLocks noGrp="1"/>
          </p:cNvSpPr>
          <p:nvPr/>
        </p:nvSpPr>
        <p:spPr>
          <a:xfrm>
            <a:off x="4238625" y="3133725"/>
            <a:ext cx="1143000" cy="953"/>
          </a:xfrm>
          <a:custGeom>
            <a:pathLst>
              <a:path w="1143000" h="953">
                <a:moveTo>
                  <a:pt x="0" y="0"/>
                </a:moveTo>
                <a:lnTo>
                  <a:pt x="1143000" y="0"/>
                </a:lnTo>
              </a:path>
            </a:pathLst>
          </a:custGeom>
          <a:noFill/>
          <a:ln w="20955">
            <a:solidFill>
              <a:srgbClr val="111111"/>
            </a:solidFill>
            <a:prstDash val="solid"/>
          </a:ln>
        </p:spPr>
      </p:sp>
      <p:sp>
        <p:nvSpPr>
          <p:cNvPr id="23" name="Editable arrowhead 187">
            <a:extLst>
              <a:ext uri="{FF2B5EF4-FFF2-40B4-BE49-F238E27FC236}">
                <ns2:creationId id="{45DAF3F9-B1FD-41BA-AA93-72E54D6E537D}"/>
              </a:ext>
            </a:extLst>
          </p:cNvPr>
          <p:cNvSpPr>
            <a:spLocks noGrp="1"/>
          </p:cNvSpPr>
          <p:nvPr/>
        </p:nvSpPr>
        <p:spPr>
          <a:xfrm>
            <a:off x="5286375" y="30861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4" name="Editable path 188">
            <a:extLst>
              <a:ext uri="{FF2B5EF4-FFF2-40B4-BE49-F238E27FC236}">
                <ns2:creationId id="{6C92AC4B-32FA-4A7F-8AFA-14167C5B1D44}"/>
              </a:ext>
            </a:extLst>
          </p:cNvPr>
          <p:cNvSpPr>
            <a:spLocks noGrp="1"/>
          </p:cNvSpPr>
          <p:nvPr/>
        </p:nvSpPr>
        <p:spPr>
          <a:xfrm>
            <a:off x="10715625" y="3133725"/>
            <a:ext cx="1143000" cy="953"/>
          </a:xfrm>
          <a:custGeom>
            <a:pathLst>
              <a:path w="1143000" h="953">
                <a:moveTo>
                  <a:pt x="0" y="0"/>
                </a:moveTo>
                <a:lnTo>
                  <a:pt x="1143000" y="0"/>
                </a:lnTo>
              </a:path>
            </a:pathLst>
          </a:custGeom>
          <a:noFill/>
          <a:ln w="20955">
            <a:solidFill>
              <a:srgbClr val="111111"/>
            </a:solidFill>
            <a:prstDash val="solid"/>
          </a:ln>
        </p:spPr>
      </p:sp>
      <p:sp>
        <p:nvSpPr>
          <p:cNvPr id="25" name="Editable arrowhead 189">
            <a:extLst>
              <a:ext uri="{FF2B5EF4-FFF2-40B4-BE49-F238E27FC236}">
                <ns2:creationId id="{608F15B6-3862-43FC-81DE-1D3FE99F3B77}"/>
              </a:ext>
            </a:extLst>
          </p:cNvPr>
          <p:cNvSpPr>
            <a:spLocks noGrp="1"/>
          </p:cNvSpPr>
          <p:nvPr/>
        </p:nvSpPr>
        <p:spPr>
          <a:xfrm>
            <a:off x="11763375" y="30861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6" name="DP3 object 190">
            <a:extLst>
              <a:ext uri="{FF2B5EF4-FFF2-40B4-BE49-F238E27FC236}">
                <ns2:creationId id="{2B4459E1-5F29-4379-9C68-81BD1D9CAA67}"/>
              </a:ext>
            </a:extLst>
          </p:cNvPr>
          <p:cNvSpPr>
            <a:spLocks noGrp="1"/>
          </p:cNvSpPr>
          <p:nvPr/>
        </p:nvSpPr>
        <p:spPr>
          <a:xfrm>
            <a:off x="809625" y="3838575"/>
            <a:ext cx="16478250" cy="4191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UI: OmniParser icon_detect_v3 + EasyOCR ko/en  /  SAM: SAM2.1 Hiera Tiny 38.9M  /  GPU 사용 없음</a:t>
            </a:r>
            <a:endParaRPr lang="ko-KR">
              <a:latin typeface="Calibri"/>
              <a:ea typeface="Calibri"/>
              <a:cs typeface="Calibri"/>
            </a:endParaRPr>
          </a:p>
        </p:txBody>
      </p:sp>
      <p:graphicFrame>
        <p:nvGraphicFramePr>
          <p:cNvPr id="27" name="">
            <a:extLst>
              <a:ext uri="{FF2B5EF4-FFF2-40B4-BE49-F238E27FC236}">
                <ns2:creationId id="{453FB726-9220-49B5-9F70-326A6DC2078A}"/>
              </a:ext>
            </a:extLst>
          </p:cNvPr>
          <p:cNvGraphicFramePr/>
          <p:nvPr/>
        </p:nvGraphicFramePr>
        <p:xfrm>
          <a:off x="809625" y="4591050"/>
          <a:ext cx="16478250" cy="3743325"/>
        </p:xfrm>
        <a:graphic>
          <a:graphicData uri="http://schemas.openxmlformats.org/drawingml/2006/table">
            <a:tbl>
              <a:tblPr firstRow="0" bandRow="0" bandCol="0"/>
              <a:tblGrid>
                <a:gridCol w="6953250"/>
                <a:gridCol w="2286000"/>
                <a:gridCol w="2286000"/>
                <a:gridCol w="2286000"/>
                <a:gridCol w="2667000"/>
              </a:tblGrid>
              <a:tr h="5143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동시에 남는 메모리 ·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공통 VIA·ASR·원본·요청 상태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runtime · shared + private</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 / SAM 상주 weights·객체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활성 workspace + episode</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cloud 입력 또는 IPC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QA06 동시 peak 합계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bl>
          </a:graphicData>
        </a:graphic>
      </p:graphicFrame>
      <p:sp>
        <p:nvSpPr>
          <p:cNvPr id="28" name="DP3 object 191">
            <a:extLst>
              <a:ext uri="{FF2B5EF4-FFF2-40B4-BE49-F238E27FC236}">
                <ns2:creationId id="{8D459495-9C48-4D1A-89A0-E3B83FF3EECF}"/>
              </a:ext>
            </a:extLst>
          </p:cNvPr>
          <p:cNvSpPr>
            <a:spLocks noGrp="1"/>
          </p:cNvSpPr>
          <p:nvPr/>
        </p:nvSpPr>
        <p:spPr>
          <a:xfrm>
            <a:off x="809625" y="8677275"/>
            <a:ext cx="2190750" cy="4000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R1 → R2</a:t>
            </a:r>
            <a:endParaRPr lang="ko-KR">
              <a:latin typeface="Calibri"/>
              <a:ea typeface="Calibri"/>
              <a:cs typeface="Calibri"/>
            </a:endParaRPr>
          </a:p>
        </p:txBody>
      </p:sp>
      <p:sp>
        <p:nvSpPr>
          <p:cNvPr id="29" name="DP3 object 192">
            <a:extLst>
              <a:ext uri="{FF2B5EF4-FFF2-40B4-BE49-F238E27FC236}">
                <ns2:creationId id="{EB729834-9745-4B1D-B5DD-CB138C86457A}"/>
              </a:ext>
            </a:extLst>
          </p:cNvPr>
          <p:cNvSpPr>
            <a:spLocks noGrp="1"/>
          </p:cNvSpPr>
          <p:nvPr/>
        </p:nvSpPr>
        <p:spPr>
          <a:xfrm>
            <a:off x="3238500" y="8696325"/>
            <a:ext cx="13811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UI 모델 객체 420 MB 유지로 로딩 절약. R3는 runtime private 280 MB와 IPC 8 MB 추가.</a:t>
            </a:r>
            <a:endParaRPr lang="ko-KR">
              <a:latin typeface="Calibri"/>
              <a:ea typeface="Calibri"/>
              <a:cs typeface="Calibri"/>
            </a:endParaRPr>
          </a:p>
        </p:txBody>
      </p:sp>
      <p:sp>
        <p:nvSpPr>
          <p:cNvPr id="30" name="DP3 object 193">
            <a:extLst>
              <a:ext uri="{FF2B5EF4-FFF2-40B4-BE49-F238E27FC236}">
                <ns2:creationId id="{C5CEF562-C213-4FD5-B5E3-53F73A2ECC2D}"/>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가정 RAM 원장, 실측 아님. 이 peak는 SAM 실행 시점이며 UI workspace를 중복 합산하지 않음. 512 MB 한계는 유보.</a:t>
            </a:r>
            <a:endParaRPr lang="ko-KR">
              <a:latin typeface="Calibri"/>
              <a:ea typeface="Calibri"/>
              <a:cs typeface="Calibri"/>
            </a:endParaRPr>
          </a:p>
        </p:txBody>
      </p:sp>
    </p:spTree>
    <p:extLst>
      <p:ext uri="{BB962C8B-B14F-4D97-AF65-F5344CB8AC3E}">
        <p14:creationId val="1152962353"/>
      </p:ext>
    </p:extLst>
  </p:cSld>
</p:sld>
</file>

<file path=ppt/slides/slide3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5" name="DP3 object 194">
            <a:extLst>
              <a:ext uri="{FF2B5EF4-FFF2-40B4-BE49-F238E27FC236}">
                <ns2:creationId id="{0658C824-5F03-44BE-8353-127FB6F1411B}"/>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(동일 시나리오)</a:t>
            </a:r>
            <a:endParaRPr lang="ko-KR">
              <a:latin typeface="Calibri"/>
              <a:ea typeface="Calibri"/>
              <a:cs typeface="Calibri"/>
            </a:endParaRPr>
          </a:p>
        </p:txBody>
      </p:sp>
      <p:sp>
        <p:nvSpPr>
          <p:cNvPr id="2" name="DP3 object 195">
            <a:extLst>
              <a:ext uri="{FF2B5EF4-FFF2-40B4-BE49-F238E27FC236}">
                <ns2:creationId id="{D854947E-7688-44BF-9AD0-30AB842FB895}"/>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96">
            <a:extLst>
              <a:ext uri="{FF2B5EF4-FFF2-40B4-BE49-F238E27FC236}">
                <ns2:creationId id="{157CEE00-3337-4D14-9CA4-C3E12B71ECB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7">
            <a:extLst>
              <a:ext uri="{FF2B5EF4-FFF2-40B4-BE49-F238E27FC236}">
                <ns2:creationId id="{275B6940-0BCD-470D-82E7-1592BB89D3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8">
            <a:extLst>
              <a:ext uri="{FF2B5EF4-FFF2-40B4-BE49-F238E27FC236}">
                <ns2:creationId id="{C9F89216-707F-419A-9807-058413B5163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9">
            <a:extLst>
              <a:ext uri="{FF2B5EF4-FFF2-40B4-BE49-F238E27FC236}">
                <ns2:creationId id="{74B49662-E957-42BB-8FC8-B2E41A2FA9D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00">
            <a:extLst>
              <a:ext uri="{FF2B5EF4-FFF2-40B4-BE49-F238E27FC236}">
                <ns2:creationId id="{2254A1E8-13F4-44E4-9145-FFBB07488E1D}"/>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01">
            <a:extLst>
              <a:ext uri="{FF2B5EF4-FFF2-40B4-BE49-F238E27FC236}">
                <ns2:creationId id="{7E311802-FE98-4350-9B02-36F0B86CFCE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02">
            <a:extLst>
              <a:ext uri="{FF2B5EF4-FFF2-40B4-BE49-F238E27FC236}">
                <ns2:creationId id="{DE054BAE-7E62-4CA7-B716-D5955838C47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03">
            <a:extLst>
              <a:ext uri="{FF2B5EF4-FFF2-40B4-BE49-F238E27FC236}">
                <ns2:creationId id="{6360328B-0A02-49F9-ADE1-C9D946D8907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04">
            <a:extLst>
              <a:ext uri="{FF2B5EF4-FFF2-40B4-BE49-F238E27FC236}">
                <ns2:creationId id="{CA716F4F-3661-4F06-9DD0-42AE953B1327}"/>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05">
            <a:extLst>
              <a:ext uri="{FF2B5EF4-FFF2-40B4-BE49-F238E27FC236}">
                <ns2:creationId id="{DCC769C7-9B49-4E03-A67C-B46474AFB44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52AFE5B-9AD4-404E-8BF7-DE5C4A60C54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13 / 36</a:t>
            </a:r>
            <a:endParaRPr lang="ko-KR">
              <a:latin typeface="Calibri"/>
              <a:ea typeface="Calibri"/>
              <a:cs typeface="Calibri"/>
            </a:endParaRPr>
          </a:p>
        </p:txBody>
      </p:sp>
      <p:sp>
        <p:nvSpPr>
          <p:cNvPr id="14" name="DP3 object 206">
            <a:extLst>
              <a:ext uri="{FF2B5EF4-FFF2-40B4-BE49-F238E27FC236}">
                <ns2:creationId id="{2759DDBA-859D-4C3A-89CD-A04C4A225E3A}"/>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상주는 반복 사용에서 유리하다. 첫 화면과 긴 유휴 뒤에는 다시 로딩한다</a:t>
            </a:r>
            <a:endParaRPr lang="ko-KR">
              <a:latin typeface="Calibri"/>
              <a:ea typeface="Calibri"/>
              <a:cs typeface="Calibri"/>
            </a:endParaRPr>
          </a:p>
        </p:txBody>
      </p:sp>
      <p:sp>
        <p:nvSpPr>
          <p:cNvPr id="15" name="DP3 object 207">
            <a:extLst>
              <a:ext uri="{FF2B5EF4-FFF2-40B4-BE49-F238E27FC236}">
                <ns2:creationId id="{CC3868E3-13B4-4A54-8A96-012DFC256E9A}"/>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가정 기반 합성 비교: 6유형 × 작성 변형 20개 = 120입력. 시간은 발화 종료 → 첫 구체적 표시.</a:t>
            </a:r>
            <a:endParaRPr lang="ko-KR">
              <a:latin typeface="Calibri"/>
              <a:ea typeface="Calibri"/>
              <a:cs typeface="Calibri"/>
            </a:endParaRPr>
          </a:p>
        </p:txBody>
      </p:sp>
      <p:graphicFrame>
        <p:nvGraphicFramePr>
          <p:cNvPr id="16" name="">
            <a:extLst>
              <a:ext uri="{FF2B5EF4-FFF2-40B4-BE49-F238E27FC236}">
                <ns2:creationId id="{23A51BFA-0B39-42E1-961D-105A0C79AB6F}"/>
              </a:ext>
            </a:extLst>
          </p:cNvPr>
          <p:cNvGraphicFramePr/>
          <p:nvPr/>
        </p:nvGraphicFramePr>
        <p:xfrm>
          <a:off x="619125" y="2590800"/>
          <a:ext cx="17145000" cy="3952875"/>
        </p:xfrm>
        <a:graphic>
          <a:graphicData uri="http://schemas.openxmlformats.org/drawingml/2006/table">
            <a:tbl>
              <a:tblPr firstRow="0" bandRow="0" bandCol="0"/>
              <a:tblGrid>
                <a:gridCol w="6191250"/>
                <a:gridCol w="3333750"/>
                <a:gridCol w="1905000"/>
                <a:gridCol w="1905000"/>
                <a:gridCol w="1905000"/>
                <a:gridCol w="1905000"/>
              </a:tblGrid>
              <a:tr h="5238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동일 시나리오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B의 화면 처리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S1  native 선택 두 견적</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모델 생략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S2  첫 밀집 화면의 두 카드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cold · UI만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6.993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S3  두 시점 같은 견적 중복 제거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UI+SAM · R2/3 warm</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5.500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10.700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S4  이어서 새 영역 확인</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UI만 · R2/3 warm</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4.567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4.627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S5  같은 장면 후보·확정 이력</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모델 생략·재사용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2.833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S6  긴 유휴 후 새 화면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cold · UI만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2.967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6.527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8">
            <a:extLst>
              <a:ext uri="{FF2B5EF4-FFF2-40B4-BE49-F238E27FC236}">
                <ns2:creationId id="{26EAEF98-3716-47C8-AFDA-4BB2071711C0}"/>
              </a:ext>
            </a:extLst>
          </p:cNvPr>
          <p:cNvSpPr>
            <a:spLocks noGrp="1"/>
          </p:cNvSpPr>
          <p:nvPr/>
        </p:nvSpPr>
        <p:spPr>
          <a:xfrm>
            <a:off x="619125" y="6943725"/>
            <a:ext cx="457200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S3 임계 경로 · 초</a:t>
            </a:r>
            <a:endParaRPr lang="ko-KR">
              <a:latin typeface="Calibri"/>
              <a:ea typeface="Calibri"/>
              <a:cs typeface="Calibri"/>
            </a:endParaRPr>
          </a:p>
        </p:txBody>
      </p:sp>
      <p:sp>
        <p:nvSpPr>
          <p:cNvPr id="18" name="DP3 object 209">
            <a:extLst>
              <a:ext uri="{FF2B5EF4-FFF2-40B4-BE49-F238E27FC236}">
                <ns2:creationId id="{48F50BD6-27C4-4299-99B9-EC246CFEF68B}"/>
              </a:ext>
            </a:extLst>
          </p:cNvPr>
          <p:cNvSpPr>
            <a:spLocks noGrp="1"/>
          </p:cNvSpPr>
          <p:nvPr/>
        </p:nvSpPr>
        <p:spPr>
          <a:xfrm>
            <a:off x="619125" y="7534275"/>
            <a:ext cx="12382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a:t>
            </a:r>
            <a:endParaRPr lang="ko-KR">
              <a:latin typeface="Calibri"/>
              <a:ea typeface="Calibri"/>
              <a:cs typeface="Calibri"/>
            </a:endParaRPr>
          </a:p>
        </p:txBody>
      </p:sp>
      <p:sp>
        <p:nvSpPr>
          <p:cNvPr id="19" name="DP3 object 210">
            <a:extLst>
              <a:ext uri="{FF2B5EF4-FFF2-40B4-BE49-F238E27FC236}">
                <ns2:creationId id="{2997DC8E-6A6F-44AC-95AF-2738274954D6}"/>
              </a:ext>
            </a:extLst>
          </p:cNvPr>
          <p:cNvSpPr>
            <a:spLocks noGrp="1"/>
          </p:cNvSpPr>
          <p:nvPr/>
        </p:nvSpPr>
        <p:spPr>
          <a:xfrm>
            <a:off x="2000250" y="7534275"/>
            <a:ext cx="15144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공통 1.10 + 원본 해석·추가 읽기 4.40 = 5.50</a:t>
            </a:r>
            <a:endParaRPr lang="ko-KR">
              <a:latin typeface="Calibri"/>
              <a:ea typeface="Calibri"/>
              <a:cs typeface="Calibri"/>
            </a:endParaRPr>
          </a:p>
        </p:txBody>
      </p:sp>
      <p:sp>
        <p:nvSpPr>
          <p:cNvPr id="20" name="DP3 object 211">
            <a:extLst>
              <a:ext uri="{FF2B5EF4-FFF2-40B4-BE49-F238E27FC236}">
                <ns2:creationId id="{EFAA896C-D163-44EB-97C7-21C12627C755}"/>
              </a:ext>
            </a:extLst>
          </p:cNvPr>
          <p:cNvSpPr>
            <a:spLocks noGrp="1"/>
          </p:cNvSpPr>
          <p:nvPr/>
        </p:nvSpPr>
        <p:spPr>
          <a:xfrm>
            <a:off x="619125" y="8020050"/>
            <a:ext cx="12382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B-R2</a:t>
            </a:r>
            <a:endParaRPr lang="ko-KR">
              <a:latin typeface="Calibri"/>
              <a:ea typeface="Calibri"/>
              <a:cs typeface="Calibri"/>
            </a:endParaRPr>
          </a:p>
        </p:txBody>
      </p:sp>
      <p:sp>
        <p:nvSpPr>
          <p:cNvPr id="21" name="DP3 object 212">
            <a:extLst>
              <a:ext uri="{FF2B5EF4-FFF2-40B4-BE49-F238E27FC236}">
                <ns2:creationId id="{74D1BE1C-FF62-48FE-9189-2905C62A0EE0}"/>
              </a:ext>
            </a:extLst>
          </p:cNvPr>
          <p:cNvSpPr>
            <a:spLocks noGrp="1"/>
          </p:cNvSpPr>
          <p:nvPr/>
        </p:nvSpPr>
        <p:spPr>
          <a:xfrm>
            <a:off x="2000250" y="8020050"/>
            <a:ext cx="15144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공통 1.10 + UI 1.60 + SAM 두 frame 4.10 + 결합 2.00 = 8.80</a:t>
            </a:r>
            <a:endParaRPr lang="ko-KR">
              <a:latin typeface="Calibri"/>
              <a:ea typeface="Calibri"/>
              <a:cs typeface="Calibri"/>
            </a:endParaRPr>
          </a:p>
        </p:txBody>
      </p:sp>
      <p:sp>
        <p:nvSpPr>
          <p:cNvPr id="22" name="DP3 object 213">
            <a:extLst>
              <a:ext uri="{FF2B5EF4-FFF2-40B4-BE49-F238E27FC236}">
                <ns2:creationId id="{4FACAC7A-9893-4BB5-A79C-5D11AF20DE5E}"/>
              </a:ext>
            </a:extLst>
          </p:cNvPr>
          <p:cNvSpPr>
            <a:spLocks noGrp="1"/>
          </p:cNvSpPr>
          <p:nvPr/>
        </p:nvSpPr>
        <p:spPr>
          <a:xfrm>
            <a:off x="619125" y="8505825"/>
            <a:ext cx="14287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R1 / R3</a:t>
            </a:r>
            <a:endParaRPr lang="ko-KR">
              <a:latin typeface="Calibri"/>
              <a:ea typeface="Calibri"/>
              <a:cs typeface="Calibri"/>
            </a:endParaRPr>
          </a:p>
        </p:txBody>
      </p:sp>
      <p:sp>
        <p:nvSpPr>
          <p:cNvPr id="23" name="DP3 object 214">
            <a:extLst>
              <a:ext uri="{FF2B5EF4-FFF2-40B4-BE49-F238E27FC236}">
                <ns2:creationId id="{4FF59922-2585-49EC-89BC-7B505D01AFF8}"/>
              </a:ext>
            </a:extLst>
          </p:cNvPr>
          <p:cNvSpPr>
            <a:spLocks noGrp="1"/>
          </p:cNvSpPr>
          <p:nvPr/>
        </p:nvSpPr>
        <p:spPr>
          <a:xfrm>
            <a:off x="2286000" y="8505825"/>
            <a:ext cx="14763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R1: 위 경로에 로딩·전환 1.90 추가  /  R3: IPC 0.06 추가</a:t>
            </a:r>
            <a:endParaRPr lang="ko-KR">
              <a:latin typeface="Calibri"/>
              <a:ea typeface="Calibri"/>
              <a:cs typeface="Calibri"/>
            </a:endParaRPr>
          </a:p>
        </p:txBody>
      </p:sp>
      <p:sp>
        <p:nvSpPr>
          <p:cNvPr id="24" name="DP3 object 215">
            <a:extLst>
              <a:ext uri="{FF2B5EF4-FFF2-40B4-BE49-F238E27FC236}">
                <ns2:creationId id="{BEEF06E0-AAD3-48B3-BA61-FA4A7F411608}"/>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S3~5의 사전 준비 60활동은 비용·RAM에 포함. ASR은 발화 중 수행하고 종료 후 잔여만 계산. QA03은 외부 Agent 업무를 제외.</a:t>
            </a:r>
            <a:endParaRPr lang="ko-KR">
              <a:latin typeface="Calibri"/>
              <a:ea typeface="Calibri"/>
              <a:cs typeface="Calibri"/>
            </a:endParaRPr>
          </a:p>
        </p:txBody>
      </p:sp>
    </p:spTree>
    <p:extLst>
      <p:ext uri="{BB962C8B-B14F-4D97-AF65-F5344CB8AC3E}">
        <p14:creationId val="935744018"/>
      </p:ext>
    </p:extLst>
  </p:cSld>
</p:sld>
</file>

<file path=ppt/slides/slide3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2" name="DP3 object 216">
            <a:extLst>
              <a:ext uri="{FF2B5EF4-FFF2-40B4-BE49-F238E27FC236}">
                <ns2:creationId id="{2D40B5FD-EB78-4335-8AFC-7447B664E7A2}"/>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(QA01~07 비교)</a:t>
            </a:r>
            <a:endParaRPr lang="ko-KR">
              <a:latin typeface="Calibri"/>
              <a:ea typeface="Calibri"/>
              <a:cs typeface="Calibri"/>
            </a:endParaRPr>
          </a:p>
        </p:txBody>
      </p:sp>
      <p:sp>
        <p:nvSpPr>
          <p:cNvPr id="2" name="DP3 object 217">
            <a:extLst>
              <a:ext uri="{FF2B5EF4-FFF2-40B4-BE49-F238E27FC236}">
                <ns2:creationId id="{E7D93709-F66C-43EC-B3CD-F0CD2AB01B36}"/>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8">
            <a:extLst>
              <a:ext uri="{FF2B5EF4-FFF2-40B4-BE49-F238E27FC236}">
                <ns2:creationId id="{90A4EA90-4384-4BAF-AA87-3395BE321E86}"/>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9">
            <a:extLst>
              <a:ext uri="{FF2B5EF4-FFF2-40B4-BE49-F238E27FC236}">
                <ns2:creationId id="{CAA4A481-5EEE-44B2-8E9A-75DEE8F14EA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20">
            <a:extLst>
              <a:ext uri="{FF2B5EF4-FFF2-40B4-BE49-F238E27FC236}">
                <ns2:creationId id="{64A659CC-016B-4016-84F9-A29399481FE1}"/>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21">
            <a:extLst>
              <a:ext uri="{FF2B5EF4-FFF2-40B4-BE49-F238E27FC236}">
                <ns2:creationId id="{D38D5E07-7210-4526-B235-307249339E6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22">
            <a:extLst>
              <a:ext uri="{FF2B5EF4-FFF2-40B4-BE49-F238E27FC236}">
                <ns2:creationId id="{A03F8777-89AC-4E73-9142-573B276B5B09}"/>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23">
            <a:extLst>
              <a:ext uri="{FF2B5EF4-FFF2-40B4-BE49-F238E27FC236}">
                <ns2:creationId id="{00A9B64C-F631-42D5-B00E-F5725D253B8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24">
            <a:extLst>
              <a:ext uri="{FF2B5EF4-FFF2-40B4-BE49-F238E27FC236}">
                <ns2:creationId id="{53391912-5575-47F2-90A7-9E97A159FE4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25">
            <a:extLst>
              <a:ext uri="{FF2B5EF4-FFF2-40B4-BE49-F238E27FC236}">
                <ns2:creationId id="{2307F5E1-B3B1-4030-AC69-6F9C0A6D647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26">
            <a:extLst>
              <a:ext uri="{FF2B5EF4-FFF2-40B4-BE49-F238E27FC236}">
                <ns2:creationId id="{32B2829B-C19A-4458-B403-780FBDC30830}"/>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27">
            <a:extLst>
              <a:ext uri="{FF2B5EF4-FFF2-40B4-BE49-F238E27FC236}">
                <ns2:creationId id="{A17251DE-F38A-4FCB-9CF1-E7A6A26F2B2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A22FC22-2852-41EA-BFCF-94BE763DC81A}"/>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14 / 36</a:t>
            </a:r>
            <a:endParaRPr lang="ko-KR">
              <a:latin typeface="Calibri"/>
              <a:ea typeface="Calibri"/>
              <a:cs typeface="Calibri"/>
            </a:endParaRPr>
          </a:p>
        </p:txBody>
      </p:sp>
      <p:sp>
        <p:nvSpPr>
          <p:cNvPr id="14" name="DP3 object 228">
            <a:extLst>
              <a:ext uri="{FF2B5EF4-FFF2-40B4-BE49-F238E27FC236}">
                <ns2:creationId id="{8CB62875-045C-441C-B1A6-C99A1F2125BE}"/>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A의 응답·메모리 이익과 B의 정확도·cloud 비용 이익을 맞바꾼다</a:t>
            </a:r>
            <a:endParaRPr lang="ko-KR">
              <a:latin typeface="Calibri"/>
              <a:ea typeface="Calibri"/>
              <a:cs typeface="Calibri"/>
            </a:endParaRPr>
          </a:p>
        </p:txBody>
      </p:sp>
      <p:sp>
        <p:nvSpPr>
          <p:cNvPr id="15" name="DP3 object 229">
            <a:extLst>
              <a:ext uri="{FF2B5EF4-FFF2-40B4-BE49-F238E27FC236}">
                <ns2:creationId id="{B546B8D7-E5D8-4E86-91C9-1C6FE9636F04}"/>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가정 기반 합성 수치 · 실측 아님 / 평가 120입력 + 준비 60활동 / QA07 우선순위는 미확정</a:t>
            </a:r>
            <a:endParaRPr lang="ko-KR">
              <a:latin typeface="Calibri"/>
              <a:ea typeface="Calibri"/>
              <a:cs typeface="Calibri"/>
            </a:endParaRPr>
          </a:p>
        </p:txBody>
      </p:sp>
      <p:graphicFrame>
        <p:nvGraphicFramePr>
          <p:cNvPr id="16" name="">
            <a:extLst>
              <a:ext uri="{FF2B5EF4-FFF2-40B4-BE49-F238E27FC236}">
                <ns2:creationId id="{3DE1C184-3CF9-4BF2-AF67-EA8DF13A8A6A}"/>
              </a:ext>
            </a:extLst>
          </p:cNvPr>
          <p:cNvGraphicFramePr/>
          <p:nvPr/>
        </p:nvGraphicFramePr>
        <p:xfrm>
          <a:off x="619125" y="2590800"/>
          <a:ext cx="17145000" cy="5181600"/>
        </p:xfrm>
        <a:graphic>
          <a:graphicData uri="http://schemas.openxmlformats.org/drawingml/2006/table">
            <a:tbl>
              <a:tblPr firstRow="0" bandRow="0" bandCol="0"/>
              <a:tblGrid>
                <a:gridCol w="3714750"/>
                <a:gridCol w="1952625"/>
                <a:gridCol w="1952625"/>
                <a:gridCol w="1952625"/>
                <a:gridCol w="1952625"/>
                <a:gridCol w="5619750"/>
              </a:tblGrid>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 / 동일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구조에서 예상한 차이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 · 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5.783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5.283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5.323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B는 로컬 생산을 기다림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001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QA02 지칭 정확도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89.17%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107/120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B의 범위·대응 후보가 오류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 · 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5.983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7.800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7.840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생산 대기가 목표 완료에도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QA04 예상 Rust 모듈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후보 의존 무효화 1모듈 가정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QA05 VIA 비용 · USD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3.9052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후보 + crop으로 cloud 입력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QA06 동시 RAM · MB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weights·workspace·runtime 차이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001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QA07 요청 의미 정확도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85.00%</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102/120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같은 대상 오류 개선이 다시 반영</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30">
            <a:extLst>
              <a:ext uri="{FF2B5EF4-FFF2-40B4-BE49-F238E27FC236}">
                <ns2:creationId id="{6EEC8B20-F6C3-4BE0-BE2A-7BFE02F91FD9}"/>
              </a:ext>
            </a:extLst>
          </p:cNvPr>
          <p:cNvSpPr>
            <a:spLocks noGrp="1"/>
          </p:cNvSpPr>
          <p:nvPr/>
        </p:nvSpPr>
        <p:spPr>
          <a:xfrm>
            <a:off x="619125" y="8239125"/>
            <a:ext cx="1524000"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QA01</a:t>
            </a:r>
            <a:endParaRPr lang="ko-KR">
              <a:latin typeface="Calibri"/>
              <a:ea typeface="Calibri"/>
              <a:cs typeface="Calibri"/>
            </a:endParaRPr>
          </a:p>
        </p:txBody>
      </p:sp>
      <p:sp>
        <p:nvSpPr>
          <p:cNvPr id="18" name="DP3 object 231">
            <a:extLst>
              <a:ext uri="{FF2B5EF4-FFF2-40B4-BE49-F238E27FC236}">
                <ns2:creationId id="{83ABC92C-118E-4E94-ABAC-76573CD00A3D}"/>
              </a:ext>
            </a:extLst>
          </p:cNvPr>
          <p:cNvSpPr>
            <a:spLocks noGrp="1"/>
          </p:cNvSpPr>
          <p:nvPr/>
        </p:nvSpPr>
        <p:spPr>
          <a:xfrm>
            <a:off x="2286000" y="8239125"/>
            <a:ext cx="14668500" cy="33337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첫 구체적 채택 내용 표시. 일반 접수 안내 제외 / 오답의 첫 표시시간도 유지.</a:t>
            </a:r>
            <a:endParaRPr lang="ko-KR">
              <a:latin typeface="Calibri"/>
              <a:ea typeface="Calibri"/>
              <a:cs typeface="Calibri"/>
            </a:endParaRPr>
          </a:p>
        </p:txBody>
      </p:sp>
      <p:sp>
        <p:nvSpPr>
          <p:cNvPr id="19" name="DP3 object 232">
            <a:extLst>
              <a:ext uri="{FF2B5EF4-FFF2-40B4-BE49-F238E27FC236}">
                <ns2:creationId id="{C8BEB4B6-9020-4C32-8BF3-8DFE80F66377}"/>
              </a:ext>
            </a:extLst>
          </p:cNvPr>
          <p:cNvSpPr>
            <a:spLocks noGrp="1"/>
          </p:cNvSpPr>
          <p:nvPr/>
        </p:nvSpPr>
        <p:spPr>
          <a:xfrm>
            <a:off x="619125" y="8667750"/>
            <a:ext cx="1524000"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QA04~06</a:t>
            </a:r>
            <a:endParaRPr lang="ko-KR">
              <a:latin typeface="Calibri"/>
              <a:ea typeface="Calibri"/>
              <a:cs typeface="Calibri"/>
            </a:endParaRPr>
          </a:p>
        </p:txBody>
      </p:sp>
      <p:sp>
        <p:nvSpPr>
          <p:cNvPr id="20" name="DP3 object 233">
            <a:extLst>
              <a:ext uri="{FF2B5EF4-FFF2-40B4-BE49-F238E27FC236}">
                <ns2:creationId id="{534FDD12-06BE-4685-A42C-53CFB573156F}"/>
              </a:ext>
            </a:extLst>
          </p:cNvPr>
          <p:cNvSpPr>
            <a:spLocks noGrp="1"/>
          </p:cNvSpPr>
          <p:nvPr/>
        </p:nvSpPr>
        <p:spPr>
          <a:xfrm>
            <a:off x="2286000" y="8667750"/>
            <a:ext cx="14668500" cy="33337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실제 Rust diff·청구액·RAM 측정이 아님. QA04 공통 guard면 동률 가능.</a:t>
            </a:r>
            <a:endParaRPr lang="ko-KR">
              <a:latin typeface="Calibri"/>
              <a:ea typeface="Calibri"/>
              <a:cs typeface="Calibri"/>
            </a:endParaRPr>
          </a:p>
        </p:txBody>
      </p:sp>
      <p:sp>
        <p:nvSpPr>
          <p:cNvPr id="21" name="DP3 object 234">
            <a:extLst>
              <a:ext uri="{FF2B5EF4-FFF2-40B4-BE49-F238E27FC236}">
                <ns2:creationId id="{C58D1CAB-52DE-4315-BA9B-4EF618371947}"/>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B 세 안은 같은 모델·근거이므로 정확도 동일. QA02·07의 +6.67%p는 중복 효과이며 두 번 합산하지 않는다.</a:t>
            </a:r>
            <a:endParaRPr lang="ko-KR">
              <a:latin typeface="Calibri"/>
              <a:ea typeface="Calibri"/>
              <a:cs typeface="Calibri"/>
            </a:endParaRPr>
          </a:p>
        </p:txBody>
      </p:sp>
    </p:spTree>
    <p:extLst>
      <p:ext uri="{BB962C8B-B14F-4D97-AF65-F5344CB8AC3E}">
        <p14:creationId val="1504740948"/>
      </p:ext>
    </p:extLst>
  </p:cSld>
</p:sld>
</file>

<file path=ppt/slides/slide3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0" name="DP3 object 235">
            <a:extLst>
              <a:ext uri="{FF2B5EF4-FFF2-40B4-BE49-F238E27FC236}">
                <ns2:creationId id="{30EED176-6996-4EF4-B055-652867E96ED4}"/>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(선택 및 조건)</a:t>
            </a:r>
            <a:endParaRPr lang="ko-KR">
              <a:latin typeface="Calibri"/>
              <a:ea typeface="Calibri"/>
              <a:cs typeface="Calibri"/>
            </a:endParaRPr>
          </a:p>
        </p:txBody>
      </p:sp>
      <p:sp>
        <p:nvSpPr>
          <p:cNvPr id="2" name="DP3 object 236">
            <a:extLst>
              <a:ext uri="{FF2B5EF4-FFF2-40B4-BE49-F238E27FC236}">
                <ns2:creationId id="{BEBDC45A-883E-4C66-8C0F-C467B37E9B4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37">
            <a:extLst>
              <a:ext uri="{FF2B5EF4-FFF2-40B4-BE49-F238E27FC236}">
                <ns2:creationId id="{09CDE0E9-3BCB-42C1-84EA-8327EDE0CB06}"/>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38">
            <a:extLst>
              <a:ext uri="{FF2B5EF4-FFF2-40B4-BE49-F238E27FC236}">
                <ns2:creationId id="{41F7863B-3C80-47B2-A85F-8F291162D4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39">
            <a:extLst>
              <a:ext uri="{FF2B5EF4-FFF2-40B4-BE49-F238E27FC236}">
                <ns2:creationId id="{63E2FC5C-C2E2-49A5-8EF5-789BDD683DD1}"/>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40">
            <a:extLst>
              <a:ext uri="{FF2B5EF4-FFF2-40B4-BE49-F238E27FC236}">
                <ns2:creationId id="{CFC377EC-8C87-44C3-970F-9B1A498DC3FE}"/>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41">
            <a:extLst>
              <a:ext uri="{FF2B5EF4-FFF2-40B4-BE49-F238E27FC236}">
                <ns2:creationId id="{A86E31D1-5A2C-425A-96AD-DA43FEB29A26}"/>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42">
            <a:extLst>
              <a:ext uri="{FF2B5EF4-FFF2-40B4-BE49-F238E27FC236}">
                <ns2:creationId id="{64D1164C-66DE-49CA-B38A-A87B8BC872D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43">
            <a:extLst>
              <a:ext uri="{FF2B5EF4-FFF2-40B4-BE49-F238E27FC236}">
                <ns2:creationId id="{3EF834B9-CBBD-471A-B2E7-3502674702F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44">
            <a:extLst>
              <a:ext uri="{FF2B5EF4-FFF2-40B4-BE49-F238E27FC236}">
                <ns2:creationId id="{8D366742-4FAC-48D1-A0BC-83A9B5F0FE8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45">
            <a:extLst>
              <a:ext uri="{FF2B5EF4-FFF2-40B4-BE49-F238E27FC236}">
                <ns2:creationId id="{16A7814E-74BC-4E0E-B748-78364AE07E92}"/>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46">
            <a:extLst>
              <a:ext uri="{FF2B5EF4-FFF2-40B4-BE49-F238E27FC236}">
                <ns2:creationId id="{835381AC-10AE-44AE-A508-45201DEC6683}"/>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066A01BB-89C0-4204-83EF-C1ED7CAA2B43}"/>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15 / 36</a:t>
            </a:r>
            <a:endParaRPr lang="ko-KR">
              <a:latin typeface="Calibri"/>
              <a:ea typeface="Calibri"/>
              <a:cs typeface="Calibri"/>
            </a:endParaRPr>
          </a:p>
        </p:txBody>
      </p:sp>
      <p:sp>
        <p:nvSpPr>
          <p:cNvPr id="14" name="DP3 object 247">
            <a:extLst>
              <a:ext uri="{FF2B5EF4-FFF2-40B4-BE49-F238E27FC236}">
                <ns2:creationId id="{70934409-29AE-4557-B300-5BF5F643AE8A}"/>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현재 CPU 가정과 QA01 우선순위에서는 A를 선택한다</a:t>
            </a:r>
            <a:endParaRPr lang="ko-KR">
              <a:latin typeface="Calibri"/>
              <a:ea typeface="Calibri"/>
              <a:cs typeface="Calibri"/>
            </a:endParaRPr>
          </a:p>
        </p:txBody>
      </p:sp>
      <p:sp>
        <p:nvSpPr>
          <p:cNvPr id="15" name="DP3 object 248">
            <a:extLst>
              <a:ext uri="{FF2B5EF4-FFF2-40B4-BE49-F238E27FC236}">
                <ns2:creationId id="{D512A6F2-F45E-43B3-B569-4E8DE9E14468}"/>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QA01 → QA02 → QA03 → QA04 → QA05 → QA06 적용 / 합성 가정하의 권고이며 실측 승자 아님</a:t>
            </a:r>
            <a:endParaRPr lang="ko-KR">
              <a:latin typeface="Calibri"/>
              <a:ea typeface="Calibri"/>
              <a:cs typeface="Calibri"/>
            </a:endParaRPr>
          </a:p>
        </p:txBody>
      </p:sp>
      <p:graphicFrame>
        <p:nvGraphicFramePr>
          <p:cNvPr id="16" name="">
            <a:extLst>
              <a:ext uri="{FF2B5EF4-FFF2-40B4-BE49-F238E27FC236}">
                <ns2:creationId id="{783436C7-205F-4A96-9618-4ACAC41B94C1}"/>
              </a:ext>
            </a:extLst>
          </p:cNvPr>
          <p:cNvGraphicFramePr/>
          <p:nvPr/>
        </p:nvGraphicFramePr>
        <p:xfrm>
          <a:off x="619125" y="2628900"/>
          <a:ext cx="17145000" cy="5334000"/>
        </p:xfrm>
        <a:graphic>
          <a:graphicData uri="http://schemas.openxmlformats.org/drawingml/2006/table">
            <a:tbl>
              <a:tblPr firstRow="0" bandRow="0" bandCol="0"/>
              <a:tblGrid>
                <a:gridCol w="4095750"/>
                <a:gridCol w="6477000"/>
                <a:gridCol w="6572250"/>
              </a:tblGrid>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선택할 이유</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감수할 비용 / 선택을 바꿀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A  현재 권고</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B-R2보다 첫 응답 1.82초 단축</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RAM 1,782 MB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 정확도 6.67%p 낮음</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VIA cloud 비용 $0.4864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B-R1  메모리 우선</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B의 후보 정확도와 cloud 비용 유지</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R2보다 RAM 420 MB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R2보다 첫 응답 평균 0.50초 지연</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실제 allocator 메모리 회수 확인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B-R2  B 계열 기본 후보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반복 사용에서 재로딩 절약</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R3보다 RAM 288 MB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정확도를 응답보다 우선할 때 검토</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최초 cold·유휴 후 로딩은 남음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B-R3  독립 복구 요구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SAM native crash에도</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UI worker와 상태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R2보다 평균 0.04초·288 MB 증가</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정상 QA 집계 밖 복구 요구가 있어야 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49">
            <a:extLst>
              <a:ext uri="{FF2B5EF4-FFF2-40B4-BE49-F238E27FC236}">
                <ns2:creationId id="{678A791F-3778-475E-BBBA-384B82092098}"/>
              </a:ext>
            </a:extLst>
          </p:cNvPr>
          <p:cNvSpPr>
            <a:spLocks noGrp="1"/>
          </p:cNvSpPr>
          <p:nvPr/>
        </p:nvSpPr>
        <p:spPr>
          <a:xfrm>
            <a:off x="619125" y="8410575"/>
            <a:ext cx="40005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선택을 뒤집는 관측</a:t>
            </a:r>
            <a:endParaRPr lang="ko-KR">
              <a:latin typeface="Calibri"/>
              <a:ea typeface="Calibri"/>
              <a:cs typeface="Calibri"/>
            </a:endParaRPr>
          </a:p>
        </p:txBody>
      </p:sp>
      <p:sp>
        <p:nvSpPr>
          <p:cNvPr id="18" name="DP3 object 250">
            <a:extLst>
              <a:ext uri="{FF2B5EF4-FFF2-40B4-BE49-F238E27FC236}">
                <ns2:creationId id="{220DE066-B60A-48B1-8663-105783C66844}"/>
              </a:ext>
            </a:extLst>
          </p:cNvPr>
          <p:cNvSpPr>
            <a:spLocks noGrp="1"/>
          </p:cNvSpPr>
          <p:nvPr/>
        </p:nvSpPr>
        <p:spPr>
          <a:xfrm>
            <a:off x="619125" y="8924925"/>
            <a:ext cx="169545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A의 원본 해석이 가정보다 평균 1.82초 더 걸리거나, 정확도 우선 조건을 합의할 때 B-R2 재검토</a:t>
            </a:r>
            <a:endParaRPr lang="ko-KR">
              <a:latin typeface="Calibri"/>
              <a:ea typeface="Calibri"/>
              <a:cs typeface="Calibri"/>
            </a:endParaRPr>
          </a:p>
        </p:txBody>
      </p:sp>
      <p:sp>
        <p:nvSpPr>
          <p:cNvPr id="19" name="DP3 object 251">
            <a:extLst>
              <a:ext uri="{FF2B5EF4-FFF2-40B4-BE49-F238E27FC236}">
                <ns2:creationId id="{012C25AD-2556-46C2-B1CB-AB88A7B0C0EC}"/>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모델 상주와 근거 재사용은 별개. 병렬 실행은 R2에도 가능한 별도 tactic이므로 R3의 자동 이익으로 세지 않는다.</a:t>
            </a:r>
            <a:endParaRPr lang="ko-KR">
              <a:latin typeface="Calibri"/>
              <a:ea typeface="Calibri"/>
              <a:cs typeface="Calibri"/>
            </a:endParaRPr>
          </a:p>
        </p:txBody>
      </p:sp>
    </p:spTree>
    <p:extLst>
      <p:ext uri="{BB962C8B-B14F-4D97-AF65-F5344CB8AC3E}">
        <p14:creationId val="1017700517"/>
      </p:ext>
    </p:extLst>
  </p:cSld>
</p:sld>
</file>

<file path=ppt/slides/slide3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0" name="DP3 object 252">
            <a:extLst>
              <a:ext uri="{FF2B5EF4-FFF2-40B4-BE49-F238E27FC236}">
                <ns2:creationId id="{1C547960-4941-403A-A176-CB5D61BF99A1}"/>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(Appendix)</a:t>
            </a:r>
            <a:endParaRPr lang="ko-KR">
              <a:latin typeface="Calibri"/>
              <a:ea typeface="Calibri"/>
              <a:cs typeface="Calibri"/>
            </a:endParaRPr>
          </a:p>
        </p:txBody>
      </p:sp>
      <p:sp>
        <p:nvSpPr>
          <p:cNvPr id="2" name="DP3 object 253">
            <a:extLst>
              <a:ext uri="{FF2B5EF4-FFF2-40B4-BE49-F238E27FC236}">
                <ns2:creationId id="{6D2A4683-03FB-48C4-BCFB-D58992E97F0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54">
            <a:extLst>
              <a:ext uri="{FF2B5EF4-FFF2-40B4-BE49-F238E27FC236}">
                <ns2:creationId id="{E4A1D906-F702-417C-A947-2CFBFCC114D5}"/>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55">
            <a:extLst>
              <a:ext uri="{FF2B5EF4-FFF2-40B4-BE49-F238E27FC236}">
                <ns2:creationId id="{934AB206-FC68-4FA6-B3A4-2C96D5E865B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56">
            <a:extLst>
              <a:ext uri="{FF2B5EF4-FFF2-40B4-BE49-F238E27FC236}">
                <ns2:creationId id="{12F10136-D01C-45A6-90DD-B0838FDC8F5C}"/>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57">
            <a:extLst>
              <a:ext uri="{FF2B5EF4-FFF2-40B4-BE49-F238E27FC236}">
                <ns2:creationId id="{CD5063B8-538C-4E1B-A1D2-B46DE8631E1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58">
            <a:extLst>
              <a:ext uri="{FF2B5EF4-FFF2-40B4-BE49-F238E27FC236}">
                <ns2:creationId id="{EC9958CB-F060-4740-B8F5-0B9B3FC7EB63}"/>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59">
            <a:extLst>
              <a:ext uri="{FF2B5EF4-FFF2-40B4-BE49-F238E27FC236}">
                <ns2:creationId id="{75A15EA6-3B02-4E4F-947A-76BA0F3A7972}"/>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60">
            <a:extLst>
              <a:ext uri="{FF2B5EF4-FFF2-40B4-BE49-F238E27FC236}">
                <ns2:creationId id="{4FF9AA17-E8A3-4653-AC30-7E7125A0CE0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61">
            <a:extLst>
              <a:ext uri="{FF2B5EF4-FFF2-40B4-BE49-F238E27FC236}">
                <ns2:creationId id="{2F81616C-D825-4810-9B83-F34B2E113AB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62">
            <a:extLst>
              <a:ext uri="{FF2B5EF4-FFF2-40B4-BE49-F238E27FC236}">
                <ns2:creationId id="{5C429051-AD46-4147-9B54-B379212987EF}"/>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63">
            <a:extLst>
              <a:ext uri="{FF2B5EF4-FFF2-40B4-BE49-F238E27FC236}">
                <ns2:creationId id="{556552AD-858F-45FE-991C-E27ABD30BE5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B1F91C9-F19C-4D57-981D-5198102678B5}"/>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31 / 36</a:t>
            </a:r>
            <a:endParaRPr lang="ko-KR">
              <a:latin typeface="Calibri"/>
              <a:ea typeface="Calibri"/>
              <a:cs typeface="Calibri"/>
            </a:endParaRPr>
          </a:p>
        </p:txBody>
      </p:sp>
      <p:sp>
        <p:nvSpPr>
          <p:cNvPr id="14" name="DP3 object 264">
            <a:extLst>
              <a:ext uri="{FF2B5EF4-FFF2-40B4-BE49-F238E27FC236}">
                <ns2:creationId id="{DF92954D-F655-4695-8524-EECC5C8458CA}"/>
              </a:ext>
            </a:extLst>
          </p:cNvPr>
          <p:cNvSpPr>
            <a:spLocks noGrp="1"/>
          </p:cNvSpPr>
          <p:nvPr/>
        </p:nvSpPr>
        <p:spPr>
          <a:xfrm>
            <a:off x="809625" y="2667000"/>
            <a:ext cx="16478250" cy="800100"/>
          </a:xfrm>
          <a:prstGeom prst="rect">
            <a:avLst/>
          </a:prstGeom>
          <a:noFill/>
          <a:ln w="0">
            <a:noFill/>
            <a:prstDash val="solid"/>
          </a:ln>
        </p:spPr>
        <p:txBody>
          <a:bodyPr wrap="none" lIns="0" tIns="0" rIns="0" bIns="0" anchor="ctr">
            <a:noAutofit/>
          </a:bodyPr>
          <a:lstStyle>
            <a:defPPr algn="l">
              <a:defRPr sz="4200" b="1" lang="ko-KR">
                <a:solidFill>
                  <a:srgbClr val="111111"/>
                </a:solidFill>
                <a:latin typeface="Calibri"/>
                <a:ea typeface="Calibri"/>
                <a:cs typeface="Calibri"/>
              </a:defRPr>
            </a:defPPr>
            <a:lvl1pPr algn="l">
              <a:defRPr sz="4200" b="1" lang="ko-KR">
                <a:solidFill>
                  <a:srgbClr val="111111"/>
                </a:solidFill>
                <a:latin typeface="Calibri"/>
                <a:ea typeface="Calibri"/>
                <a:cs typeface="Calibri"/>
              </a:defRPr>
            </a:lvl1pPr>
            <a:lvl2pPr algn="l">
              <a:defRPr sz="4200" b="1" lang="ko-KR">
                <a:solidFill>
                  <a:srgbClr val="111111"/>
                </a:solidFill>
                <a:latin typeface="Calibri"/>
                <a:ea typeface="Calibri"/>
                <a:cs typeface="Calibri"/>
              </a:defRPr>
            </a:lvl2pPr>
            <a:lvl3pPr algn="l">
              <a:defRPr sz="4200" b="1" lang="ko-KR">
                <a:solidFill>
                  <a:srgbClr val="111111"/>
                </a:solidFill>
                <a:latin typeface="Calibri"/>
                <a:ea typeface="Calibri"/>
                <a:cs typeface="Calibri"/>
              </a:defRPr>
            </a:lvl3pPr>
            <a:lvl4pPr algn="l">
              <a:defRPr sz="4200" b="1" lang="ko-KR">
                <a:solidFill>
                  <a:srgbClr val="111111"/>
                </a:solidFill>
                <a:latin typeface="Calibri"/>
                <a:ea typeface="Calibri"/>
                <a:cs typeface="Calibri"/>
              </a:defRPr>
            </a:lvl4pPr>
            <a:lvl5pPr algn="l">
              <a:defRPr sz="4200" b="1" lang="ko-KR">
                <a:solidFill>
                  <a:srgbClr val="111111"/>
                </a:solidFill>
                <a:latin typeface="Calibri"/>
                <a:ea typeface="Calibri"/>
                <a:cs typeface="Calibri"/>
              </a:defRPr>
            </a:lvl5pPr>
            <a:lvl6pPr algn="l">
              <a:defRPr sz="4200" b="1" lang="ko-KR">
                <a:solidFill>
                  <a:srgbClr val="111111"/>
                </a:solidFill>
                <a:latin typeface="Calibri"/>
                <a:ea typeface="Calibri"/>
                <a:cs typeface="Calibri"/>
              </a:defRPr>
            </a:lvl6pPr>
            <a:lvl7pPr algn="l">
              <a:defRPr sz="4200" b="1" lang="ko-KR">
                <a:solidFill>
                  <a:srgbClr val="111111"/>
                </a:solidFill>
                <a:latin typeface="Calibri"/>
                <a:ea typeface="Calibri"/>
                <a:cs typeface="Calibri"/>
              </a:defRPr>
            </a:lvl7pPr>
            <a:lvl8pPr algn="l">
              <a:defRPr sz="4200" b="1" lang="ko-KR">
                <a:solidFill>
                  <a:srgbClr val="111111"/>
                </a:solidFill>
                <a:latin typeface="Calibri"/>
                <a:ea typeface="Calibri"/>
                <a:cs typeface="Calibri"/>
              </a:defRPr>
            </a:lvl8pPr>
            <a:lvl9pPr algn="l">
              <a:defRPr sz="4200" b="1" lang="ko-KR">
                <a:solidFill>
                  <a:srgbClr val="111111"/>
                </a:solidFill>
                <a:latin typeface="Calibri"/>
                <a:ea typeface="Calibri"/>
                <a:cs typeface="Calibri"/>
              </a:defRPr>
            </a:lvl9pPr>
          </a:lstStyle>
          <a:p>
            <a:pPr algn="l">
              <a:defRPr sz="4200" b="1" lang="ko-KR">
                <a:solidFill>
                  <a:srgbClr val="111111"/>
                </a:solidFill>
                <a:latin typeface="Calibri"/>
                <a:ea typeface="Calibri"/>
                <a:cs typeface="Calibri"/>
              </a:defRPr>
            </a:pPr>
            <a:r>
              <a:rPr sz="4200" b="1" lang="ko-KR">
                <a:solidFill>
                  <a:srgbClr val="111111"/>
                </a:solidFill>
                <a:latin typeface="Calibri"/>
                <a:ea typeface="Calibri"/>
                <a:cs typeface="Calibri"/>
              </a:rPr>
              <a:t>Appendix — 이전 DP3 설계와 관측</a:t>
            </a:r>
            <a:endParaRPr lang="ko-KR">
              <a:latin typeface="Calibri"/>
              <a:ea typeface="Calibri"/>
              <a:cs typeface="Calibri"/>
            </a:endParaRPr>
          </a:p>
        </p:txBody>
      </p:sp>
      <p:sp>
        <p:nvSpPr>
          <p:cNvPr id="15" name="Editable path 265">
            <a:extLst>
              <a:ext uri="{FF2B5EF4-FFF2-40B4-BE49-F238E27FC236}">
                <ns2:creationId id="{42EAB489-22E9-4E2A-A536-267EAFC37D86}"/>
              </a:ext>
            </a:extLst>
          </p:cNvPr>
          <p:cNvSpPr>
            <a:spLocks noGrp="1"/>
          </p:cNvSpPr>
          <p:nvPr/>
        </p:nvSpPr>
        <p:spPr>
          <a:xfrm>
            <a:off x="809625" y="3829050"/>
            <a:ext cx="16478250" cy="953"/>
          </a:xfrm>
          <a:custGeom>
            <a:pathLst>
              <a:path w="16478250" h="953">
                <a:moveTo>
                  <a:pt x="0" y="0"/>
                </a:moveTo>
                <a:lnTo>
                  <a:pt x="16478250" y="0"/>
                </a:lnTo>
              </a:path>
            </a:pathLst>
          </a:custGeom>
          <a:noFill/>
          <a:ln w="28575">
            <a:solidFill>
              <a:srgbClr val="4676CB"/>
            </a:solidFill>
            <a:prstDash val="solid"/>
          </a:ln>
        </p:spPr>
      </p:sp>
      <p:sp>
        <p:nvSpPr>
          <p:cNvPr id="16" name="DP3 object 266">
            <a:extLst>
              <a:ext uri="{FF2B5EF4-FFF2-40B4-BE49-F238E27FC236}">
                <ns2:creationId id="{B80EDEB3-3181-4C21-A726-99C82034D038}"/>
              </a:ext>
            </a:extLst>
          </p:cNvPr>
          <p:cNvSpPr>
            <a:spLocks noGrp="1"/>
          </p:cNvSpPr>
          <p:nvPr/>
        </p:nvSpPr>
        <p:spPr>
          <a:xfrm>
            <a:off x="809625" y="4381500"/>
            <a:ext cx="16478250" cy="542925"/>
          </a:xfrm>
          <a:prstGeom prst="rect">
            <a:avLst/>
          </a:prstGeom>
          <a:noFill/>
          <a:ln w="0">
            <a:noFill/>
            <a:prstDash val="solid"/>
          </a:ln>
        </p:spPr>
        <p:txBody>
          <a:bodyPr wrap="none" lIns="0" tIns="0" rIns="0" bIns="0" anchor="ctr">
            <a:noAutofit/>
          </a:bodyPr>
          <a:lstStyle>
            <a:defPPr algn="l">
              <a:defRPr sz="2900" b="1" lang="ko-KR">
                <a:solidFill>
                  <a:srgbClr val="4676CB"/>
                </a:solidFill>
                <a:latin typeface="Calibri"/>
                <a:ea typeface="Calibri"/>
                <a:cs typeface="Calibri"/>
              </a:defRPr>
            </a:defPPr>
            <a:lvl1pPr algn="l">
              <a:defRPr sz="2900" b="1" lang="ko-KR">
                <a:solidFill>
                  <a:srgbClr val="4676CB"/>
                </a:solidFill>
                <a:latin typeface="Calibri"/>
                <a:ea typeface="Calibri"/>
                <a:cs typeface="Calibri"/>
              </a:defRPr>
            </a:lvl1pPr>
            <a:lvl2pPr algn="l">
              <a:defRPr sz="2900" b="1" lang="ko-KR">
                <a:solidFill>
                  <a:srgbClr val="4676CB"/>
                </a:solidFill>
                <a:latin typeface="Calibri"/>
                <a:ea typeface="Calibri"/>
                <a:cs typeface="Calibri"/>
              </a:defRPr>
            </a:lvl2pPr>
            <a:lvl3pPr algn="l">
              <a:defRPr sz="2900" b="1" lang="ko-KR">
                <a:solidFill>
                  <a:srgbClr val="4676CB"/>
                </a:solidFill>
                <a:latin typeface="Calibri"/>
                <a:ea typeface="Calibri"/>
                <a:cs typeface="Calibri"/>
              </a:defRPr>
            </a:lvl3pPr>
            <a:lvl4pPr algn="l">
              <a:defRPr sz="2900" b="1" lang="ko-KR">
                <a:solidFill>
                  <a:srgbClr val="4676CB"/>
                </a:solidFill>
                <a:latin typeface="Calibri"/>
                <a:ea typeface="Calibri"/>
                <a:cs typeface="Calibri"/>
              </a:defRPr>
            </a:lvl4pPr>
            <a:lvl5pPr algn="l">
              <a:defRPr sz="2900" b="1" lang="ko-KR">
                <a:solidFill>
                  <a:srgbClr val="4676CB"/>
                </a:solidFill>
                <a:latin typeface="Calibri"/>
                <a:ea typeface="Calibri"/>
                <a:cs typeface="Calibri"/>
              </a:defRPr>
            </a:lvl5pPr>
            <a:lvl6pPr algn="l">
              <a:defRPr sz="2900" b="1" lang="ko-KR">
                <a:solidFill>
                  <a:srgbClr val="4676CB"/>
                </a:solidFill>
                <a:latin typeface="Calibri"/>
                <a:ea typeface="Calibri"/>
                <a:cs typeface="Calibri"/>
              </a:defRPr>
            </a:lvl6pPr>
            <a:lvl7pPr algn="l">
              <a:defRPr sz="2900" b="1" lang="ko-KR">
                <a:solidFill>
                  <a:srgbClr val="4676CB"/>
                </a:solidFill>
                <a:latin typeface="Calibri"/>
                <a:ea typeface="Calibri"/>
                <a:cs typeface="Calibri"/>
              </a:defRPr>
            </a:lvl7pPr>
            <a:lvl8pPr algn="l">
              <a:defRPr sz="2900" b="1" lang="ko-KR">
                <a:solidFill>
                  <a:srgbClr val="4676CB"/>
                </a:solidFill>
                <a:latin typeface="Calibri"/>
                <a:ea typeface="Calibri"/>
                <a:cs typeface="Calibri"/>
              </a:defRPr>
            </a:lvl8pPr>
            <a:lvl9pPr algn="l">
              <a:defRPr sz="2900" b="1" lang="ko-KR">
                <a:solidFill>
                  <a:srgbClr val="4676CB"/>
                </a:solidFill>
                <a:latin typeface="Calibri"/>
                <a:ea typeface="Calibri"/>
                <a:cs typeface="Calibri"/>
              </a:defRPr>
            </a:lvl9pPr>
          </a:lstStyle>
          <a:p>
            <a:pPr algn="l">
              <a:defRPr sz="2900" b="1" lang="ko-KR">
                <a:solidFill>
                  <a:srgbClr val="4676CB"/>
                </a:solidFill>
                <a:latin typeface="Calibri"/>
                <a:ea typeface="Calibri"/>
                <a:cs typeface="Calibri"/>
              </a:defRPr>
            </a:pPr>
            <a:r>
              <a:rPr sz="2900" b="1" lang="ko-KR">
                <a:solidFill>
                  <a:srgbClr val="4676CB"/>
                </a:solidFill>
                <a:latin typeface="Calibri"/>
                <a:ea typeface="Calibri"/>
                <a:cs typeface="Calibri"/>
              </a:rPr>
              <a:t>이전 발표의 DP3 5장을 보존</a:t>
            </a:r>
            <a:endParaRPr lang="ko-KR">
              <a:latin typeface="Calibri"/>
              <a:ea typeface="Calibri"/>
              <a:cs typeface="Calibri"/>
            </a:endParaRPr>
          </a:p>
        </p:txBody>
      </p:sp>
      <p:sp>
        <p:nvSpPr>
          <p:cNvPr id="17" name="DP3 object 267">
            <a:extLst>
              <a:ext uri="{FF2B5EF4-FFF2-40B4-BE49-F238E27FC236}">
                <ns2:creationId id="{2AA35D71-0031-4F95-85B7-B4B5AB73C0C8}"/>
              </a:ext>
            </a:extLst>
          </p:cNvPr>
          <p:cNvSpPr>
            <a:spLocks noGrp="1"/>
          </p:cNvSpPr>
          <p:nvPr/>
        </p:nvSpPr>
        <p:spPr>
          <a:xfrm>
            <a:off x="809625" y="5191125"/>
            <a:ext cx="16478250" cy="542925"/>
          </a:xfrm>
          <a:prstGeom prst="rect">
            <a:avLst/>
          </a:prstGeom>
          <a:noFill/>
          <a:ln w="0">
            <a:noFill/>
            <a:prstDash val="solid"/>
          </a:ln>
        </p:spPr>
        <p:txBody>
          <a:bodyPr wrap="none" lIns="0" tIns="0" rIns="0" bIns="0" anchor="ctr">
            <a:noAutofit/>
          </a:bodyPr>
          <a:lstStyle>
            <a:defPPr algn="l">
              <a:defRPr sz="2400" b="0" lang="ko-KR">
                <a:solidFill>
                  <a:srgbClr val="111111"/>
                </a:solidFill>
                <a:latin typeface="Calibri"/>
                <a:ea typeface="Calibri"/>
                <a:cs typeface="Calibri"/>
              </a:defRPr>
            </a:defPPr>
            <a:lvl1pPr algn="l">
              <a:defRPr sz="2400" b="0" lang="ko-KR">
                <a:solidFill>
                  <a:srgbClr val="111111"/>
                </a:solidFill>
                <a:latin typeface="Calibri"/>
                <a:ea typeface="Calibri"/>
                <a:cs typeface="Calibri"/>
              </a:defRPr>
            </a:lvl1pPr>
            <a:lvl2pPr algn="l">
              <a:defRPr sz="2400" b="0" lang="ko-KR">
                <a:solidFill>
                  <a:srgbClr val="111111"/>
                </a:solidFill>
                <a:latin typeface="Calibri"/>
                <a:ea typeface="Calibri"/>
                <a:cs typeface="Calibri"/>
              </a:defRPr>
            </a:lvl2pPr>
            <a:lvl3pPr algn="l">
              <a:defRPr sz="2400" b="0" lang="ko-KR">
                <a:solidFill>
                  <a:srgbClr val="111111"/>
                </a:solidFill>
                <a:latin typeface="Calibri"/>
                <a:ea typeface="Calibri"/>
                <a:cs typeface="Calibri"/>
              </a:defRPr>
            </a:lvl3pPr>
            <a:lvl4pPr algn="l">
              <a:defRPr sz="2400" b="0" lang="ko-KR">
                <a:solidFill>
                  <a:srgbClr val="111111"/>
                </a:solidFill>
                <a:latin typeface="Calibri"/>
                <a:ea typeface="Calibri"/>
                <a:cs typeface="Calibri"/>
              </a:defRPr>
            </a:lvl4pPr>
            <a:lvl5pPr algn="l">
              <a:defRPr sz="2400" b="0" lang="ko-KR">
                <a:solidFill>
                  <a:srgbClr val="111111"/>
                </a:solidFill>
                <a:latin typeface="Calibri"/>
                <a:ea typeface="Calibri"/>
                <a:cs typeface="Calibri"/>
              </a:defRPr>
            </a:lvl5pPr>
            <a:lvl6pPr algn="l">
              <a:defRPr sz="2400" b="0" lang="ko-KR">
                <a:solidFill>
                  <a:srgbClr val="111111"/>
                </a:solidFill>
                <a:latin typeface="Calibri"/>
                <a:ea typeface="Calibri"/>
                <a:cs typeface="Calibri"/>
              </a:defRPr>
            </a:lvl6pPr>
            <a:lvl7pPr algn="l">
              <a:defRPr sz="2400" b="0" lang="ko-KR">
                <a:solidFill>
                  <a:srgbClr val="111111"/>
                </a:solidFill>
                <a:latin typeface="Calibri"/>
                <a:ea typeface="Calibri"/>
                <a:cs typeface="Calibri"/>
              </a:defRPr>
            </a:lvl7pPr>
            <a:lvl8pPr algn="l">
              <a:defRPr sz="2400" b="0" lang="ko-KR">
                <a:solidFill>
                  <a:srgbClr val="111111"/>
                </a:solidFill>
                <a:latin typeface="Calibri"/>
                <a:ea typeface="Calibri"/>
                <a:cs typeface="Calibri"/>
              </a:defRPr>
            </a:lvl8pPr>
            <a:lvl9pPr algn="l">
              <a:defRPr sz="2400" b="0" lang="ko-KR">
                <a:solidFill>
                  <a:srgbClr val="111111"/>
                </a:solidFill>
                <a:latin typeface="Calibri"/>
                <a:ea typeface="Calibri"/>
                <a:cs typeface="Calibri"/>
              </a:defRPr>
            </a:lvl9pPr>
          </a:lstStyle>
          <a:p>
            <a:pPr algn="l">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배경 2장 / 기존 A·B 비교 / 기존 관측 범위 / 별도 복구 관측</a:t>
            </a:r>
            <a:endParaRPr lang="ko-KR">
              <a:latin typeface="Calibri"/>
              <a:ea typeface="Calibri"/>
              <a:cs typeface="Calibri"/>
            </a:endParaRPr>
          </a:p>
        </p:txBody>
      </p:sp>
      <p:sp>
        <p:nvSpPr>
          <p:cNvPr id="18" name="DP3 object 268">
            <a:extLst>
              <a:ext uri="{FF2B5EF4-FFF2-40B4-BE49-F238E27FC236}">
                <ns2:creationId id="{3817529F-C7A7-4133-9682-F0A9EF7DD97F}"/>
              </a:ext>
            </a:extLst>
          </p:cNvPr>
          <p:cNvSpPr>
            <a:spLocks noGrp="1"/>
          </p:cNvSpPr>
          <p:nvPr/>
        </p:nvSpPr>
        <p:spPr>
          <a:xfrm>
            <a:off x="809625" y="6315075"/>
            <a:ext cx="16478250" cy="106680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아래 자료는 당시 cloud 생산자·pixel 계약의 설계와 관측이다.</a:t>
            </a:r>
            <a:endParaRPr lang="ko-KR">
              <a:latin typeface="Calibri"/>
              <a:ea typeface="Calibri"/>
              <a:cs typeface="Calibri"/>
            </a:endParaRPr>
          </a:p>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새 본문의 local CPU 네 대안과 모집단·실행 구조가 다르다.</a:t>
            </a:r>
            <a:endParaRPr lang="ko-KR">
              <a:latin typeface="Calibri"/>
              <a:ea typeface="Calibri"/>
              <a:cs typeface="Calibri"/>
            </a:endParaRPr>
          </a:p>
        </p:txBody>
      </p:sp>
      <p:sp>
        <p:nvSpPr>
          <p:cNvPr id="19" name="DP3 object 269">
            <a:extLst>
              <a:ext uri="{FF2B5EF4-FFF2-40B4-BE49-F238E27FC236}">
                <ns2:creationId id="{0FCBDFB0-4822-4E9A-A8EC-DDA5ADD1D187}"/>
              </a:ext>
            </a:extLst>
          </p:cNvPr>
          <p:cNvSpPr>
            <a:spLocks noGrp="1"/>
          </p:cNvSpPr>
          <p:nvPr/>
        </p:nvSpPr>
        <p:spPr>
          <a:xfrm>
            <a:off x="809625" y="8096250"/>
            <a:ext cx="16478250" cy="628650"/>
          </a:xfrm>
          <a:prstGeom prst="rect">
            <a:avLst/>
          </a:prstGeom>
          <a:noFill/>
          <a:ln w="0">
            <a:noFill/>
            <a:prstDash val="solid"/>
          </a:ln>
        </p:spPr>
        <p:txBody>
          <a:bodyPr wrap="none" lIns="0" tIns="0" rIns="0" bIns="0" anchor="ctr">
            <a:noAutofit/>
          </a:bodyPr>
          <a:lstStyle>
            <a:defPPr algn="l">
              <a:defRPr sz="2900" b="1" lang="ko-KR">
                <a:solidFill>
                  <a:srgbClr val="C00000"/>
                </a:solidFill>
                <a:latin typeface="Calibri"/>
                <a:ea typeface="Calibri"/>
                <a:cs typeface="Calibri"/>
              </a:defRPr>
            </a:defPPr>
            <a:lvl1pPr algn="l">
              <a:defRPr sz="2900" b="1" lang="ko-KR">
                <a:solidFill>
                  <a:srgbClr val="C00000"/>
                </a:solidFill>
                <a:latin typeface="Calibri"/>
                <a:ea typeface="Calibri"/>
                <a:cs typeface="Calibri"/>
              </a:defRPr>
            </a:lvl1pPr>
            <a:lvl2pPr algn="l">
              <a:defRPr sz="2900" b="1" lang="ko-KR">
                <a:solidFill>
                  <a:srgbClr val="C00000"/>
                </a:solidFill>
                <a:latin typeface="Calibri"/>
                <a:ea typeface="Calibri"/>
                <a:cs typeface="Calibri"/>
              </a:defRPr>
            </a:lvl2pPr>
            <a:lvl3pPr algn="l">
              <a:defRPr sz="2900" b="1" lang="ko-KR">
                <a:solidFill>
                  <a:srgbClr val="C00000"/>
                </a:solidFill>
                <a:latin typeface="Calibri"/>
                <a:ea typeface="Calibri"/>
                <a:cs typeface="Calibri"/>
              </a:defRPr>
            </a:lvl3pPr>
            <a:lvl4pPr algn="l">
              <a:defRPr sz="2900" b="1" lang="ko-KR">
                <a:solidFill>
                  <a:srgbClr val="C00000"/>
                </a:solidFill>
                <a:latin typeface="Calibri"/>
                <a:ea typeface="Calibri"/>
                <a:cs typeface="Calibri"/>
              </a:defRPr>
            </a:lvl4pPr>
            <a:lvl5pPr algn="l">
              <a:defRPr sz="2900" b="1" lang="ko-KR">
                <a:solidFill>
                  <a:srgbClr val="C00000"/>
                </a:solidFill>
                <a:latin typeface="Calibri"/>
                <a:ea typeface="Calibri"/>
                <a:cs typeface="Calibri"/>
              </a:defRPr>
            </a:lvl5pPr>
            <a:lvl6pPr algn="l">
              <a:defRPr sz="2900" b="1" lang="ko-KR">
                <a:solidFill>
                  <a:srgbClr val="C00000"/>
                </a:solidFill>
                <a:latin typeface="Calibri"/>
                <a:ea typeface="Calibri"/>
                <a:cs typeface="Calibri"/>
              </a:defRPr>
            </a:lvl6pPr>
            <a:lvl7pPr algn="l">
              <a:defRPr sz="2900" b="1" lang="ko-KR">
                <a:solidFill>
                  <a:srgbClr val="C00000"/>
                </a:solidFill>
                <a:latin typeface="Calibri"/>
                <a:ea typeface="Calibri"/>
                <a:cs typeface="Calibri"/>
              </a:defRPr>
            </a:lvl7pPr>
            <a:lvl8pPr algn="l">
              <a:defRPr sz="2900" b="1" lang="ko-KR">
                <a:solidFill>
                  <a:srgbClr val="C00000"/>
                </a:solidFill>
                <a:latin typeface="Calibri"/>
                <a:ea typeface="Calibri"/>
                <a:cs typeface="Calibri"/>
              </a:defRPr>
            </a:lvl8pPr>
            <a:lvl9pPr algn="l">
              <a:defRPr sz="2900" b="1" lang="ko-KR">
                <a:solidFill>
                  <a:srgbClr val="C00000"/>
                </a:solidFill>
                <a:latin typeface="Calibri"/>
                <a:ea typeface="Calibri"/>
                <a:cs typeface="Calibri"/>
              </a:defRPr>
            </a:lvl9pPr>
          </a:lstStyle>
          <a:p>
            <a:pPr algn="l">
              <a:defRPr sz="2900" b="1" lang="ko-KR">
                <a:solidFill>
                  <a:srgbClr val="C00000"/>
                </a:solidFill>
                <a:latin typeface="Calibri"/>
                <a:ea typeface="Calibri"/>
                <a:cs typeface="Calibri"/>
              </a:defRPr>
            </a:pPr>
            <a:r>
              <a:rPr sz="2900" b="1" lang="ko-KR">
                <a:solidFill>
                  <a:srgbClr val="C00000"/>
                </a:solidFill>
                <a:latin typeface="Calibri"/>
                <a:ea typeface="Calibri"/>
                <a:cs typeface="Calibri"/>
              </a:rPr>
              <a:t>현행 DP3의 수치와 결론에 혼합하지 않는다.</a:t>
            </a:r>
            <a:endParaRPr lang="ko-KR">
              <a:latin typeface="Calibri"/>
              <a:ea typeface="Calibri"/>
              <a:cs typeface="Calibri"/>
            </a:endParaRPr>
          </a:p>
        </p:txBody>
      </p:sp>
    </p:spTree>
    <p:extLst>
      <p:ext uri="{BB962C8B-B14F-4D97-AF65-F5344CB8AC3E}">
        <p14:creationId val="922555815"/>
      </p:ext>
    </p:extLst>
  </p:cSld>
</p:sld>
</file>

<file path=ppt/slides/slide4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90" name="DP3 object 1">
            <a:extLst>
              <a:ext uri="{FF2B5EF4-FFF2-40B4-BE49-F238E27FC236}">
                <ns2:creationId id="{B3A56885-86B6-4E2F-B887-90FF93C347C0}"/>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(1/2)</a:t>
            </a:r>
            <a:endParaRPr lang="ko-KR">
              <a:latin typeface="Calibri"/>
              <a:ea typeface="Calibri"/>
              <a:cs typeface="Calibri"/>
            </a:endParaRPr>
          </a:p>
        </p:txBody>
      </p:sp>
      <p:sp>
        <p:nvSpPr>
          <p:cNvPr id="2" name="과제 소개">
            <a:extLst>
              <a:ext uri="{FF2B5EF4-FFF2-40B4-BE49-F238E27FC236}">
                <ns2:creationId id="{BD425E50-EF46-440B-8FF7-58A3F6F20BCE}"/>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요구사항 분석">
            <a:extLst>
              <a:ext uri="{FF2B5EF4-FFF2-40B4-BE49-F238E27FC236}">
                <ns2:creationId id="{92A30021-418F-4C55-90F2-A8F133E367C3}"/>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설계">
            <a:extLst>
              <a:ext uri="{FF2B5EF4-FFF2-40B4-BE49-F238E27FC236}">
                <ns2:creationId id="{6C66548C-65A8-490E-A313-0CF6AD4EC3F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구현 및 검증">
            <a:extLst>
              <a:ext uri="{FF2B5EF4-FFF2-40B4-BE49-F238E27FC236}">
                <ns2:creationId id="{FF856CFF-2606-4E0E-B626-DB4C9744517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결론">
            <a:extLst>
              <a:ext uri="{FF2B5EF4-FFF2-40B4-BE49-F238E27FC236}">
                <ns2:creationId id="{9B4DED71-7F76-4C6F-AAB0-349AB140AD3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0BB38A04-1D02-4977-9ACE-7E18281A2EE1}"/>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4462FAEB-5537-4C59-84AF-6D6D3799D62A}"/>
              </a:ext>
            </a:extLst>
          </p:cNvPr>
          <p:cNvSpPr>
            <a:spLocks noGrp="1"/>
          </p:cNvSpPr>
          <p:nvPr/>
        </p:nvSpPr>
        <p:spPr>
          <a:xfrm>
            <a:off x="571500" y="1228725"/>
            <a:ext cx="17145000" cy="4476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공통 입력: Interaction Manager의 화면·동작 이력 + local ASR의 전사·단어 시각 / 화면 근거가 필요한 요청만 진입</a:t>
            </a:r>
            <a:endParaRPr lang="ko-KR">
              <a:latin typeface="Calibri"/>
              <a:ea typeface="Calibri"/>
              <a:cs typeface="Calibri"/>
            </a:endParaRPr>
          </a:p>
        </p:txBody>
      </p:sp>
      <p:sp>
        <p:nvSpPr>
          <p:cNvPr id="14" name="Continuous slide number">
            <a:extLst>
              <a:ext uri="{FF2B5EF4-FFF2-40B4-BE49-F238E27FC236}">
                <ns2:creationId id="{1D97A3B7-0013-4267-8828-4F8F03E455F8}"/>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29</a:t>
            </a:r>
            <a:endParaRPr lang="ko-KR">
              <a:latin typeface="Calibri"/>
              <a:ea typeface="Calibri"/>
              <a:cs typeface="Calibri"/>
            </a:endParaRPr>
          </a:p>
        </p:txBody>
      </p:sp>
      <p:sp>
        <p:nvSpPr>
          <p:cNvPr id="15" name="방안">
            <a:extLst>
              <a:ext uri="{FF2B5EF4-FFF2-40B4-BE49-F238E27FC236}">
                <ns2:creationId id="{B91DBC9D-864A-4A20-A91C-55DE3D6DDAEB}"/>
              </a:ext>
            </a:extLst>
          </p:cNvPr>
          <p:cNvSpPr>
            <a:spLocks noGrp="1"/>
          </p:cNvSpPr>
          <p:nvPr/>
        </p:nvSpPr>
        <p:spPr>
          <a:xfrm>
            <a:off x="228600" y="1790700"/>
            <a:ext cx="1638300" cy="514350"/>
          </a:xfrm>
          <a:prstGeom prst="rect">
            <a:avLst/>
          </a:prstGeom>
          <a:solidFill>
            <a:srgbClr val="C9E1B3"/>
          </a:solidFill>
          <a:ln w="19050">
            <a:solidFill>
              <a:srgbClr val="B7B9B9"/>
            </a:solid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방안</a:t>
            </a:r>
            <a:endParaRPr lang="ko-KR">
              <a:latin typeface="Calibri"/>
              <a:ea typeface="Calibri"/>
              <a:cs typeface="Calibri"/>
            </a:endParaRPr>
          </a:p>
        </p:txBody>
      </p:sp>
      <p:sp>
        <p:nvSpPr>
          <p:cNvPr id="17" name="A  원본 공동 해석">
            <a:extLst>
              <a:ext uri="{FF2B5EF4-FFF2-40B4-BE49-F238E27FC236}">
                <ns2:creationId id="{830C9FEA-2870-4C8D-99BF-20C2EDA1ED2B}"/>
              </a:ext>
            </a:extLst>
          </p:cNvPr>
          <p:cNvSpPr>
            <a:spLocks noGrp="1"/>
          </p:cNvSpPr>
          <p:nvPr/>
        </p:nvSpPr>
        <p:spPr>
          <a:xfrm>
            <a:off x="186690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원본 공동 해석</a:t>
            </a:r>
            <a:endParaRPr lang="ko-KR">
              <a:latin typeface="Calibri"/>
              <a:ea typeface="Calibri"/>
              <a:cs typeface="Calibri"/>
            </a:endParaRPr>
          </a:p>
        </p:txBody>
      </p:sp>
      <p:sp>
        <p:nvSpPr>
          <p:cNvPr id="19" name="B-R1  후보 생산 + 단일 worker 교대 로딩">
            <a:extLst>
              <a:ext uri="{FF2B5EF4-FFF2-40B4-BE49-F238E27FC236}">
                <ns2:creationId id="{0CFB634F-5377-4963-9976-B1BE1ACB0E18}"/>
              </a:ext>
            </a:extLst>
          </p:cNvPr>
          <p:cNvSpPr>
            <a:spLocks noGrp="1"/>
          </p:cNvSpPr>
          <p:nvPr/>
        </p:nvSpPr>
        <p:spPr>
          <a:xfrm>
            <a:off x="996315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B-R1  후보 생산 + 단일 worker 교대 로딩</a:t>
            </a:r>
            <a:endParaRPr lang="ko-KR">
              <a:latin typeface="Calibri"/>
              <a:ea typeface="Calibri"/>
              <a:cs typeface="Calibri"/>
            </a:endParaRPr>
          </a:p>
        </p:txBody>
      </p:sp>
      <p:sp>
        <p:nvSpPr>
          <p:cNvPr id="21" name="Editable path 21">
            <a:extLst>
              <a:ext uri="{FF2B5EF4-FFF2-40B4-BE49-F238E27FC236}">
                <ns2:creationId id="{CD04381E-7399-4E2A-92CB-987F38EA7DCD}"/>
              </a:ext>
            </a:extLst>
          </p:cNvPr>
          <p:cNvSpPr>
            <a:spLocks noGrp="1"/>
          </p:cNvSpPr>
          <p:nvPr/>
        </p:nvSpPr>
        <p:spPr>
          <a:xfrm>
            <a:off x="228600" y="2305050"/>
            <a:ext cx="17830800" cy="953"/>
          </a:xfrm>
          <a:custGeom>
            <a:pathLst>
              <a:path w="17830800" h="953">
                <a:moveTo>
                  <a:pt x="0" y="0"/>
                </a:moveTo>
                <a:lnTo>
                  <a:pt x="17830800" y="0"/>
                </a:lnTo>
              </a:path>
            </a:pathLst>
          </a:custGeom>
          <a:noFill/>
          <a:ln w="11430">
            <a:solidFill>
              <a:srgbClr val="B7B9B9"/>
            </a:solidFill>
            <a:prstDash val="solid"/>
          </a:ln>
        </p:spPr>
      </p:sp>
      <p:sp>
        <p:nvSpPr>
          <p:cNvPr id="22" name="Editable path 22">
            <a:extLst>
              <a:ext uri="{FF2B5EF4-FFF2-40B4-BE49-F238E27FC236}">
                <ns2:creationId id="{C602CDFA-5E26-446F-813A-E5B662C00B1C}"/>
              </a:ext>
            </a:extLst>
          </p:cNvPr>
          <p:cNvSpPr>
            <a:spLocks noGrp="1"/>
          </p:cNvSpPr>
          <p:nvPr/>
        </p:nvSpPr>
        <p:spPr>
          <a:xfrm>
            <a:off x="1866900" y="1790700"/>
            <a:ext cx="953" cy="7905750"/>
          </a:xfrm>
          <a:custGeom>
            <a:pathLst>
              <a:path w="953" h="7905750">
                <a:moveTo>
                  <a:pt x="0" y="0"/>
                </a:moveTo>
                <a:lnTo>
                  <a:pt x="0" y="7905750"/>
                </a:lnTo>
              </a:path>
            </a:pathLst>
          </a:custGeom>
          <a:noFill/>
          <a:ln w="11430">
            <a:solidFill>
              <a:srgbClr val="B7B9B9"/>
            </a:solidFill>
            <a:prstDash val="solid"/>
          </a:ln>
        </p:spPr>
      </p:sp>
      <p:sp>
        <p:nvSpPr>
          <p:cNvPr id="23" name="Editable path 23">
            <a:extLst>
              <a:ext uri="{FF2B5EF4-FFF2-40B4-BE49-F238E27FC236}">
                <ns2:creationId id="{C8DAB352-F366-44F9-85AF-884BBE38DC67}"/>
              </a:ext>
            </a:extLst>
          </p:cNvPr>
          <p:cNvSpPr>
            <a:spLocks noGrp="1"/>
          </p:cNvSpPr>
          <p:nvPr/>
        </p:nvSpPr>
        <p:spPr>
          <a:xfrm>
            <a:off x="9963150" y="1790700"/>
            <a:ext cx="953" cy="7905750"/>
          </a:xfrm>
          <a:custGeom>
            <a:pathLst>
              <a:path w="953" h="7905750">
                <a:moveTo>
                  <a:pt x="0" y="0"/>
                </a:moveTo>
                <a:lnTo>
                  <a:pt x="0" y="7905750"/>
                </a:lnTo>
              </a:path>
            </a:pathLst>
          </a:custGeom>
          <a:noFill/>
          <a:ln w="11430">
            <a:solidFill>
              <a:srgbClr val="B7B9B9"/>
            </a:solidFill>
            <a:prstDash val="solid"/>
          </a:ln>
        </p:spPr>
      </p:sp>
      <p:sp>
        <p:nvSpPr>
          <p:cNvPr id="24" name="DP3 object 24">
            <a:extLst>
              <a:ext uri="{FF2B5EF4-FFF2-40B4-BE49-F238E27FC236}">
                <ns2:creationId id="{2CED3B62-BADF-455B-A850-0BF603F1EF7E}"/>
              </a:ext>
            </a:extLst>
          </p:cNvPr>
          <p:cNvSpPr>
            <a:spLocks noGrp="1"/>
          </p:cNvSpPr>
          <p:nvPr/>
        </p:nvSpPr>
        <p:spPr>
          <a:xfrm>
            <a:off x="400050" y="2571750"/>
            <a:ext cx="1285875"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p:txBody>
      </p:sp>
      <p:sp>
        <p:nvSpPr>
          <p:cNvPr id="25" name="DP3 object 25">
            <a:extLst>
              <a:ext uri="{FF2B5EF4-FFF2-40B4-BE49-F238E27FC236}">
                <ns2:creationId id="{F8BEE902-480C-4DF2-A55E-C321E8CCB3DE}"/>
              </a:ext>
            </a:extLst>
          </p:cNvPr>
          <p:cNvSpPr>
            <a:spLocks noGrp="1"/>
          </p:cNvSpPr>
          <p:nvPr/>
        </p:nvSpPr>
        <p:spPr>
          <a:xfrm>
            <a:off x="342900" y="3333750"/>
            <a:ext cx="1381125" cy="5286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노란 경계</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Component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내부 둥근 상자</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Module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원통</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소유 상태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파란 점선</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OS Process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육각형</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외부 모델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실선 요청</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점선 반환</a:t>
            </a:r>
            <a:endParaRPr lang="ko-KR">
              <a:latin typeface="Calibri"/>
              <a:ea typeface="Calibri"/>
              <a:cs typeface="Calibri"/>
            </a:endParaRPr>
          </a:p>
        </p:txBody>
      </p:sp>
      <p:sp>
        <p:nvSpPr>
          <p:cNvPr id="26" name="Request Controller">
            <a:extLst>
              <a:ext uri="{FF2B5EF4-FFF2-40B4-BE49-F238E27FC236}">
                <ns2:creationId id="{3DAF1E81-9930-44DA-A4E3-04D56A890D9E}"/>
              </a:ext>
            </a:extLst>
          </p:cNvPr>
          <p:cNvSpPr>
            <a:spLocks noGrp="1"/>
          </p:cNvSpPr>
          <p:nvPr/>
        </p:nvSpPr>
        <p:spPr>
          <a:xfrm>
            <a:off x="2095500" y="2552700"/>
            <a:ext cx="40957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8" name="Editable path 28">
            <a:extLst>
              <a:ext uri="{FF2B5EF4-FFF2-40B4-BE49-F238E27FC236}">
                <ns2:creationId id="{44015683-DA57-41BD-9619-EAB16FDF21B8}"/>
              </a:ext>
            </a:extLst>
          </p:cNvPr>
          <p:cNvSpPr>
            <a:spLocks noGrp="1"/>
          </p:cNvSpPr>
          <p:nvPr/>
        </p:nvSpPr>
        <p:spPr>
          <a:xfrm>
            <a:off x="2095500" y="2905125"/>
            <a:ext cx="4095750" cy="953"/>
          </a:xfrm>
          <a:custGeom>
            <a:pathLst>
              <a:path w="4095750" h="953">
                <a:moveTo>
                  <a:pt x="0" y="0"/>
                </a:moveTo>
                <a:lnTo>
                  <a:pt x="4095750" y="0"/>
                </a:lnTo>
              </a:path>
            </a:pathLst>
          </a:custGeom>
          <a:noFill/>
          <a:ln w="14288">
            <a:solidFill>
              <a:srgbClr val="111111"/>
            </a:solidFill>
            <a:prstDash val="solid"/>
          </a:ln>
        </p:spPr>
      </p:sp>
      <p:sp>
        <p:nvSpPr>
          <p:cNvPr id="29" name="Request Revision Guard">
            <a:extLst>
              <a:ext uri="{FF2B5EF4-FFF2-40B4-BE49-F238E27FC236}">
                <ns2:creationId id="{073D9C23-FE8A-4251-9E21-C56B4A29D139}"/>
              </a:ext>
            </a:extLst>
          </p:cNvPr>
          <p:cNvSpPr>
            <a:spLocks noGrp="1"/>
          </p:cNvSpPr>
          <p:nvPr/>
        </p:nvSpPr>
        <p:spPr>
          <a:xfrm>
            <a:off x="2276475" y="2990850"/>
            <a:ext cx="3733800" cy="400050"/>
          </a:xfrm>
          <a:prstGeom prst="roundRect">
            <a:avLst>
              <a:gd name="adj" fmla="val 1904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Request Revision Guard</a:t>
            </a:r>
            <a:endParaRPr lang="ko-KR">
              <a:latin typeface="Calibri"/>
              <a:ea typeface="Calibri"/>
              <a:cs typeface="Calibri"/>
            </a:endParaRPr>
          </a:p>
        </p:txBody>
      </p:sp>
      <p:sp>
        <p:nvSpPr>
          <p:cNvPr id="31" name="DP3 object 31">
            <a:extLst>
              <a:ext uri="{FF2B5EF4-FFF2-40B4-BE49-F238E27FC236}">
                <ns2:creationId id="{FD76D574-1D14-4BE5-90AA-9129E479DA7B}"/>
              </a:ext>
            </a:extLst>
          </p:cNvPr>
          <p:cNvSpPr>
            <a:spLocks noGrp="1"/>
          </p:cNvSpPr>
          <p:nvPr/>
        </p:nvSpPr>
        <p:spPr>
          <a:xfrm>
            <a:off x="2286000" y="3590925"/>
            <a:ext cx="3714750" cy="257175"/>
          </a:xfrm>
          <a:prstGeom prst="rect">
            <a:avLst/>
          </a:prstGeom>
          <a:noFill/>
          <a:ln w="0">
            <a:noFill/>
            <a:prstDash val="solid"/>
          </a:ln>
        </p:spPr>
        <p:txBody>
          <a:bodyPr wrap="none" lIns="0" tIns="0" rIns="0" bIns="0" anchor="ctr">
            <a:noAutofit/>
          </a:bodyPr>
          <a:lstStyle>
            <a:defPPr algn="ctr">
              <a:defRPr sz="1600" b="0" lang="ko-KR">
                <a:solidFill>
                  <a:srgbClr val="4676CB"/>
                </a:solidFill>
                <a:latin typeface="Calibri"/>
                <a:ea typeface="Calibri"/>
                <a:cs typeface="Calibri"/>
              </a:defRPr>
            </a:defPPr>
            <a:lvl1pPr algn="ctr">
              <a:defRPr sz="1600" b="0" lang="ko-KR">
                <a:solidFill>
                  <a:srgbClr val="4676CB"/>
                </a:solidFill>
                <a:latin typeface="Calibri"/>
                <a:ea typeface="Calibri"/>
                <a:cs typeface="Calibri"/>
              </a:defRPr>
            </a:lvl1pPr>
            <a:lvl2pPr algn="ctr">
              <a:defRPr sz="1600" b="0" lang="ko-KR">
                <a:solidFill>
                  <a:srgbClr val="4676CB"/>
                </a:solidFill>
                <a:latin typeface="Calibri"/>
                <a:ea typeface="Calibri"/>
                <a:cs typeface="Calibri"/>
              </a:defRPr>
            </a:lvl2pPr>
            <a:lvl3pPr algn="ctr">
              <a:defRPr sz="1600" b="0" lang="ko-KR">
                <a:solidFill>
                  <a:srgbClr val="4676CB"/>
                </a:solidFill>
                <a:latin typeface="Calibri"/>
                <a:ea typeface="Calibri"/>
                <a:cs typeface="Calibri"/>
              </a:defRPr>
            </a:lvl3pPr>
            <a:lvl4pPr algn="ctr">
              <a:defRPr sz="1600" b="0" lang="ko-KR">
                <a:solidFill>
                  <a:srgbClr val="4676CB"/>
                </a:solidFill>
                <a:latin typeface="Calibri"/>
                <a:ea typeface="Calibri"/>
                <a:cs typeface="Calibri"/>
              </a:defRPr>
            </a:lvl4pPr>
            <a:lvl5pPr algn="ctr">
              <a:defRPr sz="1600" b="0" lang="ko-KR">
                <a:solidFill>
                  <a:srgbClr val="4676CB"/>
                </a:solidFill>
                <a:latin typeface="Calibri"/>
                <a:ea typeface="Calibri"/>
                <a:cs typeface="Calibri"/>
              </a:defRPr>
            </a:lvl5pPr>
            <a:lvl6pPr algn="ctr">
              <a:defRPr sz="1600" b="0" lang="ko-KR">
                <a:solidFill>
                  <a:srgbClr val="4676CB"/>
                </a:solidFill>
                <a:latin typeface="Calibri"/>
                <a:ea typeface="Calibri"/>
                <a:cs typeface="Calibri"/>
              </a:defRPr>
            </a:lvl6pPr>
            <a:lvl7pPr algn="ctr">
              <a:defRPr sz="1600" b="0" lang="ko-KR">
                <a:solidFill>
                  <a:srgbClr val="4676CB"/>
                </a:solidFill>
                <a:latin typeface="Calibri"/>
                <a:ea typeface="Calibri"/>
                <a:cs typeface="Calibri"/>
              </a:defRPr>
            </a:lvl7pPr>
            <a:lvl8pPr algn="ctr">
              <a:defRPr sz="1600" b="0" lang="ko-KR">
                <a:solidFill>
                  <a:srgbClr val="4676CB"/>
                </a:solidFill>
                <a:latin typeface="Calibri"/>
                <a:ea typeface="Calibri"/>
                <a:cs typeface="Calibri"/>
              </a:defRPr>
            </a:lvl8pPr>
            <a:lvl9pPr algn="ctr">
              <a:defRPr sz="1600" b="0" lang="ko-KR">
                <a:solidFill>
                  <a:srgbClr val="4676CB"/>
                </a:solidFill>
                <a:latin typeface="Calibri"/>
                <a:ea typeface="Calibri"/>
                <a:cs typeface="Calibri"/>
              </a:defRPr>
            </a:lvl9pPr>
          </a:lstStyle>
          <a:p>
            <a:pPr algn="ctr">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최종 의미 채택</a:t>
            </a:r>
            <a:endParaRPr lang="ko-KR">
              <a:latin typeface="Calibri"/>
              <a:ea typeface="Calibri"/>
              <a:cs typeface="Calibri"/>
            </a:endParaRPr>
          </a:p>
        </p:txBody>
      </p:sp>
      <p:sp>
        <p:nvSpPr>
          <p:cNvPr id="32" name="Context Manager">
            <a:extLst>
              <a:ext uri="{FF2B5EF4-FFF2-40B4-BE49-F238E27FC236}">
                <ns2:creationId id="{888577EE-FBBF-4396-8C23-8692586D6E9D}"/>
              </a:ext>
            </a:extLst>
          </p:cNvPr>
          <p:cNvSpPr>
            <a:spLocks noGrp="1"/>
          </p:cNvSpPr>
          <p:nvPr/>
        </p:nvSpPr>
        <p:spPr>
          <a:xfrm>
            <a:off x="7524750" y="2552700"/>
            <a:ext cx="2095500" cy="3733800"/>
          </a:xfrm>
          <a:prstGeom prst="rect">
            <a:avLst/>
          </a:prstGeom>
          <a:solidFill>
            <a:srgbClr val="FFF6DD"/>
          </a:solidFill>
          <a:ln w="19050">
            <a:solidFill>
              <a:srgbClr val="111111"/>
            </a:solidFill>
            <a:prstDash val="solid"/>
          </a:ln>
        </p:spPr>
        <p:txBody>
          <a:bodyPr wrap="none" lIns="66675" tIns="19050" rIns="66675" bIns="34004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4" name="Editable path 34">
            <a:extLst>
              <a:ext uri="{FF2B5EF4-FFF2-40B4-BE49-F238E27FC236}">
                <ns2:creationId id="{FAA2CD87-AE9E-4466-884D-E3DB9E9B2616}"/>
              </a:ext>
            </a:extLst>
          </p:cNvPr>
          <p:cNvSpPr>
            <a:spLocks noGrp="1"/>
          </p:cNvSpPr>
          <p:nvPr/>
        </p:nvSpPr>
        <p:spPr>
          <a:xfrm>
            <a:off x="7524750" y="2905125"/>
            <a:ext cx="2095500" cy="953"/>
          </a:xfrm>
          <a:custGeom>
            <a:pathLst>
              <a:path w="2095500" h="953">
                <a:moveTo>
                  <a:pt x="0" y="0"/>
                </a:moveTo>
                <a:lnTo>
                  <a:pt x="2095500" y="0"/>
                </a:lnTo>
              </a:path>
            </a:pathLst>
          </a:custGeom>
          <a:noFill/>
          <a:ln w="14288">
            <a:solidFill>
              <a:srgbClr val="111111"/>
            </a:solidFill>
            <a:prstDash val="solid"/>
          </a:ln>
        </p:spPr>
      </p:sp>
      <p:sp>
        <p:nvSpPr>
          <p:cNvPr id="35" name="허가된 원본 참조frame / pointerselection / native읽기 cache (RAM)">
            <a:extLst>
              <a:ext uri="{FF2B5EF4-FFF2-40B4-BE49-F238E27FC236}">
                <ns2:creationId id="{6BDA708D-B186-490D-87E4-7AA9D55773A2}"/>
              </a:ext>
            </a:extLst>
          </p:cNvPr>
          <p:cNvSpPr>
            <a:spLocks noGrp="1"/>
          </p:cNvSpPr>
          <p:nvPr/>
        </p:nvSpPr>
        <p:spPr>
          <a:xfrm>
            <a:off x="7658100" y="3048000"/>
            <a:ext cx="1828800" cy="16287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허가된 원본 참조</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frame / pointer</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selection / native</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읽기 cache (RAM)</a:t>
            </a:r>
            <a:endParaRPr lang="ko-KR">
              <a:latin typeface="Calibri"/>
              <a:ea typeface="Calibri"/>
              <a:cs typeface="Calibri"/>
            </a:endParaRPr>
          </a:p>
        </p:txBody>
      </p:sp>
      <p:sp>
        <p:nvSpPr>
          <p:cNvPr id="37" name="채택 binding 복사읽기 receipt">
            <a:extLst>
              <a:ext uri="{FF2B5EF4-FFF2-40B4-BE49-F238E27FC236}">
                <ns2:creationId id="{C35218FE-E005-42C8-A478-1E0492780D04}"/>
              </a:ext>
            </a:extLst>
          </p:cNvPr>
          <p:cNvSpPr>
            <a:spLocks noGrp="1"/>
          </p:cNvSpPr>
          <p:nvPr/>
        </p:nvSpPr>
        <p:spPr>
          <a:xfrm>
            <a:off x="7658100" y="4981575"/>
            <a:ext cx="1828800" cy="8858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채택 binding 복사</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읽기 receipt</a:t>
            </a:r>
            <a:endParaRPr lang="ko-KR">
              <a:latin typeface="Calibri"/>
              <a:ea typeface="Calibri"/>
              <a:cs typeface="Calibri"/>
            </a:endParaRPr>
          </a:p>
        </p:txBody>
      </p:sp>
      <p:sp>
        <p:nvSpPr>
          <p:cNvPr id="39" name="Request Interpreter">
            <a:extLst>
              <a:ext uri="{FF2B5EF4-FFF2-40B4-BE49-F238E27FC236}">
                <ns2:creationId id="{E3448A97-D68F-47F8-96FE-2F379C58385F}"/>
              </a:ext>
            </a:extLst>
          </p:cNvPr>
          <p:cNvSpPr>
            <a:spLocks noGrp="1"/>
          </p:cNvSpPr>
          <p:nvPr/>
        </p:nvSpPr>
        <p:spPr>
          <a:xfrm>
            <a:off x="2095500" y="4191000"/>
            <a:ext cx="4095750" cy="2095500"/>
          </a:xfrm>
          <a:prstGeom prst="rect">
            <a:avLst/>
          </a:prstGeom>
          <a:solidFill>
            <a:srgbClr val="FFF6DD"/>
          </a:solidFill>
          <a:ln w="19050">
            <a:solidFill>
              <a:srgbClr val="111111"/>
            </a:solidFill>
            <a:prstDash val="solid"/>
          </a:ln>
        </p:spPr>
        <p:txBody>
          <a:bodyPr wrap="none" lIns="66675" tIns="19050" rIns="66675" bIns="1762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1" name="Editable path 39">
            <a:extLst>
              <a:ext uri="{FF2B5EF4-FFF2-40B4-BE49-F238E27FC236}">
                <ns2:creationId id="{D2A86A64-A633-45D5-A7E5-79AD3AFB4A3B}"/>
              </a:ext>
            </a:extLst>
          </p:cNvPr>
          <p:cNvSpPr>
            <a:spLocks noGrp="1"/>
          </p:cNvSpPr>
          <p:nvPr/>
        </p:nvSpPr>
        <p:spPr>
          <a:xfrm>
            <a:off x="2095500" y="4543425"/>
            <a:ext cx="4095750" cy="953"/>
          </a:xfrm>
          <a:custGeom>
            <a:pathLst>
              <a:path w="4095750" h="953">
                <a:moveTo>
                  <a:pt x="0" y="0"/>
                </a:moveTo>
                <a:lnTo>
                  <a:pt x="4095750" y="0"/>
                </a:lnTo>
              </a:path>
            </a:pathLst>
          </a:custGeom>
          <a:noFill/>
          <a:ln w="14288">
            <a:solidFill>
              <a:srgbClr val="111111"/>
            </a:solidFill>
            <a:prstDash val="solid"/>
          </a:ln>
        </p:spPr>
      </p:sp>
      <p:sp>
        <p:nvSpPr>
          <p:cNvPr id="42" name="Joint Grounding Interpreter">
            <a:extLst>
              <a:ext uri="{FF2B5EF4-FFF2-40B4-BE49-F238E27FC236}">
                <ns2:creationId id="{DAA07B13-4FE0-4DCF-B69C-B6366F39DB6F}"/>
              </a:ext>
            </a:extLst>
          </p:cNvPr>
          <p:cNvSpPr>
            <a:spLocks noGrp="1"/>
          </p:cNvSpPr>
          <p:nvPr/>
        </p:nvSpPr>
        <p:spPr>
          <a:xfrm>
            <a:off x="2286000" y="4657725"/>
            <a:ext cx="37147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Joint Grounding Interpreter</a:t>
            </a:r>
            <a:endParaRPr lang="ko-KR">
              <a:latin typeface="Calibri"/>
              <a:ea typeface="Calibri"/>
              <a:cs typeface="Calibri"/>
            </a:endParaRPr>
          </a:p>
        </p:txBody>
      </p:sp>
      <p:sp>
        <p:nvSpPr>
          <p:cNvPr id="44" name="해석 세션 (RAM)원본 참조 / 후보 해석 / 이전 binding">
            <a:extLst>
              <a:ext uri="{FF2B5EF4-FFF2-40B4-BE49-F238E27FC236}">
                <ns2:creationId id="{067FB1EA-CEEF-4A80-BEA8-C4AC595A0860}"/>
              </a:ext>
            </a:extLst>
          </p:cNvPr>
          <p:cNvSpPr>
            <a:spLocks noGrp="1"/>
          </p:cNvSpPr>
          <p:nvPr/>
        </p:nvSpPr>
        <p:spPr>
          <a:xfrm>
            <a:off x="2286000" y="5362575"/>
            <a:ext cx="3714750" cy="7334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해석 세션 (RAM)</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원본 참조 / 후보 해석 / 이전 binding</a:t>
            </a:r>
            <a:endParaRPr lang="ko-KR">
              <a:latin typeface="Calibri"/>
              <a:ea typeface="Calibri"/>
              <a:cs typeface="Calibri"/>
            </a:endParaRPr>
          </a:p>
        </p:txBody>
      </p:sp>
      <p:sp>
        <p:nvSpPr>
          <p:cNvPr id="46" name="Editable path 43">
            <a:extLst>
              <a:ext uri="{FF2B5EF4-FFF2-40B4-BE49-F238E27FC236}">
                <ns2:creationId id="{60B1593B-BFD9-49F6-B376-FC9821F189C6}"/>
              </a:ext>
            </a:extLst>
          </p:cNvPr>
          <p:cNvSpPr>
            <a:spLocks noGrp="1"/>
          </p:cNvSpPr>
          <p:nvPr/>
        </p:nvSpPr>
        <p:spPr>
          <a:xfrm>
            <a:off x="2667000" y="3505200"/>
            <a:ext cx="953" cy="685800"/>
          </a:xfrm>
          <a:custGeom>
            <a:pathLst>
              <a:path w="953" h="685800">
                <a:moveTo>
                  <a:pt x="0" y="0"/>
                </a:moveTo>
                <a:lnTo>
                  <a:pt x="0" y="685800"/>
                </a:lnTo>
              </a:path>
            </a:pathLst>
          </a:custGeom>
          <a:noFill/>
          <a:ln w="19050">
            <a:solidFill>
              <a:srgbClr val="111111"/>
            </a:solidFill>
            <a:prstDash val="solid"/>
          </a:ln>
        </p:spPr>
      </p:sp>
      <p:sp>
        <p:nvSpPr>
          <p:cNvPr id="47" name="Editable arrowhead 44">
            <a:extLst>
              <a:ext uri="{FF2B5EF4-FFF2-40B4-BE49-F238E27FC236}">
                <ns2:creationId id="{9493885E-6267-4771-86AD-82A7D0197A6D}"/>
              </a:ext>
            </a:extLst>
          </p:cNvPr>
          <p:cNvSpPr>
            <a:spLocks noGrp="1"/>
          </p:cNvSpPr>
          <p:nvPr/>
        </p:nvSpPr>
        <p:spPr>
          <a:xfrm>
            <a:off x="261937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8" name="1  해석 요청">
            <a:extLst>
              <a:ext uri="{FF2B5EF4-FFF2-40B4-BE49-F238E27FC236}">
                <ns2:creationId id="{6CF8CC9C-AF1A-49AB-999B-167DF6E02066}"/>
              </a:ext>
            </a:extLst>
          </p:cNvPr>
          <p:cNvSpPr>
            <a:spLocks noGrp="1"/>
          </p:cNvSpPr>
          <p:nvPr/>
        </p:nvSpPr>
        <p:spPr>
          <a:xfrm>
            <a:off x="2124075" y="3867150"/>
            <a:ext cx="145732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해석 요청</a:t>
            </a:r>
            <a:endParaRPr lang="ko-KR">
              <a:latin typeface="Calibri"/>
              <a:ea typeface="Calibri"/>
              <a:cs typeface="Calibri"/>
            </a:endParaRPr>
          </a:p>
        </p:txBody>
      </p:sp>
      <p:sp>
        <p:nvSpPr>
          <p:cNvPr id="50" name="Editable path 47">
            <a:extLst>
              <a:ext uri="{FF2B5EF4-FFF2-40B4-BE49-F238E27FC236}">
                <ns2:creationId id="{3BF5BFD9-F72B-44B3-B286-8D10679C9CFD}"/>
              </a:ext>
            </a:extLst>
          </p:cNvPr>
          <p:cNvSpPr>
            <a:spLocks noGrp="1"/>
          </p:cNvSpPr>
          <p:nvPr/>
        </p:nvSpPr>
        <p:spPr>
          <a:xfrm>
            <a:off x="5810250" y="3505200"/>
            <a:ext cx="953" cy="685800"/>
          </a:xfrm>
          <a:custGeom>
            <a:pathLst>
              <a:path w="953" h="685800">
                <a:moveTo>
                  <a:pt x="0" y="685800"/>
                </a:moveTo>
                <a:lnTo>
                  <a:pt x="0" y="0"/>
                </a:lnTo>
              </a:path>
            </a:pathLst>
          </a:custGeom>
          <a:noFill/>
          <a:ln w="19050">
            <a:solidFill>
              <a:srgbClr val="111111"/>
            </a:solidFill>
            <a:prstDash val="dash"/>
          </a:ln>
        </p:spPr>
      </p:sp>
      <p:sp>
        <p:nvSpPr>
          <p:cNvPr id="51" name="Editable arrowhead 48">
            <a:extLst>
              <a:ext uri="{FF2B5EF4-FFF2-40B4-BE49-F238E27FC236}">
                <ns2:creationId id="{9A21082B-1E23-4AED-910F-DC63BF50D958}"/>
              </a:ext>
            </a:extLst>
          </p:cNvPr>
          <p:cNvSpPr>
            <a:spLocks noGrp="1"/>
          </p:cNvSpPr>
          <p:nvPr/>
        </p:nvSpPr>
        <p:spPr>
          <a:xfrm>
            <a:off x="5762625" y="35052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6  proposal">
            <a:extLst>
              <a:ext uri="{FF2B5EF4-FFF2-40B4-BE49-F238E27FC236}">
                <ns2:creationId id="{9A2CEE54-2326-438F-BD42-5BAFAB0DA68C}"/>
              </a:ext>
            </a:extLst>
          </p:cNvPr>
          <p:cNvSpPr>
            <a:spLocks noGrp="1"/>
          </p:cNvSpPr>
          <p:nvPr/>
        </p:nvSpPr>
        <p:spPr>
          <a:xfrm>
            <a:off x="4429125" y="3867150"/>
            <a:ext cx="15240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proposal</a:t>
            </a:r>
            <a:endParaRPr lang="ko-KR">
              <a:latin typeface="Calibri"/>
              <a:ea typeface="Calibri"/>
              <a:cs typeface="Calibri"/>
            </a:endParaRPr>
          </a:p>
        </p:txBody>
      </p:sp>
      <p:sp>
        <p:nvSpPr>
          <p:cNvPr id="54" name="Editable path 51">
            <a:extLst>
              <a:ext uri="{FF2B5EF4-FFF2-40B4-BE49-F238E27FC236}">
                <ns2:creationId id="{DD647204-FF2B-4431-B9E7-92EC87EC1C06}"/>
              </a:ext>
            </a:extLst>
          </p:cNvPr>
          <p:cNvSpPr>
            <a:spLocks noGrp="1"/>
          </p:cNvSpPr>
          <p:nvPr/>
        </p:nvSpPr>
        <p:spPr>
          <a:xfrm>
            <a:off x="6191250" y="3048000"/>
            <a:ext cx="1333500" cy="953"/>
          </a:xfrm>
          <a:custGeom>
            <a:pathLst>
              <a:path w="1333500" h="953">
                <a:moveTo>
                  <a:pt x="0" y="0"/>
                </a:moveTo>
                <a:lnTo>
                  <a:pt x="1333500" y="0"/>
                </a:lnTo>
              </a:path>
            </a:pathLst>
          </a:custGeom>
          <a:noFill/>
          <a:ln w="19050">
            <a:solidFill>
              <a:srgbClr val="111111"/>
            </a:solidFill>
            <a:prstDash val="solid"/>
          </a:ln>
        </p:spPr>
      </p:sp>
      <p:sp>
        <p:nvSpPr>
          <p:cNvPr id="55" name="Editable arrowhead 52">
            <a:extLst>
              <a:ext uri="{FF2B5EF4-FFF2-40B4-BE49-F238E27FC236}">
                <ns2:creationId id="{CEC83107-F54A-4679-8906-8711AA142BC3}"/>
              </a:ext>
            </a:extLst>
          </p:cNvPr>
          <p:cNvSpPr>
            <a:spLocks noGrp="1"/>
          </p:cNvSpPr>
          <p:nvPr/>
        </p:nvSpPr>
        <p:spPr>
          <a:xfrm>
            <a:off x="7429500" y="3000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6" name="조회 허가">
            <a:extLst>
              <a:ext uri="{FF2B5EF4-FFF2-40B4-BE49-F238E27FC236}">
                <ns2:creationId id="{8435749B-3F19-43D2-A436-7C03DCFFE650}"/>
              </a:ext>
            </a:extLst>
          </p:cNvPr>
          <p:cNvSpPr>
            <a:spLocks noGrp="1"/>
          </p:cNvSpPr>
          <p:nvPr/>
        </p:nvSpPr>
        <p:spPr>
          <a:xfrm>
            <a:off x="6276975" y="2676525"/>
            <a:ext cx="11715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조회 허가</a:t>
            </a:r>
            <a:endParaRPr lang="ko-KR">
              <a:latin typeface="Calibri"/>
              <a:ea typeface="Calibri"/>
              <a:cs typeface="Calibri"/>
            </a:endParaRPr>
          </a:p>
        </p:txBody>
      </p:sp>
      <p:sp>
        <p:nvSpPr>
          <p:cNvPr id="58" name="Editable path 55">
            <a:extLst>
              <a:ext uri="{FF2B5EF4-FFF2-40B4-BE49-F238E27FC236}">
                <ns2:creationId id="{85AE632E-9212-470F-9E99-7EF0D6F7E195}"/>
              </a:ext>
            </a:extLst>
          </p:cNvPr>
          <p:cNvSpPr>
            <a:spLocks noGrp="1"/>
          </p:cNvSpPr>
          <p:nvPr/>
        </p:nvSpPr>
        <p:spPr>
          <a:xfrm>
            <a:off x="6191250" y="4810125"/>
            <a:ext cx="1333500" cy="953"/>
          </a:xfrm>
          <a:custGeom>
            <a:pathLst>
              <a:path w="1333500" h="953">
                <a:moveTo>
                  <a:pt x="0" y="0"/>
                </a:moveTo>
                <a:lnTo>
                  <a:pt x="1333500" y="0"/>
                </a:lnTo>
              </a:path>
            </a:pathLst>
          </a:custGeom>
          <a:noFill/>
          <a:ln w="19050">
            <a:solidFill>
              <a:srgbClr val="111111"/>
            </a:solidFill>
            <a:prstDash val="solid"/>
          </a:ln>
        </p:spPr>
      </p:sp>
      <p:sp>
        <p:nvSpPr>
          <p:cNvPr id="59" name="Editable arrowhead 56">
            <a:extLst>
              <a:ext uri="{FF2B5EF4-FFF2-40B4-BE49-F238E27FC236}">
                <ns2:creationId id="{2479A77B-CF9D-433F-B593-8900D4171F30}"/>
              </a:ext>
            </a:extLst>
          </p:cNvPr>
          <p:cNvSpPr>
            <a:spLocks noGrp="1"/>
          </p:cNvSpPr>
          <p:nvPr/>
        </p:nvSpPr>
        <p:spPr>
          <a:xfrm>
            <a:off x="7429500" y="4762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0" name="2 Read / Crop">
            <a:extLst>
              <a:ext uri="{FF2B5EF4-FFF2-40B4-BE49-F238E27FC236}">
                <ns2:creationId id="{7B8F747D-FB08-468A-996E-C62B0521028B}"/>
              </a:ext>
            </a:extLst>
          </p:cNvPr>
          <p:cNvSpPr>
            <a:spLocks noGrp="1"/>
          </p:cNvSpPr>
          <p:nvPr/>
        </p:nvSpPr>
        <p:spPr>
          <a:xfrm>
            <a:off x="6238875" y="4486275"/>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Read / Crop</a:t>
            </a:r>
            <a:endParaRPr lang="ko-KR">
              <a:latin typeface="Calibri"/>
              <a:ea typeface="Calibri"/>
              <a:cs typeface="Calibri"/>
            </a:endParaRPr>
          </a:p>
        </p:txBody>
      </p:sp>
      <p:sp>
        <p:nvSpPr>
          <p:cNvPr id="62" name="Editable path 59">
            <a:extLst>
              <a:ext uri="{FF2B5EF4-FFF2-40B4-BE49-F238E27FC236}">
                <ns2:creationId id="{6EB0A414-BEFD-46A5-99DF-2160D18967F0}"/>
              </a:ext>
            </a:extLst>
          </p:cNvPr>
          <p:cNvSpPr>
            <a:spLocks noGrp="1"/>
          </p:cNvSpPr>
          <p:nvPr/>
        </p:nvSpPr>
        <p:spPr>
          <a:xfrm>
            <a:off x="6191250" y="5753100"/>
            <a:ext cx="1333500" cy="953"/>
          </a:xfrm>
          <a:custGeom>
            <a:pathLst>
              <a:path w="1333500" h="953">
                <a:moveTo>
                  <a:pt x="1333500" y="0"/>
                </a:moveTo>
                <a:lnTo>
                  <a:pt x="0" y="0"/>
                </a:lnTo>
              </a:path>
            </a:pathLst>
          </a:custGeom>
          <a:noFill/>
          <a:ln w="19050">
            <a:solidFill>
              <a:srgbClr val="111111"/>
            </a:solidFill>
            <a:prstDash val="dash"/>
          </a:ln>
        </p:spPr>
      </p:sp>
      <p:sp>
        <p:nvSpPr>
          <p:cNvPr id="63" name="Editable arrowhead 60">
            <a:extLst>
              <a:ext uri="{FF2B5EF4-FFF2-40B4-BE49-F238E27FC236}">
                <ns2:creationId id="{B64AA2AC-E404-4CBB-BAA4-F8E85FB8B9A2}"/>
              </a:ext>
            </a:extLst>
          </p:cNvPr>
          <p:cNvSpPr>
            <a:spLocks noGrp="1"/>
          </p:cNvSpPr>
          <p:nvPr/>
        </p:nvSpPr>
        <p:spPr>
          <a:xfrm>
            <a:off x="6191250" y="57054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64" name="3  원본 + 판본">
            <a:extLst>
              <a:ext uri="{FF2B5EF4-FFF2-40B4-BE49-F238E27FC236}">
                <ns2:creationId id="{3EA8F9DB-3DB6-4893-A65D-A69A3FE1C052}"/>
              </a:ext>
            </a:extLst>
          </p:cNvPr>
          <p:cNvSpPr>
            <a:spLocks noGrp="1"/>
          </p:cNvSpPr>
          <p:nvPr/>
        </p:nvSpPr>
        <p:spPr>
          <a:xfrm>
            <a:off x="6238875" y="54102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3  원본 + 판본</a:t>
            </a:r>
            <a:endParaRPr lang="ko-KR">
              <a:latin typeface="Calibri"/>
              <a:ea typeface="Calibri"/>
              <a:cs typeface="Calibri"/>
            </a:endParaRPr>
          </a:p>
        </p:txBody>
      </p:sp>
      <p:sp>
        <p:nvSpPr>
          <p:cNvPr id="66" name="Model Access">
            <a:extLst>
              <a:ext uri="{FF2B5EF4-FFF2-40B4-BE49-F238E27FC236}">
                <ns2:creationId id="{4E7CC54E-1A55-497D-8FA4-7CFBC502A976}"/>
              </a:ext>
            </a:extLst>
          </p:cNvPr>
          <p:cNvSpPr>
            <a:spLocks noGrp="1"/>
          </p:cNvSpPr>
          <p:nvPr/>
        </p:nvSpPr>
        <p:spPr>
          <a:xfrm>
            <a:off x="2095500" y="7019925"/>
            <a:ext cx="40957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68" name="Editable path 65">
            <a:extLst>
              <a:ext uri="{FF2B5EF4-FFF2-40B4-BE49-F238E27FC236}">
                <ns2:creationId id="{3C835C85-2335-439B-9569-0E21E4EDD4D8}"/>
              </a:ext>
            </a:extLst>
          </p:cNvPr>
          <p:cNvSpPr>
            <a:spLocks noGrp="1"/>
          </p:cNvSpPr>
          <p:nvPr/>
        </p:nvSpPr>
        <p:spPr>
          <a:xfrm>
            <a:off x="2095500" y="7372350"/>
            <a:ext cx="4095750" cy="953"/>
          </a:xfrm>
          <a:custGeom>
            <a:pathLst>
              <a:path w="4095750" h="953">
                <a:moveTo>
                  <a:pt x="0" y="0"/>
                </a:moveTo>
                <a:lnTo>
                  <a:pt x="4095750" y="0"/>
                </a:lnTo>
              </a:path>
            </a:pathLst>
          </a:custGeom>
          <a:noFill/>
          <a:ln w="14288">
            <a:solidFill>
              <a:srgbClr val="111111"/>
            </a:solidFill>
            <a:prstDash val="solid"/>
          </a:ln>
        </p:spPr>
      </p:sp>
      <p:sp>
        <p:nvSpPr>
          <p:cNvPr id="69" name="Cloud Model Client">
            <a:extLst>
              <a:ext uri="{FF2B5EF4-FFF2-40B4-BE49-F238E27FC236}">
                <ns2:creationId id="{C95A4C49-1BF4-487A-B01B-0075B66D7752}"/>
              </a:ext>
            </a:extLst>
          </p:cNvPr>
          <p:cNvSpPr>
            <a:spLocks noGrp="1"/>
          </p:cNvSpPr>
          <p:nvPr/>
        </p:nvSpPr>
        <p:spPr>
          <a:xfrm>
            <a:off x="2286000" y="7458075"/>
            <a:ext cx="3714750" cy="400050"/>
          </a:xfrm>
          <a:prstGeom prst="roundRect">
            <a:avLst>
              <a:gd name="adj" fmla="val 1904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Cloud Model Client</a:t>
            </a:r>
            <a:endParaRPr lang="ko-KR">
              <a:latin typeface="Calibri"/>
              <a:ea typeface="Calibri"/>
              <a:cs typeface="Calibri"/>
            </a:endParaRPr>
          </a:p>
        </p:txBody>
      </p:sp>
      <p:sp>
        <p:nvSpPr>
          <p:cNvPr id="71" name="Cloud 의미 LLM">
            <a:extLst>
              <a:ext uri="{FF2B5EF4-FFF2-40B4-BE49-F238E27FC236}">
                <ns2:creationId id="{89ECB4E3-41D2-4C0C-8075-98B931850F36}"/>
              </a:ext>
            </a:extLst>
          </p:cNvPr>
          <p:cNvSpPr>
            <a:spLocks noGrp="1"/>
          </p:cNvSpPr>
          <p:nvPr/>
        </p:nvSpPr>
        <p:spPr>
          <a:xfrm>
            <a:off x="7524750" y="7019925"/>
            <a:ext cx="2095500" cy="952500"/>
          </a:xfrm>
          <a:prstGeom prst="hexagon">
            <a:avLst/>
          </a:prstGeom>
          <a:solidFill>
            <a:srgbClr val="F1F6FC"/>
          </a:solidFill>
          <a:ln w="19050">
            <a:solidFill>
              <a:srgbClr val="111111"/>
            </a:solidFill>
            <a:prstDash val="solid"/>
          </a:ln>
        </p:spPr>
        <p:txBody>
          <a:bodyPr wrap="none" lIns="190500" tIns="28575" rIns="190500" bIns="2857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73" name="Editable path 70">
            <a:extLst>
              <a:ext uri="{FF2B5EF4-FFF2-40B4-BE49-F238E27FC236}">
                <ns2:creationId id="{157DB59B-30FB-427A-AD9C-84C6C908161F}"/>
              </a:ext>
            </a:extLst>
          </p:cNvPr>
          <p:cNvSpPr>
            <a:spLocks noGrp="1"/>
          </p:cNvSpPr>
          <p:nvPr/>
        </p:nvSpPr>
        <p:spPr>
          <a:xfrm>
            <a:off x="2667000" y="6286500"/>
            <a:ext cx="953" cy="733425"/>
          </a:xfrm>
          <a:custGeom>
            <a:pathLst>
              <a:path w="953" h="733425">
                <a:moveTo>
                  <a:pt x="0" y="0"/>
                </a:moveTo>
                <a:lnTo>
                  <a:pt x="0" y="733425"/>
                </a:lnTo>
              </a:path>
            </a:pathLst>
          </a:custGeom>
          <a:noFill/>
          <a:ln w="19050">
            <a:solidFill>
              <a:srgbClr val="111111"/>
            </a:solidFill>
            <a:prstDash val="solid"/>
          </a:ln>
        </p:spPr>
      </p:sp>
      <p:sp>
        <p:nvSpPr>
          <p:cNvPr id="74" name="Editable arrowhead 71">
            <a:extLst>
              <a:ext uri="{FF2B5EF4-FFF2-40B4-BE49-F238E27FC236}">
                <ns2:creationId id="{E9467708-5105-442C-B98F-7936D8225E4B}"/>
              </a:ext>
            </a:extLst>
          </p:cNvPr>
          <p:cNvSpPr>
            <a:spLocks noGrp="1"/>
          </p:cNvSpPr>
          <p:nvPr/>
        </p:nvSpPr>
        <p:spPr>
          <a:xfrm>
            <a:off x="2619375" y="6924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5" name="4  원본 + 전사">
            <a:extLst>
              <a:ext uri="{FF2B5EF4-FFF2-40B4-BE49-F238E27FC236}">
                <ns2:creationId id="{A75E27EF-F716-42DC-A197-CB5E0FF83C7A}"/>
              </a:ext>
            </a:extLst>
          </p:cNvPr>
          <p:cNvSpPr>
            <a:spLocks noGrp="1"/>
          </p:cNvSpPr>
          <p:nvPr/>
        </p:nvSpPr>
        <p:spPr>
          <a:xfrm>
            <a:off x="2124075" y="6524625"/>
            <a:ext cx="16764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원본 + 전사</a:t>
            </a:r>
            <a:endParaRPr lang="ko-KR">
              <a:latin typeface="Calibri"/>
              <a:ea typeface="Calibri"/>
              <a:cs typeface="Calibri"/>
            </a:endParaRPr>
          </a:p>
        </p:txBody>
      </p:sp>
      <p:sp>
        <p:nvSpPr>
          <p:cNvPr id="77" name="Editable path 74">
            <a:extLst>
              <a:ext uri="{FF2B5EF4-FFF2-40B4-BE49-F238E27FC236}">
                <ns2:creationId id="{D7BD002D-93FC-48B7-AC58-ACC0E371774F}"/>
              </a:ext>
            </a:extLst>
          </p:cNvPr>
          <p:cNvSpPr>
            <a:spLocks noGrp="1"/>
          </p:cNvSpPr>
          <p:nvPr/>
        </p:nvSpPr>
        <p:spPr>
          <a:xfrm>
            <a:off x="5810250" y="6286500"/>
            <a:ext cx="953" cy="733425"/>
          </a:xfrm>
          <a:custGeom>
            <a:pathLst>
              <a:path w="953" h="733425">
                <a:moveTo>
                  <a:pt x="0" y="733425"/>
                </a:moveTo>
                <a:lnTo>
                  <a:pt x="0" y="0"/>
                </a:lnTo>
              </a:path>
            </a:pathLst>
          </a:custGeom>
          <a:noFill/>
          <a:ln w="19050">
            <a:solidFill>
              <a:srgbClr val="111111"/>
            </a:solidFill>
            <a:prstDash val="dash"/>
          </a:ln>
        </p:spPr>
      </p:sp>
      <p:sp>
        <p:nvSpPr>
          <p:cNvPr id="78" name="Editable arrowhead 75">
            <a:extLst>
              <a:ext uri="{FF2B5EF4-FFF2-40B4-BE49-F238E27FC236}">
                <ns2:creationId id="{EE5CA269-497A-4987-BC9D-72FF5BE31921}"/>
              </a:ext>
            </a:extLst>
          </p:cNvPr>
          <p:cNvSpPr>
            <a:spLocks noGrp="1"/>
          </p:cNvSpPr>
          <p:nvPr/>
        </p:nvSpPr>
        <p:spPr>
          <a:xfrm>
            <a:off x="5762625" y="62865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79" name="5  해석 / 추가 읽기">
            <a:extLst>
              <a:ext uri="{FF2B5EF4-FFF2-40B4-BE49-F238E27FC236}">
                <ns2:creationId id="{31EAC64E-794E-45BD-9B64-292939394854}"/>
              </a:ext>
            </a:extLst>
          </p:cNvPr>
          <p:cNvSpPr>
            <a:spLocks noGrp="1"/>
          </p:cNvSpPr>
          <p:nvPr/>
        </p:nvSpPr>
        <p:spPr>
          <a:xfrm>
            <a:off x="4067175" y="6524625"/>
            <a:ext cx="195262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5  해석 / 추가 읽기</a:t>
            </a:r>
            <a:endParaRPr lang="ko-KR">
              <a:latin typeface="Calibri"/>
              <a:ea typeface="Calibri"/>
              <a:cs typeface="Calibri"/>
            </a:endParaRPr>
          </a:p>
        </p:txBody>
      </p:sp>
      <p:sp>
        <p:nvSpPr>
          <p:cNvPr id="81" name="Editable path 78">
            <a:extLst>
              <a:ext uri="{FF2B5EF4-FFF2-40B4-BE49-F238E27FC236}">
                <ns2:creationId id="{A97A63C8-7FE9-4537-BD50-C3D47EE7FA3F}"/>
              </a:ext>
            </a:extLst>
          </p:cNvPr>
          <p:cNvSpPr>
            <a:spLocks noGrp="1"/>
          </p:cNvSpPr>
          <p:nvPr/>
        </p:nvSpPr>
        <p:spPr>
          <a:xfrm>
            <a:off x="6191250" y="7381875"/>
            <a:ext cx="1333500" cy="953"/>
          </a:xfrm>
          <a:custGeom>
            <a:pathLst>
              <a:path w="1333500" h="953">
                <a:moveTo>
                  <a:pt x="0" y="0"/>
                </a:moveTo>
                <a:lnTo>
                  <a:pt x="1333500" y="0"/>
                </a:lnTo>
              </a:path>
            </a:pathLst>
          </a:custGeom>
          <a:noFill/>
          <a:ln w="19050">
            <a:solidFill>
              <a:srgbClr val="111111"/>
            </a:solidFill>
            <a:prstDash val="solid"/>
          </a:ln>
        </p:spPr>
      </p:sp>
      <p:sp>
        <p:nvSpPr>
          <p:cNvPr id="82" name="Editable arrowhead 79">
            <a:extLst>
              <a:ext uri="{FF2B5EF4-FFF2-40B4-BE49-F238E27FC236}">
                <ns2:creationId id="{E5998FAB-1AFC-485B-901E-27FD80F53DFE}"/>
              </a:ext>
            </a:extLst>
          </p:cNvPr>
          <p:cNvSpPr>
            <a:spLocks noGrp="1"/>
          </p:cNvSpPr>
          <p:nvPr/>
        </p:nvSpPr>
        <p:spPr>
          <a:xfrm>
            <a:off x="7429500" y="73342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3" name="Infer">
            <a:extLst>
              <a:ext uri="{FF2B5EF4-FFF2-40B4-BE49-F238E27FC236}">
                <ns2:creationId id="{439CA362-5107-4DA8-8E2B-6ED7FF1DE24C}"/>
              </a:ext>
            </a:extLst>
          </p:cNvPr>
          <p:cNvSpPr>
            <a:spLocks noGrp="1"/>
          </p:cNvSpPr>
          <p:nvPr/>
        </p:nvSpPr>
        <p:spPr>
          <a:xfrm>
            <a:off x="6343650" y="7048500"/>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Infer</a:t>
            </a:r>
            <a:endParaRPr lang="ko-KR">
              <a:latin typeface="Calibri"/>
              <a:ea typeface="Calibri"/>
              <a:cs typeface="Calibri"/>
            </a:endParaRPr>
          </a:p>
        </p:txBody>
      </p:sp>
      <p:sp>
        <p:nvSpPr>
          <p:cNvPr id="85" name="Editable path 82">
            <a:extLst>
              <a:ext uri="{FF2B5EF4-FFF2-40B4-BE49-F238E27FC236}">
                <ns2:creationId id="{0F380FA1-13F6-4B9D-99BA-52B11417C312}"/>
              </a:ext>
            </a:extLst>
          </p:cNvPr>
          <p:cNvSpPr>
            <a:spLocks noGrp="1"/>
          </p:cNvSpPr>
          <p:nvPr/>
        </p:nvSpPr>
        <p:spPr>
          <a:xfrm>
            <a:off x="6191250" y="7734300"/>
            <a:ext cx="1333500" cy="953"/>
          </a:xfrm>
          <a:custGeom>
            <a:pathLst>
              <a:path w="1333500" h="953">
                <a:moveTo>
                  <a:pt x="1333500" y="0"/>
                </a:moveTo>
                <a:lnTo>
                  <a:pt x="0" y="0"/>
                </a:lnTo>
              </a:path>
            </a:pathLst>
          </a:custGeom>
          <a:noFill/>
          <a:ln w="19050">
            <a:solidFill>
              <a:srgbClr val="111111"/>
            </a:solidFill>
            <a:prstDash val="dash"/>
          </a:ln>
        </p:spPr>
      </p:sp>
      <p:sp>
        <p:nvSpPr>
          <p:cNvPr id="86" name="Editable arrowhead 83">
            <a:extLst>
              <a:ext uri="{FF2B5EF4-FFF2-40B4-BE49-F238E27FC236}">
                <ns2:creationId id="{CE00F559-B5D5-48F0-A0D5-900CDD3BC01C}"/>
              </a:ext>
            </a:extLst>
          </p:cNvPr>
          <p:cNvSpPr>
            <a:spLocks noGrp="1"/>
          </p:cNvSpPr>
          <p:nvPr/>
        </p:nvSpPr>
        <p:spPr>
          <a:xfrm>
            <a:off x="6191250" y="76866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결과">
            <a:extLst>
              <a:ext uri="{FF2B5EF4-FFF2-40B4-BE49-F238E27FC236}">
                <ns2:creationId id="{578B9632-0D25-4882-A671-8331ADF47335}"/>
              </a:ext>
            </a:extLst>
          </p:cNvPr>
          <p:cNvSpPr>
            <a:spLocks noGrp="1"/>
          </p:cNvSpPr>
          <p:nvPr/>
        </p:nvSpPr>
        <p:spPr>
          <a:xfrm>
            <a:off x="6343650" y="7781925"/>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결과</a:t>
            </a:r>
            <a:endParaRPr lang="ko-KR">
              <a:latin typeface="Calibri"/>
              <a:ea typeface="Calibri"/>
              <a:cs typeface="Calibri"/>
            </a:endParaRPr>
          </a:p>
        </p:txBody>
      </p:sp>
      <p:sp>
        <p:nvSpPr>
          <p:cNvPr id="89" name="DP3 object 86">
            <a:extLst>
              <a:ext uri="{FF2B5EF4-FFF2-40B4-BE49-F238E27FC236}">
                <ns2:creationId id="{10B734DE-318A-44CA-8BF0-0671DFAC45A8}"/>
              </a:ext>
            </a:extLst>
          </p:cNvPr>
          <p:cNvSpPr>
            <a:spLocks noGrp="1"/>
          </p:cNvSpPr>
          <p:nvPr/>
        </p:nvSpPr>
        <p:spPr>
          <a:xfrm>
            <a:off x="2190750" y="8439150"/>
            <a:ext cx="7334250" cy="742950"/>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 범위와 지칭 관계를 같은 해석 세션에서 판단</a:t>
            </a:r>
            <a:endParaRPr lang="ko-KR">
              <a:latin typeface="Calibri"/>
              <a:ea typeface="Calibri"/>
              <a:cs typeface="Calibri"/>
            </a:endParaRPr>
          </a:p>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부족한 crop·과거 관측은 2–5 경로로 재조회</a:t>
            </a:r>
            <a:endParaRPr lang="ko-KR">
              <a:latin typeface="Calibri"/>
              <a:ea typeface="Calibri"/>
              <a:cs typeface="Calibri"/>
            </a:endParaRPr>
          </a:p>
        </p:txBody>
      </p:sp>
      <p:sp>
        <p:nvSpPr>
          <p:cNvPr id="90" name="Request Controller">
            <a:extLst>
              <a:ext uri="{FF2B5EF4-FFF2-40B4-BE49-F238E27FC236}">
                <ns2:creationId id="{9836C045-8667-43D0-8BBF-31F993AA4CD4}"/>
              </a:ext>
            </a:extLst>
          </p:cNvPr>
          <p:cNvSpPr>
            <a:spLocks noGrp="1"/>
          </p:cNvSpPr>
          <p:nvPr/>
        </p:nvSpPr>
        <p:spPr>
          <a:xfrm>
            <a:off x="10191750" y="2552700"/>
            <a:ext cx="342900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92" name="Editable path 89">
            <a:extLst>
              <a:ext uri="{FF2B5EF4-FFF2-40B4-BE49-F238E27FC236}">
                <ns2:creationId id="{19915461-D8D9-400E-A4AA-9272241A93E1}"/>
              </a:ext>
            </a:extLst>
          </p:cNvPr>
          <p:cNvSpPr>
            <a:spLocks noGrp="1"/>
          </p:cNvSpPr>
          <p:nvPr/>
        </p:nvSpPr>
        <p:spPr>
          <a:xfrm>
            <a:off x="10191750" y="2905125"/>
            <a:ext cx="3429000" cy="953"/>
          </a:xfrm>
          <a:custGeom>
            <a:pathLst>
              <a:path w="3429000" h="953">
                <a:moveTo>
                  <a:pt x="0" y="0"/>
                </a:moveTo>
                <a:lnTo>
                  <a:pt x="3429000" y="0"/>
                </a:lnTo>
              </a:path>
            </a:pathLst>
          </a:custGeom>
          <a:noFill/>
          <a:ln w="14288">
            <a:solidFill>
              <a:srgbClr val="111111"/>
            </a:solidFill>
            <a:prstDash val="solid"/>
          </a:ln>
        </p:spPr>
      </p:sp>
      <p:sp>
        <p:nvSpPr>
          <p:cNvPr id="93" name="Request Revision Guard">
            <a:extLst>
              <a:ext uri="{FF2B5EF4-FFF2-40B4-BE49-F238E27FC236}">
                <ns2:creationId id="{900006AF-9AC8-4B2C-B7D4-DD3A98F9C5BB}"/>
              </a:ext>
            </a:extLst>
          </p:cNvPr>
          <p:cNvSpPr>
            <a:spLocks noGrp="1"/>
          </p:cNvSpPr>
          <p:nvPr/>
        </p:nvSpPr>
        <p:spPr>
          <a:xfrm>
            <a:off x="10353675" y="2990850"/>
            <a:ext cx="3105150" cy="400050"/>
          </a:xfrm>
          <a:prstGeom prst="roundRect">
            <a:avLst>
              <a:gd name="adj" fmla="val 1904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Request Revision Guard</a:t>
            </a:r>
            <a:endParaRPr lang="ko-KR">
              <a:latin typeface="Calibri"/>
              <a:ea typeface="Calibri"/>
              <a:cs typeface="Calibri"/>
            </a:endParaRPr>
          </a:p>
        </p:txBody>
      </p:sp>
      <p:sp>
        <p:nvSpPr>
          <p:cNvPr id="95" name="DP3 object 92">
            <a:extLst>
              <a:ext uri="{FF2B5EF4-FFF2-40B4-BE49-F238E27FC236}">
                <ns2:creationId id="{688EF24D-1061-4420-9C4E-905541856B93}"/>
              </a:ext>
            </a:extLst>
          </p:cNvPr>
          <p:cNvSpPr>
            <a:spLocks noGrp="1"/>
          </p:cNvSpPr>
          <p:nvPr/>
        </p:nvSpPr>
        <p:spPr>
          <a:xfrm>
            <a:off x="10287000" y="3590925"/>
            <a:ext cx="3238500" cy="257175"/>
          </a:xfrm>
          <a:prstGeom prst="rect">
            <a:avLst/>
          </a:prstGeom>
          <a:noFill/>
          <a:ln w="0">
            <a:noFill/>
            <a:prstDash val="solid"/>
          </a:ln>
        </p:spPr>
        <p:txBody>
          <a:bodyPr wrap="none" lIns="0" tIns="0" rIns="0" bIns="0" anchor="ctr">
            <a:noAutofit/>
          </a:bodyPr>
          <a:lstStyle>
            <a:defPPr algn="ctr">
              <a:defRPr sz="1600" b="0" lang="ko-KR">
                <a:solidFill>
                  <a:srgbClr val="4676CB"/>
                </a:solidFill>
                <a:latin typeface="Calibri"/>
                <a:ea typeface="Calibri"/>
                <a:cs typeface="Calibri"/>
              </a:defRPr>
            </a:defPPr>
            <a:lvl1pPr algn="ctr">
              <a:defRPr sz="1600" b="0" lang="ko-KR">
                <a:solidFill>
                  <a:srgbClr val="4676CB"/>
                </a:solidFill>
                <a:latin typeface="Calibri"/>
                <a:ea typeface="Calibri"/>
                <a:cs typeface="Calibri"/>
              </a:defRPr>
            </a:lvl1pPr>
            <a:lvl2pPr algn="ctr">
              <a:defRPr sz="1600" b="0" lang="ko-KR">
                <a:solidFill>
                  <a:srgbClr val="4676CB"/>
                </a:solidFill>
                <a:latin typeface="Calibri"/>
                <a:ea typeface="Calibri"/>
                <a:cs typeface="Calibri"/>
              </a:defRPr>
            </a:lvl2pPr>
            <a:lvl3pPr algn="ctr">
              <a:defRPr sz="1600" b="0" lang="ko-KR">
                <a:solidFill>
                  <a:srgbClr val="4676CB"/>
                </a:solidFill>
                <a:latin typeface="Calibri"/>
                <a:ea typeface="Calibri"/>
                <a:cs typeface="Calibri"/>
              </a:defRPr>
            </a:lvl3pPr>
            <a:lvl4pPr algn="ctr">
              <a:defRPr sz="1600" b="0" lang="ko-KR">
                <a:solidFill>
                  <a:srgbClr val="4676CB"/>
                </a:solidFill>
                <a:latin typeface="Calibri"/>
                <a:ea typeface="Calibri"/>
                <a:cs typeface="Calibri"/>
              </a:defRPr>
            </a:lvl4pPr>
            <a:lvl5pPr algn="ctr">
              <a:defRPr sz="1600" b="0" lang="ko-KR">
                <a:solidFill>
                  <a:srgbClr val="4676CB"/>
                </a:solidFill>
                <a:latin typeface="Calibri"/>
                <a:ea typeface="Calibri"/>
                <a:cs typeface="Calibri"/>
              </a:defRPr>
            </a:lvl5pPr>
            <a:lvl6pPr algn="ctr">
              <a:defRPr sz="1600" b="0" lang="ko-KR">
                <a:solidFill>
                  <a:srgbClr val="4676CB"/>
                </a:solidFill>
                <a:latin typeface="Calibri"/>
                <a:ea typeface="Calibri"/>
                <a:cs typeface="Calibri"/>
              </a:defRPr>
            </a:lvl6pPr>
            <a:lvl7pPr algn="ctr">
              <a:defRPr sz="1600" b="0" lang="ko-KR">
                <a:solidFill>
                  <a:srgbClr val="4676CB"/>
                </a:solidFill>
                <a:latin typeface="Calibri"/>
                <a:ea typeface="Calibri"/>
                <a:cs typeface="Calibri"/>
              </a:defRPr>
            </a:lvl7pPr>
            <a:lvl8pPr algn="ctr">
              <a:defRPr sz="1600" b="0" lang="ko-KR">
                <a:solidFill>
                  <a:srgbClr val="4676CB"/>
                </a:solidFill>
                <a:latin typeface="Calibri"/>
                <a:ea typeface="Calibri"/>
                <a:cs typeface="Calibri"/>
              </a:defRPr>
            </a:lvl8pPr>
            <a:lvl9pPr algn="ctr">
              <a:defRPr sz="1600" b="0" lang="ko-KR">
                <a:solidFill>
                  <a:srgbClr val="4676CB"/>
                </a:solidFill>
                <a:latin typeface="Calibri"/>
                <a:ea typeface="Calibri"/>
                <a:cs typeface="Calibri"/>
              </a:defRPr>
            </a:lvl9pPr>
          </a:lstStyle>
          <a:p>
            <a:pPr algn="ctr">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최종 의미 채택</a:t>
            </a:r>
            <a:endParaRPr lang="ko-KR">
              <a:latin typeface="Calibri"/>
              <a:ea typeface="Calibri"/>
              <a:cs typeface="Calibri"/>
            </a:endParaRPr>
          </a:p>
        </p:txBody>
      </p:sp>
      <p:sp>
        <p:nvSpPr>
          <p:cNvPr id="96" name="Context Manager">
            <a:extLst>
              <a:ext uri="{FF2B5EF4-FFF2-40B4-BE49-F238E27FC236}">
                <ns2:creationId id="{8FB6A894-E0B0-43F8-9B05-F5E12787133F}"/>
              </a:ext>
            </a:extLst>
          </p:cNvPr>
          <p:cNvSpPr>
            <a:spLocks noGrp="1"/>
          </p:cNvSpPr>
          <p:nvPr/>
        </p:nvSpPr>
        <p:spPr>
          <a:xfrm>
            <a:off x="14573250" y="2552700"/>
            <a:ext cx="31432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8" name="Editable path 95">
            <a:extLst>
              <a:ext uri="{FF2B5EF4-FFF2-40B4-BE49-F238E27FC236}">
                <ns2:creationId id="{A41BC8FC-E736-4CE6-AEA3-BC9B0444FB2D}"/>
              </a:ext>
            </a:extLst>
          </p:cNvPr>
          <p:cNvSpPr>
            <a:spLocks noGrp="1"/>
          </p:cNvSpPr>
          <p:nvPr/>
        </p:nvSpPr>
        <p:spPr>
          <a:xfrm>
            <a:off x="14573250" y="2905125"/>
            <a:ext cx="3143250" cy="953"/>
          </a:xfrm>
          <a:custGeom>
            <a:pathLst>
              <a:path w="3143250" h="953">
                <a:moveTo>
                  <a:pt x="0" y="0"/>
                </a:moveTo>
                <a:lnTo>
                  <a:pt x="3143250" y="0"/>
                </a:lnTo>
              </a:path>
            </a:pathLst>
          </a:custGeom>
          <a:noFill/>
          <a:ln w="14288">
            <a:solidFill>
              <a:srgbClr val="111111"/>
            </a:solidFill>
            <a:prstDash val="solid"/>
          </a:ln>
        </p:spPr>
      </p:sp>
      <p:sp>
        <p:nvSpPr>
          <p:cNvPr id="99" name="허가된 원본 참조·cache (RAM)">
            <a:extLst>
              <a:ext uri="{FF2B5EF4-FFF2-40B4-BE49-F238E27FC236}">
                <ns2:creationId id="{280EE3DF-2EFD-4B23-B8D0-BB2006D48647}"/>
              </a:ext>
            </a:extLst>
          </p:cNvPr>
          <p:cNvSpPr>
            <a:spLocks noGrp="1"/>
          </p:cNvSpPr>
          <p:nvPr/>
        </p:nvSpPr>
        <p:spPr>
          <a:xfrm>
            <a:off x="14744700" y="2981325"/>
            <a:ext cx="2800350" cy="4095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허가된 원본 참조·cache (RAM)</a:t>
            </a:r>
            <a:endParaRPr lang="ko-KR">
              <a:latin typeface="Calibri"/>
              <a:ea typeface="Calibri"/>
              <a:cs typeface="Calibri"/>
            </a:endParaRPr>
          </a:p>
        </p:txBody>
      </p:sp>
      <p:sp>
        <p:nvSpPr>
          <p:cNvPr id="101" name="Request Interpreter">
            <a:extLst>
              <a:ext uri="{FF2B5EF4-FFF2-40B4-BE49-F238E27FC236}">
                <ns2:creationId id="{3A63E15F-6554-4CEB-BC13-462EFE024CCB}"/>
              </a:ext>
            </a:extLst>
          </p:cNvPr>
          <p:cNvSpPr>
            <a:spLocks noGrp="1"/>
          </p:cNvSpPr>
          <p:nvPr/>
        </p:nvSpPr>
        <p:spPr>
          <a:xfrm>
            <a:off x="10191750" y="4191000"/>
            <a:ext cx="3429000" cy="2095500"/>
          </a:xfrm>
          <a:prstGeom prst="rect">
            <a:avLst/>
          </a:prstGeom>
          <a:solidFill>
            <a:srgbClr val="FFF6DD"/>
          </a:solidFill>
          <a:ln w="19050">
            <a:solidFill>
              <a:srgbClr val="111111"/>
            </a:solidFill>
            <a:prstDash val="solid"/>
          </a:ln>
        </p:spPr>
        <p:txBody>
          <a:bodyPr wrap="none" lIns="66675" tIns="19050" rIns="66675" bIns="17621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03" name="Editable path 99">
            <a:extLst>
              <a:ext uri="{FF2B5EF4-FFF2-40B4-BE49-F238E27FC236}">
                <ns2:creationId id="{F31E710E-B4D2-42F4-BAE1-3D0208FB6246}"/>
              </a:ext>
            </a:extLst>
          </p:cNvPr>
          <p:cNvSpPr>
            <a:spLocks noGrp="1"/>
          </p:cNvSpPr>
          <p:nvPr/>
        </p:nvSpPr>
        <p:spPr>
          <a:xfrm>
            <a:off x="10191750" y="4543425"/>
            <a:ext cx="3429000" cy="953"/>
          </a:xfrm>
          <a:custGeom>
            <a:pathLst>
              <a:path w="3429000" h="953">
                <a:moveTo>
                  <a:pt x="0" y="0"/>
                </a:moveTo>
                <a:lnTo>
                  <a:pt x="3429000" y="0"/>
                </a:lnTo>
              </a:path>
            </a:pathLst>
          </a:custGeom>
          <a:noFill/>
          <a:ln w="14288">
            <a:solidFill>
              <a:srgbClr val="111111"/>
            </a:solidFill>
            <a:prstDash val="solid"/>
          </a:ln>
        </p:spPr>
      </p:sp>
      <p:sp>
        <p:nvSpPr>
          <p:cNvPr id="104" name="Multimodal Binding Resolver">
            <a:extLst>
              <a:ext uri="{FF2B5EF4-FFF2-40B4-BE49-F238E27FC236}">
                <ns2:creationId id="{D18F65EE-8B86-4C57-8214-4253502FF1FD}"/>
              </a:ext>
            </a:extLst>
          </p:cNvPr>
          <p:cNvSpPr>
            <a:spLocks noGrp="1"/>
          </p:cNvSpPr>
          <p:nvPr/>
        </p:nvSpPr>
        <p:spPr>
          <a:xfrm>
            <a:off x="10344150" y="4648200"/>
            <a:ext cx="312420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106" name="해석 세션 (RAM)전사·시각 / candidate revision">
            <a:extLst>
              <a:ext uri="{FF2B5EF4-FFF2-40B4-BE49-F238E27FC236}">
                <ns2:creationId id="{33288EE3-B455-4066-A6BC-257E51438F94}"/>
              </a:ext>
            </a:extLst>
          </p:cNvPr>
          <p:cNvSpPr>
            <a:spLocks noGrp="1"/>
          </p:cNvSpPr>
          <p:nvPr/>
        </p:nvSpPr>
        <p:spPr>
          <a:xfrm>
            <a:off x="10344150" y="5362575"/>
            <a:ext cx="3124200" cy="7334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해석 세션 (RAM)</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전사·시각 / candidate revision</a:t>
            </a:r>
            <a:endParaRPr lang="ko-KR">
              <a:latin typeface="Calibri"/>
              <a:ea typeface="Calibri"/>
              <a:cs typeface="Calibri"/>
            </a:endParaRPr>
          </a:p>
        </p:txBody>
      </p:sp>
      <p:sp>
        <p:nvSpPr>
          <p:cNvPr id="108" name="Screen Target Producer">
            <a:extLst>
              <a:ext uri="{FF2B5EF4-FFF2-40B4-BE49-F238E27FC236}">
                <ns2:creationId id="{9DE3A3C1-85BF-4D9F-93D0-0406A321F623}"/>
              </a:ext>
            </a:extLst>
          </p:cNvPr>
          <p:cNvSpPr>
            <a:spLocks noGrp="1"/>
          </p:cNvSpPr>
          <p:nvPr/>
        </p:nvSpPr>
        <p:spPr>
          <a:xfrm>
            <a:off x="14573250" y="4191000"/>
            <a:ext cx="3143250" cy="2095500"/>
          </a:xfrm>
          <a:prstGeom prst="rect">
            <a:avLst/>
          </a:prstGeom>
          <a:solidFill>
            <a:srgbClr val="FFF6DD"/>
          </a:solidFill>
          <a:ln w="19050">
            <a:solidFill>
              <a:srgbClr val="111111"/>
            </a:solidFill>
            <a:prstDash val="solid"/>
          </a:ln>
        </p:spPr>
        <p:txBody>
          <a:bodyPr wrap="none" lIns="66675" tIns="19050" rIns="66675" bIns="17621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110" name="Editable path 105">
            <a:extLst>
              <a:ext uri="{FF2B5EF4-FFF2-40B4-BE49-F238E27FC236}">
                <ns2:creationId id="{D0FB86E4-5ADA-42E5-9B32-8902426BD38C}"/>
              </a:ext>
            </a:extLst>
          </p:cNvPr>
          <p:cNvSpPr>
            <a:spLocks noGrp="1"/>
          </p:cNvSpPr>
          <p:nvPr/>
        </p:nvSpPr>
        <p:spPr>
          <a:xfrm>
            <a:off x="14573250" y="4543425"/>
            <a:ext cx="3143250" cy="953"/>
          </a:xfrm>
          <a:custGeom>
            <a:pathLst>
              <a:path w="3143250" h="953">
                <a:moveTo>
                  <a:pt x="0" y="0"/>
                </a:moveTo>
                <a:lnTo>
                  <a:pt x="3143250" y="0"/>
                </a:lnTo>
              </a:path>
            </a:pathLst>
          </a:custGeom>
          <a:noFill/>
          <a:ln w="14288">
            <a:solidFill>
              <a:srgbClr val="111111"/>
            </a:solidFill>
            <a:prstDash val="solid"/>
          </a:ln>
        </p:spPr>
      </p:sp>
      <p:sp>
        <p:nvSpPr>
          <p:cNvPr id="111" name="Candidate Assembler">
            <a:extLst>
              <a:ext uri="{FF2B5EF4-FFF2-40B4-BE49-F238E27FC236}">
                <ns2:creationId id="{158E89F2-3B68-4E2E-B63B-390A4CEBA63E}"/>
              </a:ext>
            </a:extLst>
          </p:cNvPr>
          <p:cNvSpPr>
            <a:spLocks noGrp="1"/>
          </p:cNvSpPr>
          <p:nvPr/>
        </p:nvSpPr>
        <p:spPr>
          <a:xfrm>
            <a:off x="14725650" y="4657725"/>
            <a:ext cx="28384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Candidate Assembler</a:t>
            </a:r>
            <a:endParaRPr lang="ko-KR">
              <a:latin typeface="Calibri"/>
              <a:ea typeface="Calibri"/>
              <a:cs typeface="Calibri"/>
            </a:endParaRPr>
          </a:p>
        </p:txBody>
      </p:sp>
      <p:sp>
        <p:nvSpPr>
          <p:cNvPr id="113" name="대상·동작 기록 (RAM)bbox / mask·track 참조출처·판본·불확실성">
            <a:extLst>
              <a:ext uri="{FF2B5EF4-FFF2-40B4-BE49-F238E27FC236}">
                <ns2:creationId id="{618926A6-169E-45C8-9F6C-0A7E77BC6149}"/>
              </a:ext>
            </a:extLst>
          </p:cNvPr>
          <p:cNvSpPr>
            <a:spLocks noGrp="1"/>
          </p:cNvSpPr>
          <p:nvPr/>
        </p:nvSpPr>
        <p:spPr>
          <a:xfrm>
            <a:off x="14725650" y="5248275"/>
            <a:ext cx="2838450" cy="8667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대상·동작 기록 (RAM)</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bbox / mask·track 참조</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출처·판본·불확실성</a:t>
            </a:r>
            <a:endParaRPr lang="ko-KR">
              <a:latin typeface="Calibri"/>
              <a:ea typeface="Calibri"/>
              <a:cs typeface="Calibri"/>
            </a:endParaRPr>
          </a:p>
        </p:txBody>
      </p:sp>
      <p:sp>
        <p:nvSpPr>
          <p:cNvPr id="115" name="Editable path 109">
            <a:extLst>
              <a:ext uri="{FF2B5EF4-FFF2-40B4-BE49-F238E27FC236}">
                <ns2:creationId id="{529A9486-F82E-4984-B5C5-63CE0879960D}"/>
              </a:ext>
            </a:extLst>
          </p:cNvPr>
          <p:cNvSpPr>
            <a:spLocks noGrp="1"/>
          </p:cNvSpPr>
          <p:nvPr/>
        </p:nvSpPr>
        <p:spPr>
          <a:xfrm>
            <a:off x="10668000" y="3505200"/>
            <a:ext cx="953" cy="685800"/>
          </a:xfrm>
          <a:custGeom>
            <a:pathLst>
              <a:path w="953" h="685800">
                <a:moveTo>
                  <a:pt x="0" y="0"/>
                </a:moveTo>
                <a:lnTo>
                  <a:pt x="0" y="685800"/>
                </a:lnTo>
              </a:path>
            </a:pathLst>
          </a:custGeom>
          <a:noFill/>
          <a:ln w="19050">
            <a:solidFill>
              <a:srgbClr val="111111"/>
            </a:solidFill>
            <a:prstDash val="solid"/>
          </a:ln>
        </p:spPr>
      </p:sp>
      <p:sp>
        <p:nvSpPr>
          <p:cNvPr id="116" name="Editable arrowhead 110">
            <a:extLst>
              <a:ext uri="{FF2B5EF4-FFF2-40B4-BE49-F238E27FC236}">
                <ns2:creationId id="{0DA309E9-38BF-4AA2-9608-43AC6C5AAA4B}"/>
              </a:ext>
            </a:extLst>
          </p:cNvPr>
          <p:cNvSpPr>
            <a:spLocks noGrp="1"/>
          </p:cNvSpPr>
          <p:nvPr/>
        </p:nvSpPr>
        <p:spPr>
          <a:xfrm>
            <a:off x="1062037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1  해석 요청">
            <a:extLst>
              <a:ext uri="{FF2B5EF4-FFF2-40B4-BE49-F238E27FC236}">
                <ns2:creationId id="{B9AC9AC6-8711-4880-B745-7F5E197A3734}"/>
              </a:ext>
            </a:extLst>
          </p:cNvPr>
          <p:cNvSpPr>
            <a:spLocks noGrp="1"/>
          </p:cNvSpPr>
          <p:nvPr/>
        </p:nvSpPr>
        <p:spPr>
          <a:xfrm>
            <a:off x="10201275" y="3867150"/>
            <a:ext cx="14287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해석 요청</a:t>
            </a:r>
            <a:endParaRPr lang="ko-KR">
              <a:latin typeface="Calibri"/>
              <a:ea typeface="Calibri"/>
              <a:cs typeface="Calibri"/>
            </a:endParaRPr>
          </a:p>
        </p:txBody>
      </p:sp>
      <p:sp>
        <p:nvSpPr>
          <p:cNvPr id="119" name="Editable path 113">
            <a:extLst>
              <a:ext uri="{FF2B5EF4-FFF2-40B4-BE49-F238E27FC236}">
                <ns2:creationId id="{44FA80A9-D695-4F47-B74C-0124FA2D2105}"/>
              </a:ext>
            </a:extLst>
          </p:cNvPr>
          <p:cNvSpPr>
            <a:spLocks noGrp="1"/>
          </p:cNvSpPr>
          <p:nvPr/>
        </p:nvSpPr>
        <p:spPr>
          <a:xfrm>
            <a:off x="13315950" y="3505200"/>
            <a:ext cx="953" cy="685800"/>
          </a:xfrm>
          <a:custGeom>
            <a:pathLst>
              <a:path w="953" h="685800">
                <a:moveTo>
                  <a:pt x="0" y="685800"/>
                </a:moveTo>
                <a:lnTo>
                  <a:pt x="0" y="0"/>
                </a:lnTo>
              </a:path>
            </a:pathLst>
          </a:custGeom>
          <a:noFill/>
          <a:ln w="19050">
            <a:solidFill>
              <a:srgbClr val="111111"/>
            </a:solidFill>
            <a:prstDash val="dash"/>
          </a:ln>
        </p:spPr>
      </p:sp>
      <p:sp>
        <p:nvSpPr>
          <p:cNvPr id="120" name="Editable arrowhead 114">
            <a:extLst>
              <a:ext uri="{FF2B5EF4-FFF2-40B4-BE49-F238E27FC236}">
                <ns2:creationId id="{AE5033D6-9531-4CC3-A26B-228E2B76A542}"/>
              </a:ext>
            </a:extLst>
          </p:cNvPr>
          <p:cNvSpPr>
            <a:spLocks noGrp="1"/>
          </p:cNvSpPr>
          <p:nvPr/>
        </p:nvSpPr>
        <p:spPr>
          <a:xfrm>
            <a:off x="13268325" y="35052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21" name="7  proposal">
            <a:extLst>
              <a:ext uri="{FF2B5EF4-FFF2-40B4-BE49-F238E27FC236}">
                <ns2:creationId id="{F3B88733-0D9D-48B8-8273-E11BD28FAB81}"/>
              </a:ext>
            </a:extLst>
          </p:cNvPr>
          <p:cNvSpPr>
            <a:spLocks noGrp="1"/>
          </p:cNvSpPr>
          <p:nvPr/>
        </p:nvSpPr>
        <p:spPr>
          <a:xfrm>
            <a:off x="11887200" y="3867150"/>
            <a:ext cx="1619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7  proposal</a:t>
            </a:r>
            <a:endParaRPr lang="ko-KR">
              <a:latin typeface="Calibri"/>
              <a:ea typeface="Calibri"/>
              <a:cs typeface="Calibri"/>
            </a:endParaRPr>
          </a:p>
        </p:txBody>
      </p:sp>
      <p:sp>
        <p:nvSpPr>
          <p:cNvPr id="123" name="Editable path 117">
            <a:extLst>
              <a:ext uri="{FF2B5EF4-FFF2-40B4-BE49-F238E27FC236}">
                <ns2:creationId id="{9DDF874D-FA6D-4200-BD9C-6BE1DE0CD508}"/>
              </a:ext>
            </a:extLst>
          </p:cNvPr>
          <p:cNvSpPr>
            <a:spLocks noGrp="1"/>
          </p:cNvSpPr>
          <p:nvPr/>
        </p:nvSpPr>
        <p:spPr>
          <a:xfrm>
            <a:off x="13620750" y="2857500"/>
            <a:ext cx="952500" cy="953"/>
          </a:xfrm>
          <a:custGeom>
            <a:pathLst>
              <a:path w="952500" h="953">
                <a:moveTo>
                  <a:pt x="0" y="0"/>
                </a:moveTo>
                <a:lnTo>
                  <a:pt x="952500" y="0"/>
                </a:lnTo>
              </a:path>
            </a:pathLst>
          </a:custGeom>
          <a:noFill/>
          <a:ln w="19050">
            <a:solidFill>
              <a:srgbClr val="111111"/>
            </a:solidFill>
            <a:prstDash val="solid"/>
          </a:ln>
        </p:spPr>
      </p:sp>
      <p:sp>
        <p:nvSpPr>
          <p:cNvPr id="124" name="Editable arrowhead 118">
            <a:extLst>
              <a:ext uri="{FF2B5EF4-FFF2-40B4-BE49-F238E27FC236}">
                <ns2:creationId id="{C722513E-680F-4BBB-A12D-DC9759D06F74}"/>
              </a:ext>
            </a:extLst>
          </p:cNvPr>
          <p:cNvSpPr>
            <a:spLocks noGrp="1"/>
          </p:cNvSpPr>
          <p:nvPr/>
        </p:nvSpPr>
        <p:spPr>
          <a:xfrm>
            <a:off x="14478000" y="2809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5" name="조회 허가">
            <a:extLst>
              <a:ext uri="{FF2B5EF4-FFF2-40B4-BE49-F238E27FC236}">
                <ns2:creationId id="{D4D53F48-A5B5-4BCC-8301-4498562412F5}"/>
              </a:ext>
            </a:extLst>
          </p:cNvPr>
          <p:cNvSpPr>
            <a:spLocks noGrp="1"/>
          </p:cNvSpPr>
          <p:nvPr/>
        </p:nvSpPr>
        <p:spPr>
          <a:xfrm>
            <a:off x="13658850" y="2505075"/>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조회 허가</a:t>
            </a:r>
            <a:endParaRPr lang="ko-KR">
              <a:latin typeface="Calibri"/>
              <a:ea typeface="Calibri"/>
              <a:cs typeface="Calibri"/>
            </a:endParaRPr>
          </a:p>
        </p:txBody>
      </p:sp>
      <p:sp>
        <p:nvSpPr>
          <p:cNvPr id="127" name="Editable path 121">
            <a:extLst>
              <a:ext uri="{FF2B5EF4-FFF2-40B4-BE49-F238E27FC236}">
                <ns2:creationId id="{1DEC9B1B-D862-47F9-930E-644B5F23506D}"/>
              </a:ext>
            </a:extLst>
          </p:cNvPr>
          <p:cNvSpPr>
            <a:spLocks noGrp="1"/>
          </p:cNvSpPr>
          <p:nvPr/>
        </p:nvSpPr>
        <p:spPr>
          <a:xfrm>
            <a:off x="13620750" y="3238500"/>
            <a:ext cx="952500" cy="952500"/>
          </a:xfrm>
          <a:custGeom>
            <a:pathLst>
              <a:path w="952500" h="952500">
                <a:moveTo>
                  <a:pt x="0" y="0"/>
                </a:moveTo>
                <a:lnTo>
                  <a:pt x="476250" y="0"/>
                </a:lnTo>
                <a:lnTo>
                  <a:pt x="476250" y="952500"/>
                </a:lnTo>
                <a:lnTo>
                  <a:pt x="952500" y="952500"/>
                </a:lnTo>
              </a:path>
            </a:pathLst>
          </a:custGeom>
          <a:noFill/>
          <a:ln w="19050">
            <a:solidFill>
              <a:srgbClr val="111111"/>
            </a:solidFill>
            <a:prstDash val="solid"/>
          </a:ln>
        </p:spPr>
      </p:sp>
      <p:sp>
        <p:nvSpPr>
          <p:cNvPr id="128" name="Editable arrowhead 122">
            <a:extLst>
              <a:ext uri="{FF2B5EF4-FFF2-40B4-BE49-F238E27FC236}">
                <ns2:creationId id="{D4077703-361F-4C43-9D06-60867FED9DF1}"/>
              </a:ext>
            </a:extLst>
          </p:cNvPr>
          <p:cNvSpPr>
            <a:spLocks noGrp="1"/>
          </p:cNvSpPr>
          <p:nvPr/>
        </p:nvSpPr>
        <p:spPr>
          <a:xfrm>
            <a:off x="14478000" y="4143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9" name="생산 허가">
            <a:extLst>
              <a:ext uri="{FF2B5EF4-FFF2-40B4-BE49-F238E27FC236}">
                <ns2:creationId id="{1F9809AF-3A82-4900-B5E5-F66C65AC0411}"/>
              </a:ext>
            </a:extLst>
          </p:cNvPr>
          <p:cNvSpPr>
            <a:spLocks noGrp="1"/>
          </p:cNvSpPr>
          <p:nvPr/>
        </p:nvSpPr>
        <p:spPr>
          <a:xfrm>
            <a:off x="13658850" y="3571875"/>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생산 허가</a:t>
            </a:r>
            <a:endParaRPr lang="ko-KR">
              <a:latin typeface="Calibri"/>
              <a:ea typeface="Calibri"/>
              <a:cs typeface="Calibri"/>
            </a:endParaRPr>
          </a:p>
        </p:txBody>
      </p:sp>
      <p:sp>
        <p:nvSpPr>
          <p:cNvPr id="131" name="Editable path 125">
            <a:extLst>
              <a:ext uri="{FF2B5EF4-FFF2-40B4-BE49-F238E27FC236}">
                <ns2:creationId id="{8279AC7E-9A21-4C03-9F4B-7BB2BDB54D92}"/>
              </a:ext>
            </a:extLst>
          </p:cNvPr>
          <p:cNvSpPr>
            <a:spLocks noGrp="1"/>
          </p:cNvSpPr>
          <p:nvPr/>
        </p:nvSpPr>
        <p:spPr>
          <a:xfrm>
            <a:off x="13620750" y="4791075"/>
            <a:ext cx="952500" cy="953"/>
          </a:xfrm>
          <a:custGeom>
            <a:pathLst>
              <a:path w="952500" h="953">
                <a:moveTo>
                  <a:pt x="0" y="0"/>
                </a:moveTo>
                <a:lnTo>
                  <a:pt x="952500" y="0"/>
                </a:lnTo>
              </a:path>
            </a:pathLst>
          </a:custGeom>
          <a:noFill/>
          <a:ln w="19050">
            <a:solidFill>
              <a:srgbClr val="111111"/>
            </a:solidFill>
            <a:prstDash val="solid"/>
          </a:ln>
        </p:spPr>
      </p:sp>
      <p:sp>
        <p:nvSpPr>
          <p:cNvPr id="132" name="Editable arrowhead 126">
            <a:extLst>
              <a:ext uri="{FF2B5EF4-FFF2-40B4-BE49-F238E27FC236}">
                <ns2:creationId id="{EF4AAA46-79F9-4F9C-B56F-7D500AB2CBB1}"/>
              </a:ext>
            </a:extLst>
          </p:cNvPr>
          <p:cNvSpPr>
            <a:spLocks noGrp="1"/>
          </p:cNvSpPr>
          <p:nvPr/>
        </p:nvSpPr>
        <p:spPr>
          <a:xfrm>
            <a:off x="14478000" y="4743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33" name="2 Produce">
            <a:extLst>
              <a:ext uri="{FF2B5EF4-FFF2-40B4-BE49-F238E27FC236}">
                <ns2:creationId id="{7FB83A98-A2C6-4E53-9B3D-BEA819457867}"/>
              </a:ext>
            </a:extLst>
          </p:cNvPr>
          <p:cNvSpPr>
            <a:spLocks noGrp="1"/>
          </p:cNvSpPr>
          <p:nvPr/>
        </p:nvSpPr>
        <p:spPr>
          <a:xfrm>
            <a:off x="13658850" y="4448175"/>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2 Produce</a:t>
            </a:r>
            <a:endParaRPr lang="ko-KR">
              <a:latin typeface="Calibri"/>
              <a:ea typeface="Calibri"/>
              <a:cs typeface="Calibri"/>
            </a:endParaRPr>
          </a:p>
        </p:txBody>
      </p:sp>
      <p:sp>
        <p:nvSpPr>
          <p:cNvPr id="135" name="Editable path 129">
            <a:extLst>
              <a:ext uri="{FF2B5EF4-FFF2-40B4-BE49-F238E27FC236}">
                <ns2:creationId id="{85C78A37-A1FC-4702-B2A2-FAD334777F71}"/>
              </a:ext>
            </a:extLst>
          </p:cNvPr>
          <p:cNvSpPr>
            <a:spLocks noGrp="1"/>
          </p:cNvSpPr>
          <p:nvPr/>
        </p:nvSpPr>
        <p:spPr>
          <a:xfrm>
            <a:off x="13620750" y="5781675"/>
            <a:ext cx="952500" cy="953"/>
          </a:xfrm>
          <a:custGeom>
            <a:pathLst>
              <a:path w="952500" h="953">
                <a:moveTo>
                  <a:pt x="952500" y="0"/>
                </a:moveTo>
                <a:lnTo>
                  <a:pt x="0" y="0"/>
                </a:lnTo>
              </a:path>
            </a:pathLst>
          </a:custGeom>
          <a:noFill/>
          <a:ln w="19050">
            <a:solidFill>
              <a:srgbClr val="111111"/>
            </a:solidFill>
            <a:prstDash val="dash"/>
          </a:ln>
        </p:spPr>
      </p:sp>
      <p:sp>
        <p:nvSpPr>
          <p:cNvPr id="136" name="Editable arrowhead 130">
            <a:extLst>
              <a:ext uri="{FF2B5EF4-FFF2-40B4-BE49-F238E27FC236}">
                <ns2:creationId id="{3386B630-5EBE-4DA4-A6D8-CC3F8B40D444}"/>
              </a:ext>
            </a:extLst>
          </p:cNvPr>
          <p:cNvSpPr>
            <a:spLocks noGrp="1"/>
          </p:cNvSpPr>
          <p:nvPr/>
        </p:nvSpPr>
        <p:spPr>
          <a:xfrm>
            <a:off x="13620750" y="57340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7" name="5 후보 rev">
            <a:extLst>
              <a:ext uri="{FF2B5EF4-FFF2-40B4-BE49-F238E27FC236}">
                <ns2:creationId id="{BAA972C0-1158-4382-AFCB-D0CF59F379C4}"/>
              </a:ext>
            </a:extLst>
          </p:cNvPr>
          <p:cNvSpPr>
            <a:spLocks noGrp="1"/>
          </p:cNvSpPr>
          <p:nvPr/>
        </p:nvSpPr>
        <p:spPr>
          <a:xfrm>
            <a:off x="13658850" y="5429250"/>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5 후보 rev</a:t>
            </a:r>
            <a:endParaRPr lang="ko-KR">
              <a:latin typeface="Calibri"/>
              <a:ea typeface="Calibri"/>
              <a:cs typeface="Calibri"/>
            </a:endParaRPr>
          </a:p>
        </p:txBody>
      </p:sp>
      <p:sp>
        <p:nvSpPr>
          <p:cNvPr id="139" name="Editable path 133">
            <a:extLst>
              <a:ext uri="{FF2B5EF4-FFF2-40B4-BE49-F238E27FC236}">
                <ns2:creationId id="{59C787EF-8673-475B-9F68-7EDD5CD73CF0}"/>
              </a:ext>
            </a:extLst>
          </p:cNvPr>
          <p:cNvSpPr>
            <a:spLocks noGrp="1"/>
          </p:cNvSpPr>
          <p:nvPr/>
        </p:nvSpPr>
        <p:spPr>
          <a:xfrm>
            <a:off x="15240000" y="3505200"/>
            <a:ext cx="953" cy="685800"/>
          </a:xfrm>
          <a:custGeom>
            <a:pathLst>
              <a:path w="953" h="685800">
                <a:moveTo>
                  <a:pt x="0" y="685800"/>
                </a:moveTo>
                <a:lnTo>
                  <a:pt x="0" y="0"/>
                </a:lnTo>
              </a:path>
            </a:pathLst>
          </a:custGeom>
          <a:noFill/>
          <a:ln w="19050">
            <a:solidFill>
              <a:srgbClr val="111111"/>
            </a:solidFill>
            <a:prstDash val="solid"/>
          </a:ln>
        </p:spPr>
      </p:sp>
      <p:sp>
        <p:nvSpPr>
          <p:cNvPr id="140" name="Editable arrowhead 134">
            <a:extLst>
              <a:ext uri="{FF2B5EF4-FFF2-40B4-BE49-F238E27FC236}">
                <ns2:creationId id="{CCE81718-195E-433D-A5D7-4B6254B4781A}"/>
              </a:ext>
            </a:extLst>
          </p:cNvPr>
          <p:cNvSpPr>
            <a:spLocks noGrp="1"/>
          </p:cNvSpPr>
          <p:nvPr/>
        </p:nvSpPr>
        <p:spPr>
          <a:xfrm>
            <a:off x="15192375" y="35052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41" name="Read / Crop">
            <a:extLst>
              <a:ext uri="{FF2B5EF4-FFF2-40B4-BE49-F238E27FC236}">
                <ns2:creationId id="{13B86D46-31D7-47C2-ABBF-7F3CBA03AF82}"/>
              </a:ext>
            </a:extLst>
          </p:cNvPr>
          <p:cNvSpPr>
            <a:spLocks noGrp="1"/>
          </p:cNvSpPr>
          <p:nvPr/>
        </p:nvSpPr>
        <p:spPr>
          <a:xfrm>
            <a:off x="14668500" y="38481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Read / Crop</a:t>
            </a:r>
            <a:endParaRPr lang="ko-KR">
              <a:latin typeface="Calibri"/>
              <a:ea typeface="Calibri"/>
              <a:cs typeface="Calibri"/>
            </a:endParaRPr>
          </a:p>
        </p:txBody>
      </p:sp>
      <p:sp>
        <p:nvSpPr>
          <p:cNvPr id="143" name="Editable path 137">
            <a:extLst>
              <a:ext uri="{FF2B5EF4-FFF2-40B4-BE49-F238E27FC236}">
                <ns2:creationId id="{FB425725-2CA9-48FD-BB6D-91CCBD662F8F}"/>
              </a:ext>
            </a:extLst>
          </p:cNvPr>
          <p:cNvSpPr>
            <a:spLocks noGrp="1"/>
          </p:cNvSpPr>
          <p:nvPr/>
        </p:nvSpPr>
        <p:spPr>
          <a:xfrm>
            <a:off x="17287875" y="3505200"/>
            <a:ext cx="953" cy="685800"/>
          </a:xfrm>
          <a:custGeom>
            <a:pathLst>
              <a:path w="953" h="685800">
                <a:moveTo>
                  <a:pt x="0" y="0"/>
                </a:moveTo>
                <a:lnTo>
                  <a:pt x="0" y="685800"/>
                </a:lnTo>
              </a:path>
            </a:pathLst>
          </a:custGeom>
          <a:noFill/>
          <a:ln w="19050">
            <a:solidFill>
              <a:srgbClr val="111111"/>
            </a:solidFill>
            <a:prstDash val="dash"/>
          </a:ln>
        </p:spPr>
      </p:sp>
      <p:sp>
        <p:nvSpPr>
          <p:cNvPr id="144" name="Editable arrowhead 138">
            <a:extLst>
              <a:ext uri="{FF2B5EF4-FFF2-40B4-BE49-F238E27FC236}">
                <ns2:creationId id="{0AD5B53F-D052-46B3-A32D-C8B205993924}"/>
              </a:ext>
            </a:extLst>
          </p:cNvPr>
          <p:cNvSpPr>
            <a:spLocks noGrp="1"/>
          </p:cNvSpPr>
          <p:nvPr/>
        </p:nvSpPr>
        <p:spPr>
          <a:xfrm>
            <a:off x="17240250"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45" name="원본 반환">
            <a:extLst>
              <a:ext uri="{FF2B5EF4-FFF2-40B4-BE49-F238E27FC236}">
                <ns2:creationId id="{9748DC59-AE88-4735-8D8B-6113D6BF89BF}"/>
              </a:ext>
            </a:extLst>
          </p:cNvPr>
          <p:cNvSpPr>
            <a:spLocks noGrp="1"/>
          </p:cNvSpPr>
          <p:nvPr/>
        </p:nvSpPr>
        <p:spPr>
          <a:xfrm>
            <a:off x="16383000" y="38481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반환</a:t>
            </a:r>
            <a:endParaRPr lang="ko-KR">
              <a:latin typeface="Calibri"/>
              <a:ea typeface="Calibri"/>
              <a:cs typeface="Calibri"/>
            </a:endParaRPr>
          </a:p>
        </p:txBody>
      </p:sp>
      <p:sp>
        <p:nvSpPr>
          <p:cNvPr id="147" name="Model Access  (VIA host 배치)">
            <a:extLst>
              <a:ext uri="{FF2B5EF4-FFF2-40B4-BE49-F238E27FC236}">
                <ns2:creationId id="{FC998520-F010-4CEB-91ED-8845F6676E6B}"/>
              </a:ext>
            </a:extLst>
          </p:cNvPr>
          <p:cNvSpPr>
            <a:spLocks noGrp="1"/>
          </p:cNvSpPr>
          <p:nvPr/>
        </p:nvSpPr>
        <p:spPr>
          <a:xfrm>
            <a:off x="10191750" y="7019925"/>
            <a:ext cx="75247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  (VIA host 배치)</a:t>
            </a:r>
            <a:endParaRPr lang="ko-KR">
              <a:latin typeface="Calibri"/>
              <a:ea typeface="Calibri"/>
              <a:cs typeface="Calibri"/>
            </a:endParaRPr>
          </a:p>
        </p:txBody>
      </p:sp>
      <p:sp>
        <p:nvSpPr>
          <p:cNvPr id="149" name="Editable path 143">
            <a:extLst>
              <a:ext uri="{FF2B5EF4-FFF2-40B4-BE49-F238E27FC236}">
                <ns2:creationId id="{A93CABD8-9304-463A-9A30-407310916F1C}"/>
              </a:ext>
            </a:extLst>
          </p:cNvPr>
          <p:cNvSpPr>
            <a:spLocks noGrp="1"/>
          </p:cNvSpPr>
          <p:nvPr/>
        </p:nvSpPr>
        <p:spPr>
          <a:xfrm>
            <a:off x="10191750" y="7372350"/>
            <a:ext cx="7524750" cy="953"/>
          </a:xfrm>
          <a:custGeom>
            <a:pathLst>
              <a:path w="7524750" h="953">
                <a:moveTo>
                  <a:pt x="0" y="0"/>
                </a:moveTo>
                <a:lnTo>
                  <a:pt x="7524750" y="0"/>
                </a:lnTo>
              </a:path>
            </a:pathLst>
          </a:custGeom>
          <a:noFill/>
          <a:ln w="14288">
            <a:solidFill>
              <a:srgbClr val="111111"/>
            </a:solidFill>
            <a:prstDash val="solid"/>
          </a:ln>
        </p:spPr>
      </p:sp>
      <p:sp>
        <p:nvSpPr>
          <p:cNvPr id="150" name="Cloud Model Client">
            <a:extLst>
              <a:ext uri="{FF2B5EF4-FFF2-40B4-BE49-F238E27FC236}">
                <ns2:creationId id="{4A5ECD3F-A8CF-468D-83C7-1EC55D8AD3C4}"/>
              </a:ext>
            </a:extLst>
          </p:cNvPr>
          <p:cNvSpPr>
            <a:spLocks noGrp="1"/>
          </p:cNvSpPr>
          <p:nvPr/>
        </p:nvSpPr>
        <p:spPr>
          <a:xfrm>
            <a:off x="10353675" y="7448550"/>
            <a:ext cx="3105150" cy="409575"/>
          </a:xfrm>
          <a:prstGeom prst="roundRect">
            <a:avLst>
              <a:gd name="adj" fmla="val 18605"/>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Cloud Model Client</a:t>
            </a:r>
            <a:endParaRPr lang="ko-KR">
              <a:latin typeface="Calibri"/>
              <a:ea typeface="Calibri"/>
              <a:cs typeface="Calibri"/>
            </a:endParaRPr>
          </a:p>
        </p:txBody>
      </p:sp>
      <p:sp>
        <p:nvSpPr>
          <p:cNvPr id="152" name="Local Model Execution Controller">
            <a:extLst>
              <a:ext uri="{FF2B5EF4-FFF2-40B4-BE49-F238E27FC236}">
                <ns2:creationId id="{A5186160-BD33-4F8A-9B70-44F9122275C2}"/>
              </a:ext>
            </a:extLst>
          </p:cNvPr>
          <p:cNvSpPr>
            <a:spLocks noGrp="1"/>
          </p:cNvSpPr>
          <p:nvPr/>
        </p:nvSpPr>
        <p:spPr>
          <a:xfrm>
            <a:off x="14544675" y="7448550"/>
            <a:ext cx="3009900" cy="409575"/>
          </a:xfrm>
          <a:prstGeom prst="roundRect">
            <a:avLst>
              <a:gd name="adj" fmla="val 18605"/>
            </a:avLst>
          </a:prstGeom>
          <a:solidFill>
            <a:srgbClr val="FFFFFF"/>
          </a:solidFill>
          <a:ln w="19050">
            <a:solidFill>
              <a:srgbClr val="111111"/>
            </a:solidFill>
            <a:prstDash val="solid"/>
          </a:ln>
        </p:spPr>
        <p:txBody>
          <a:bodyPr wrap="none" lIns="57150" tIns="19050" rIns="57150"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Local Model Execution Controller</a:t>
            </a:r>
            <a:endParaRPr lang="ko-KR">
              <a:latin typeface="Calibri"/>
              <a:ea typeface="Calibri"/>
              <a:cs typeface="Calibri"/>
            </a:endParaRPr>
          </a:p>
        </p:txBody>
      </p:sp>
      <p:sp>
        <p:nvSpPr>
          <p:cNvPr id="154" name="Editable path 148">
            <a:extLst>
              <a:ext uri="{FF2B5EF4-FFF2-40B4-BE49-F238E27FC236}">
                <ns2:creationId id="{8FFCDBC1-2FEB-4637-8CA9-4A72869A61CA}"/>
              </a:ext>
            </a:extLst>
          </p:cNvPr>
          <p:cNvSpPr>
            <a:spLocks noGrp="1"/>
          </p:cNvSpPr>
          <p:nvPr/>
        </p:nvSpPr>
        <p:spPr>
          <a:xfrm>
            <a:off x="10763250" y="6286500"/>
            <a:ext cx="953" cy="733425"/>
          </a:xfrm>
          <a:custGeom>
            <a:pathLst>
              <a:path w="953" h="733425">
                <a:moveTo>
                  <a:pt x="0" y="0"/>
                </a:moveTo>
                <a:lnTo>
                  <a:pt x="0" y="733425"/>
                </a:lnTo>
              </a:path>
            </a:pathLst>
          </a:custGeom>
          <a:noFill/>
          <a:ln w="19050">
            <a:solidFill>
              <a:srgbClr val="111111"/>
            </a:solidFill>
            <a:prstDash val="solid"/>
          </a:ln>
        </p:spPr>
      </p:sp>
      <p:sp>
        <p:nvSpPr>
          <p:cNvPr id="155" name="Editable arrowhead 149">
            <a:extLst>
              <a:ext uri="{FF2B5EF4-FFF2-40B4-BE49-F238E27FC236}">
                <ns2:creationId id="{BAF23B84-6546-4EE8-BB0E-77726FC30A5C}"/>
              </a:ext>
            </a:extLst>
          </p:cNvPr>
          <p:cNvSpPr>
            <a:spLocks noGrp="1"/>
          </p:cNvSpPr>
          <p:nvPr/>
        </p:nvSpPr>
        <p:spPr>
          <a:xfrm>
            <a:off x="10715625" y="6924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56" name="6 후보 + crop + 전사">
            <a:extLst>
              <a:ext uri="{FF2B5EF4-FFF2-40B4-BE49-F238E27FC236}">
                <ns2:creationId id="{A1F0943A-59F4-4BC0-BE93-61B3723EE532}"/>
              </a:ext>
            </a:extLst>
          </p:cNvPr>
          <p:cNvSpPr>
            <a:spLocks noGrp="1"/>
          </p:cNvSpPr>
          <p:nvPr/>
        </p:nvSpPr>
        <p:spPr>
          <a:xfrm>
            <a:off x="10239375" y="6524625"/>
            <a:ext cx="22669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후보 + crop + 전사</a:t>
            </a:r>
            <a:endParaRPr lang="ko-KR">
              <a:latin typeface="Calibri"/>
              <a:ea typeface="Calibri"/>
              <a:cs typeface="Calibri"/>
            </a:endParaRPr>
          </a:p>
        </p:txBody>
      </p:sp>
      <p:sp>
        <p:nvSpPr>
          <p:cNvPr id="158" name="Editable path 152">
            <a:extLst>
              <a:ext uri="{FF2B5EF4-FFF2-40B4-BE49-F238E27FC236}">
                <ns2:creationId id="{1FD1C632-A6E9-47AE-96D7-CD0927B3F88C}"/>
              </a:ext>
            </a:extLst>
          </p:cNvPr>
          <p:cNvSpPr>
            <a:spLocks noGrp="1"/>
          </p:cNvSpPr>
          <p:nvPr/>
        </p:nvSpPr>
        <p:spPr>
          <a:xfrm>
            <a:off x="13192125" y="6286500"/>
            <a:ext cx="953" cy="733425"/>
          </a:xfrm>
          <a:custGeom>
            <a:pathLst>
              <a:path w="953" h="733425">
                <a:moveTo>
                  <a:pt x="0" y="733425"/>
                </a:moveTo>
                <a:lnTo>
                  <a:pt x="0" y="0"/>
                </a:lnTo>
              </a:path>
            </a:pathLst>
          </a:custGeom>
          <a:noFill/>
          <a:ln w="19050">
            <a:solidFill>
              <a:srgbClr val="111111"/>
            </a:solidFill>
            <a:prstDash val="dash"/>
          </a:ln>
        </p:spPr>
      </p:sp>
      <p:sp>
        <p:nvSpPr>
          <p:cNvPr id="159" name="Editable arrowhead 153">
            <a:extLst>
              <a:ext uri="{FF2B5EF4-FFF2-40B4-BE49-F238E27FC236}">
                <ns2:creationId id="{48AD6EA0-E66F-44FA-921F-95ACFE6F64A9}"/>
              </a:ext>
            </a:extLst>
          </p:cNvPr>
          <p:cNvSpPr>
            <a:spLocks noGrp="1"/>
          </p:cNvSpPr>
          <p:nvPr/>
        </p:nvSpPr>
        <p:spPr>
          <a:xfrm>
            <a:off x="13144500" y="62865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60" name="Editable path 154">
            <a:extLst>
              <a:ext uri="{FF2B5EF4-FFF2-40B4-BE49-F238E27FC236}">
                <ns2:creationId id="{573DE9A8-AAD3-4DE8-A6B6-8A1B69AD3AF4}"/>
              </a:ext>
            </a:extLst>
          </p:cNvPr>
          <p:cNvSpPr>
            <a:spLocks noGrp="1"/>
          </p:cNvSpPr>
          <p:nvPr/>
        </p:nvSpPr>
        <p:spPr>
          <a:xfrm>
            <a:off x="15144750" y="6286500"/>
            <a:ext cx="953" cy="733425"/>
          </a:xfrm>
          <a:custGeom>
            <a:pathLst>
              <a:path w="953" h="733425">
                <a:moveTo>
                  <a:pt x="0" y="0"/>
                </a:moveTo>
                <a:lnTo>
                  <a:pt x="0" y="733425"/>
                </a:lnTo>
              </a:path>
            </a:pathLst>
          </a:custGeom>
          <a:noFill/>
          <a:ln w="19050">
            <a:solidFill>
              <a:srgbClr val="111111"/>
            </a:solidFill>
            <a:prstDash val="solid"/>
          </a:ln>
        </p:spPr>
      </p:sp>
      <p:sp>
        <p:nvSpPr>
          <p:cNvPr id="161" name="Editable arrowhead 155">
            <a:extLst>
              <a:ext uri="{FF2B5EF4-FFF2-40B4-BE49-F238E27FC236}">
                <ns2:creationId id="{C37BB71E-FDEC-44E4-8A4F-0DDA34F24ED9}"/>
              </a:ext>
            </a:extLst>
          </p:cNvPr>
          <p:cNvSpPr>
            <a:spLocks noGrp="1"/>
          </p:cNvSpPr>
          <p:nvPr/>
        </p:nvSpPr>
        <p:spPr>
          <a:xfrm>
            <a:off x="15097125" y="6924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62" name="3 RunUI / 필요 시 SAM">
            <a:extLst>
              <a:ext uri="{FF2B5EF4-FFF2-40B4-BE49-F238E27FC236}">
                <ns2:creationId id="{84B9500F-FA46-43F2-8A3A-C010894375AE}"/>
              </a:ext>
            </a:extLst>
          </p:cNvPr>
          <p:cNvSpPr>
            <a:spLocks noGrp="1"/>
          </p:cNvSpPr>
          <p:nvPr/>
        </p:nvSpPr>
        <p:spPr>
          <a:xfrm>
            <a:off x="14192250" y="6524625"/>
            <a:ext cx="24193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3 RunUI / 필요 시 SAM</a:t>
            </a:r>
            <a:endParaRPr lang="ko-KR">
              <a:latin typeface="Calibri"/>
              <a:ea typeface="Calibri"/>
              <a:cs typeface="Calibri"/>
            </a:endParaRPr>
          </a:p>
        </p:txBody>
      </p:sp>
      <p:sp>
        <p:nvSpPr>
          <p:cNvPr id="164" name="Editable path 158">
            <a:extLst>
              <a:ext uri="{FF2B5EF4-FFF2-40B4-BE49-F238E27FC236}">
                <ns2:creationId id="{9888FD2C-846F-4E10-8061-06BDE915CE29}"/>
              </a:ext>
            </a:extLst>
          </p:cNvPr>
          <p:cNvSpPr>
            <a:spLocks noGrp="1"/>
          </p:cNvSpPr>
          <p:nvPr/>
        </p:nvSpPr>
        <p:spPr>
          <a:xfrm>
            <a:off x="17287875" y="6286500"/>
            <a:ext cx="953" cy="733425"/>
          </a:xfrm>
          <a:custGeom>
            <a:pathLst>
              <a:path w="953" h="733425">
                <a:moveTo>
                  <a:pt x="0" y="733425"/>
                </a:moveTo>
                <a:lnTo>
                  <a:pt x="0" y="0"/>
                </a:lnTo>
              </a:path>
            </a:pathLst>
          </a:custGeom>
          <a:noFill/>
          <a:ln w="19050">
            <a:solidFill>
              <a:srgbClr val="111111"/>
            </a:solidFill>
            <a:prstDash val="dash"/>
          </a:ln>
        </p:spPr>
      </p:sp>
      <p:sp>
        <p:nvSpPr>
          <p:cNvPr id="165" name="Editable arrowhead 159">
            <a:extLst>
              <a:ext uri="{FF2B5EF4-FFF2-40B4-BE49-F238E27FC236}">
                <ns2:creationId id="{130DB7FC-301A-496F-A9DF-F6457505AD38}"/>
              </a:ext>
            </a:extLst>
          </p:cNvPr>
          <p:cNvSpPr>
            <a:spLocks noGrp="1"/>
          </p:cNvSpPr>
          <p:nvPr/>
        </p:nvSpPr>
        <p:spPr>
          <a:xfrm>
            <a:off x="17240250" y="62865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66" name="4 결과">
            <a:extLst>
              <a:ext uri="{FF2B5EF4-FFF2-40B4-BE49-F238E27FC236}">
                <ns2:creationId id="{A55E9350-AF77-4F80-8C63-E7F305035482}"/>
              </a:ext>
            </a:extLst>
          </p:cNvPr>
          <p:cNvSpPr>
            <a:spLocks noGrp="1"/>
          </p:cNvSpPr>
          <p:nvPr/>
        </p:nvSpPr>
        <p:spPr>
          <a:xfrm>
            <a:off x="16811625" y="6524625"/>
            <a:ext cx="857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4 결과</a:t>
            </a:r>
            <a:endParaRPr lang="ko-KR">
              <a:latin typeface="Calibri"/>
              <a:ea typeface="Calibri"/>
              <a:cs typeface="Calibri"/>
            </a:endParaRPr>
          </a:p>
        </p:txBody>
      </p:sp>
      <p:sp>
        <p:nvSpPr>
          <p:cNvPr id="168" name="Cloud 의미 LLM">
            <a:extLst>
              <a:ext uri="{FF2B5EF4-FFF2-40B4-BE49-F238E27FC236}">
                <ns2:creationId id="{D165514F-D7D3-4614-82E1-0847F2AF4DC8}"/>
              </a:ext>
            </a:extLst>
          </p:cNvPr>
          <p:cNvSpPr>
            <a:spLocks noGrp="1"/>
          </p:cNvSpPr>
          <p:nvPr/>
        </p:nvSpPr>
        <p:spPr>
          <a:xfrm>
            <a:off x="10382250" y="8667750"/>
            <a:ext cx="3048000" cy="752475"/>
          </a:xfrm>
          <a:prstGeom prst="hexagon">
            <a:avLst/>
          </a:prstGeom>
          <a:solidFill>
            <a:srgbClr val="F1F6FC"/>
          </a:solidFill>
          <a:ln w="19050">
            <a:solidFill>
              <a:srgbClr val="111111"/>
            </a:solidFill>
            <a:prstDash val="solid"/>
          </a:ln>
        </p:spPr>
        <p:txBody>
          <a:bodyPr wrap="none" lIns="190500" tIns="28575" rIns="190500" bIns="2857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170" name="R1 Vision Worker process">
            <a:extLst>
              <a:ext uri="{FF2B5EF4-FFF2-40B4-BE49-F238E27FC236}">
                <ns2:creationId id="{0C5802B7-5EF7-422E-B596-A88E0D3D6F08}"/>
              </a:ext>
            </a:extLst>
          </p:cNvPr>
          <p:cNvSpPr>
            <a:spLocks noGrp="1"/>
          </p:cNvSpPr>
          <p:nvPr/>
        </p:nvSpPr>
        <p:spPr>
          <a:xfrm>
            <a:off x="14430375" y="8496300"/>
            <a:ext cx="3333750" cy="1028700"/>
          </a:xfrm>
          <a:prstGeom prst="rect">
            <a:avLst/>
          </a:prstGeom>
          <a:noFill/>
          <a:ln w="19050">
            <a:solidFill>
              <a:srgbClr val="4676CB"/>
            </a:solidFill>
            <a:prstDash val="dash"/>
          </a:ln>
        </p:spPr>
        <p:txBody>
          <a:bodyPr wrap="none" lIns="114300" tIns="28575" rIns="114300" bIns="7239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R1 Vision Worker process</a:t>
            </a:r>
            <a:endParaRPr lang="ko-KR">
              <a:latin typeface="Calibri"/>
              <a:ea typeface="Calibri"/>
              <a:cs typeface="Calibri"/>
            </a:endParaRPr>
          </a:p>
        </p:txBody>
      </p:sp>
      <p:sp>
        <p:nvSpPr>
          <p:cNvPr id="172" name="DP3 object 166">
            <a:extLst>
              <a:ext uri="{FF2B5EF4-FFF2-40B4-BE49-F238E27FC236}">
                <ns2:creationId id="{D166B286-3560-4646-8796-0B29B5548B1F}"/>
              </a:ext>
            </a:extLst>
          </p:cNvPr>
          <p:cNvSpPr>
            <a:spLocks noGrp="1"/>
          </p:cNvSpPr>
          <p:nvPr/>
        </p:nvSpPr>
        <p:spPr>
          <a:xfrm>
            <a:off x="14582775" y="8829675"/>
            <a:ext cx="3028950" cy="619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Model Access의 worker 배치</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 SAM adapter + CPU runtime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현재 model session + episode</a:t>
            </a:r>
            <a:endParaRPr lang="ko-KR">
              <a:latin typeface="Calibri"/>
              <a:ea typeface="Calibri"/>
              <a:cs typeface="Calibri"/>
            </a:endParaRPr>
          </a:p>
        </p:txBody>
      </p:sp>
      <p:sp>
        <p:nvSpPr>
          <p:cNvPr id="173" name="Editable path 167">
            <a:extLst>
              <a:ext uri="{FF2B5EF4-FFF2-40B4-BE49-F238E27FC236}">
                <ns2:creationId id="{0BCF1C9A-2672-4E49-BB4C-1C17E4F447E5}"/>
              </a:ext>
            </a:extLst>
          </p:cNvPr>
          <p:cNvSpPr>
            <a:spLocks noGrp="1"/>
          </p:cNvSpPr>
          <p:nvPr/>
        </p:nvSpPr>
        <p:spPr>
          <a:xfrm>
            <a:off x="11049000" y="7972425"/>
            <a:ext cx="953" cy="695325"/>
          </a:xfrm>
          <a:custGeom>
            <a:pathLst>
              <a:path w="953" h="695325">
                <a:moveTo>
                  <a:pt x="0" y="0"/>
                </a:moveTo>
                <a:lnTo>
                  <a:pt x="0" y="695325"/>
                </a:lnTo>
              </a:path>
            </a:pathLst>
          </a:custGeom>
          <a:noFill/>
          <a:ln w="19050">
            <a:solidFill>
              <a:srgbClr val="111111"/>
            </a:solidFill>
            <a:prstDash val="solid"/>
          </a:ln>
        </p:spPr>
      </p:sp>
      <p:sp>
        <p:nvSpPr>
          <p:cNvPr id="174" name="Editable arrowhead 168">
            <a:extLst>
              <a:ext uri="{FF2B5EF4-FFF2-40B4-BE49-F238E27FC236}">
                <ns2:creationId id="{DB0699E7-2684-4734-8630-4A641D61C6F0}"/>
              </a:ext>
            </a:extLst>
          </p:cNvPr>
          <p:cNvSpPr>
            <a:spLocks noGrp="1"/>
          </p:cNvSpPr>
          <p:nvPr/>
        </p:nvSpPr>
        <p:spPr>
          <a:xfrm>
            <a:off x="11001375" y="85725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75" name="Infer">
            <a:extLst>
              <a:ext uri="{FF2B5EF4-FFF2-40B4-BE49-F238E27FC236}">
                <ns2:creationId id="{3AEA5180-542B-4CB1-BB3B-FA9F953FD81A}"/>
              </a:ext>
            </a:extLst>
          </p:cNvPr>
          <p:cNvSpPr>
            <a:spLocks noGrp="1"/>
          </p:cNvSpPr>
          <p:nvPr/>
        </p:nvSpPr>
        <p:spPr>
          <a:xfrm>
            <a:off x="10401300" y="8201025"/>
            <a:ext cx="96202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Infer</a:t>
            </a:r>
            <a:endParaRPr lang="ko-KR">
              <a:latin typeface="Calibri"/>
              <a:ea typeface="Calibri"/>
              <a:cs typeface="Calibri"/>
            </a:endParaRPr>
          </a:p>
        </p:txBody>
      </p:sp>
      <p:sp>
        <p:nvSpPr>
          <p:cNvPr id="177" name="Editable path 171">
            <a:extLst>
              <a:ext uri="{FF2B5EF4-FFF2-40B4-BE49-F238E27FC236}">
                <ns2:creationId id="{EF488ED1-12D6-468C-9CFF-B40F2C89C0F4}"/>
              </a:ext>
            </a:extLst>
          </p:cNvPr>
          <p:cNvSpPr>
            <a:spLocks noGrp="1"/>
          </p:cNvSpPr>
          <p:nvPr/>
        </p:nvSpPr>
        <p:spPr>
          <a:xfrm>
            <a:off x="12954000" y="7972425"/>
            <a:ext cx="953" cy="695325"/>
          </a:xfrm>
          <a:custGeom>
            <a:pathLst>
              <a:path w="953" h="695325">
                <a:moveTo>
                  <a:pt x="0" y="695325"/>
                </a:moveTo>
                <a:lnTo>
                  <a:pt x="0" y="0"/>
                </a:lnTo>
              </a:path>
            </a:pathLst>
          </a:custGeom>
          <a:noFill/>
          <a:ln w="19050">
            <a:solidFill>
              <a:srgbClr val="111111"/>
            </a:solidFill>
            <a:prstDash val="dash"/>
          </a:ln>
        </p:spPr>
      </p:sp>
      <p:sp>
        <p:nvSpPr>
          <p:cNvPr id="178" name="Editable arrowhead 172">
            <a:extLst>
              <a:ext uri="{FF2B5EF4-FFF2-40B4-BE49-F238E27FC236}">
                <ns2:creationId id="{673EDDD4-6521-4A61-B94E-57F3B066DE2E}"/>
              </a:ext>
            </a:extLst>
          </p:cNvPr>
          <p:cNvSpPr>
            <a:spLocks noGrp="1"/>
          </p:cNvSpPr>
          <p:nvPr/>
        </p:nvSpPr>
        <p:spPr>
          <a:xfrm>
            <a:off x="12906375" y="79724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79" name="결과">
            <a:extLst>
              <a:ext uri="{FF2B5EF4-FFF2-40B4-BE49-F238E27FC236}">
                <ns2:creationId id="{2DB027EA-C949-4F1C-9D8A-0A7B96F78BCF}"/>
              </a:ext>
            </a:extLst>
          </p:cNvPr>
          <p:cNvSpPr>
            <a:spLocks noGrp="1"/>
          </p:cNvSpPr>
          <p:nvPr/>
        </p:nvSpPr>
        <p:spPr>
          <a:xfrm>
            <a:off x="12449175" y="8201025"/>
            <a:ext cx="857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결과</a:t>
            </a:r>
            <a:endParaRPr lang="ko-KR">
              <a:latin typeface="Calibri"/>
              <a:ea typeface="Calibri"/>
              <a:cs typeface="Calibri"/>
            </a:endParaRPr>
          </a:p>
        </p:txBody>
      </p:sp>
      <p:sp>
        <p:nvSpPr>
          <p:cNvPr id="181" name="Editable path 175">
            <a:extLst>
              <a:ext uri="{FF2B5EF4-FFF2-40B4-BE49-F238E27FC236}">
                <ns2:creationId id="{78B942CE-FF78-4013-B4DB-84C057A4EEE6}"/>
              </a:ext>
            </a:extLst>
          </p:cNvPr>
          <p:cNvSpPr>
            <a:spLocks noGrp="1"/>
          </p:cNvSpPr>
          <p:nvPr/>
        </p:nvSpPr>
        <p:spPr>
          <a:xfrm>
            <a:off x="15144750" y="7972425"/>
            <a:ext cx="953" cy="523875"/>
          </a:xfrm>
          <a:custGeom>
            <a:pathLst>
              <a:path w="953" h="523875">
                <a:moveTo>
                  <a:pt x="0" y="0"/>
                </a:moveTo>
                <a:lnTo>
                  <a:pt x="0" y="523875"/>
                </a:lnTo>
              </a:path>
            </a:pathLst>
          </a:custGeom>
          <a:noFill/>
          <a:ln w="19050">
            <a:solidFill>
              <a:srgbClr val="111111"/>
            </a:solidFill>
            <a:prstDash val="solid"/>
          </a:ln>
        </p:spPr>
      </p:sp>
      <p:sp>
        <p:nvSpPr>
          <p:cNvPr id="182" name="Editable arrowhead 176">
            <a:extLst>
              <a:ext uri="{FF2B5EF4-FFF2-40B4-BE49-F238E27FC236}">
                <ns2:creationId id="{F60EA769-4C55-4F05-91B8-6FCB95205E2E}"/>
              </a:ext>
            </a:extLst>
          </p:cNvPr>
          <p:cNvSpPr>
            <a:spLocks noGrp="1"/>
          </p:cNvSpPr>
          <p:nvPr/>
        </p:nvSpPr>
        <p:spPr>
          <a:xfrm>
            <a:off x="15097125" y="84010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83" name="IPC 명령">
            <a:extLst>
              <a:ext uri="{FF2B5EF4-FFF2-40B4-BE49-F238E27FC236}">
                <ns2:creationId id="{A88B99D8-F2B1-4EBC-905F-0D399B704259}"/>
              </a:ext>
            </a:extLst>
          </p:cNvPr>
          <p:cNvSpPr>
            <a:spLocks noGrp="1"/>
          </p:cNvSpPr>
          <p:nvPr/>
        </p:nvSpPr>
        <p:spPr>
          <a:xfrm>
            <a:off x="14506575" y="81534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IPC 명령</a:t>
            </a:r>
            <a:endParaRPr lang="ko-KR">
              <a:latin typeface="Calibri"/>
              <a:ea typeface="Calibri"/>
              <a:cs typeface="Calibri"/>
            </a:endParaRPr>
          </a:p>
        </p:txBody>
      </p:sp>
      <p:sp>
        <p:nvSpPr>
          <p:cNvPr id="185" name="Editable path 179">
            <a:extLst>
              <a:ext uri="{FF2B5EF4-FFF2-40B4-BE49-F238E27FC236}">
                <ns2:creationId id="{69C1ABEB-CC7D-4C3A-8C1D-7FE08E3EA414}"/>
              </a:ext>
            </a:extLst>
          </p:cNvPr>
          <p:cNvSpPr>
            <a:spLocks noGrp="1"/>
          </p:cNvSpPr>
          <p:nvPr/>
        </p:nvSpPr>
        <p:spPr>
          <a:xfrm>
            <a:off x="17287875" y="7972425"/>
            <a:ext cx="953" cy="523875"/>
          </a:xfrm>
          <a:custGeom>
            <a:pathLst>
              <a:path w="953" h="523875">
                <a:moveTo>
                  <a:pt x="0" y="523875"/>
                </a:moveTo>
                <a:lnTo>
                  <a:pt x="0" y="0"/>
                </a:lnTo>
              </a:path>
            </a:pathLst>
          </a:custGeom>
          <a:noFill/>
          <a:ln w="19050">
            <a:solidFill>
              <a:srgbClr val="111111"/>
            </a:solidFill>
            <a:prstDash val="dash"/>
          </a:ln>
        </p:spPr>
      </p:sp>
      <p:sp>
        <p:nvSpPr>
          <p:cNvPr id="186" name="Editable arrowhead 180">
            <a:extLst>
              <a:ext uri="{FF2B5EF4-FFF2-40B4-BE49-F238E27FC236}">
                <ns2:creationId id="{C5268EFB-47FC-472D-8CF0-EF768ECDA7BF}"/>
              </a:ext>
            </a:extLst>
          </p:cNvPr>
          <p:cNvSpPr>
            <a:spLocks noGrp="1"/>
          </p:cNvSpPr>
          <p:nvPr/>
        </p:nvSpPr>
        <p:spPr>
          <a:xfrm>
            <a:off x="17240250" y="79724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87" name="완료">
            <a:extLst>
              <a:ext uri="{FF2B5EF4-FFF2-40B4-BE49-F238E27FC236}">
                <ns2:creationId id="{DD81FD4D-7F16-4C0B-AD22-5D9FAB298C35}"/>
              </a:ext>
            </a:extLst>
          </p:cNvPr>
          <p:cNvSpPr>
            <a:spLocks noGrp="1"/>
          </p:cNvSpPr>
          <p:nvPr/>
        </p:nvSpPr>
        <p:spPr>
          <a:xfrm>
            <a:off x="16802100" y="8153400"/>
            <a:ext cx="857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완료</a:t>
            </a:r>
            <a:endParaRPr lang="ko-KR">
              <a:latin typeface="Calibri"/>
              <a:ea typeface="Calibri"/>
              <a:cs typeface="Calibri"/>
            </a:endParaRPr>
          </a:p>
        </p:txBody>
      </p:sp>
      <p:sp>
        <p:nvSpPr>
          <p:cNvPr id="189" name="DP3 object 183">
            <a:extLst>
              <a:ext uri="{FF2B5EF4-FFF2-40B4-BE49-F238E27FC236}">
                <ns2:creationId id="{887BB3AC-4E81-4412-9E35-7AC2F7562286}"/>
              </a:ext>
            </a:extLst>
          </p:cNvPr>
          <p:cNvSpPr>
            <a:spLocks noGrp="1"/>
          </p:cNvSpPr>
          <p:nvPr/>
        </p:nvSpPr>
        <p:spPr>
          <a:xfrm>
            <a:off x="2000250" y="9715500"/>
            <a:ext cx="15525750"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Read·Produce는 기허가 범위. B의 부족한 후보는 2로 Expand 재요청. 새 범위는 Request Controller가 허가. native 선택이면 worker 생략, bbox로 충분하면 SAM 생략.</a:t>
            </a:r>
            <a:endParaRPr lang="ko-KR">
              <a:latin typeface="Calibri"/>
              <a:ea typeface="Calibri"/>
              <a:cs typeface="Calibri"/>
            </a:endParaRPr>
          </a:p>
        </p:txBody>
      </p:sp>
    </p:spTree>
    <p:extLst>
      <p:ext uri="{BB962C8B-B14F-4D97-AF65-F5344CB8AC3E}">
        <p14:creationId val="300998257"/>
      </p:ext>
    </p:extLst>
  </p:cSld>
</p:sld>
</file>

<file path=ppt/slides/slide4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52" name="DP3 object 184">
            <a:extLst>
              <a:ext uri="{FF2B5EF4-FFF2-40B4-BE49-F238E27FC236}">
                <ns2:creationId id="{015ADCB6-98D3-46F3-9177-332F608AC10E}"/>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(2/2)</a:t>
            </a:r>
            <a:endParaRPr lang="ko-KR">
              <a:latin typeface="Calibri"/>
              <a:ea typeface="Calibri"/>
              <a:cs typeface="Calibri"/>
            </a:endParaRPr>
          </a:p>
        </p:txBody>
      </p:sp>
      <p:sp>
        <p:nvSpPr>
          <p:cNvPr id="2" name="과제 소개">
            <a:extLst>
              <a:ext uri="{FF2B5EF4-FFF2-40B4-BE49-F238E27FC236}">
                <ns2:creationId id="{8051C299-B240-49C9-B513-B16FC8E52C88}"/>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요구사항 분석">
            <a:extLst>
              <a:ext uri="{FF2B5EF4-FFF2-40B4-BE49-F238E27FC236}">
                <ns2:creationId id="{48F13F20-310D-463B-84D5-510F42D65C9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설계">
            <a:extLst>
              <a:ext uri="{FF2B5EF4-FFF2-40B4-BE49-F238E27FC236}">
                <ns2:creationId id="{CE5D2391-6041-4754-88A2-776C3467963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구현 및 검증">
            <a:extLst>
              <a:ext uri="{FF2B5EF4-FFF2-40B4-BE49-F238E27FC236}">
                <ns2:creationId id="{26E364CC-9186-41FD-9CB2-76D7E7C8BC3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결론">
            <a:extLst>
              <a:ext uri="{FF2B5EF4-FFF2-40B4-BE49-F238E27FC236}">
                <ns2:creationId id="{1209DB77-1DA6-47B1-A78F-9E65653CA791}"/>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95">
            <a:extLst>
              <a:ext uri="{FF2B5EF4-FFF2-40B4-BE49-F238E27FC236}">
                <ns2:creationId id="{74092A86-D45D-419A-931E-DE26C921733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96">
            <a:extLst>
              <a:ext uri="{FF2B5EF4-FFF2-40B4-BE49-F238E27FC236}">
                <ns2:creationId id="{EA64310A-DA46-43B1-AE49-59BE9262C8F3}"/>
              </a:ext>
            </a:extLst>
          </p:cNvPr>
          <p:cNvSpPr>
            <a:spLocks noGrp="1"/>
          </p:cNvSpPr>
          <p:nvPr/>
        </p:nvSpPr>
        <p:spPr>
          <a:xfrm>
            <a:off x="571500" y="1228725"/>
            <a:ext cx="17145000" cy="4476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B의 후보·결합 LLM은 동일 / 시각 CPU 총 4 thread·heavy stage 순차 / UI seed가 필요한 SAM은 UI 결과 반환 후 실행</a:t>
            </a:r>
            <a:endParaRPr lang="ko-KR">
              <a:latin typeface="Calibri"/>
              <a:ea typeface="Calibri"/>
              <a:cs typeface="Calibri"/>
            </a:endParaRPr>
          </a:p>
        </p:txBody>
      </p:sp>
      <p:sp>
        <p:nvSpPr>
          <p:cNvPr id="14" name="Continuous slide number">
            <a:extLst>
              <a:ext uri="{FF2B5EF4-FFF2-40B4-BE49-F238E27FC236}">
                <ns2:creationId id="{A9151FCF-F82B-46E8-9C55-9E99B843D702}"/>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29</a:t>
            </a:r>
            <a:endParaRPr lang="ko-KR">
              <a:latin typeface="Calibri"/>
              <a:ea typeface="Calibri"/>
              <a:cs typeface="Calibri"/>
            </a:endParaRPr>
          </a:p>
        </p:txBody>
      </p:sp>
      <p:sp>
        <p:nvSpPr>
          <p:cNvPr id="15" name="방안">
            <a:extLst>
              <a:ext uri="{FF2B5EF4-FFF2-40B4-BE49-F238E27FC236}">
                <ns2:creationId id="{5D47AE7D-7D9C-4080-97BC-A9184BA057BC}"/>
              </a:ext>
            </a:extLst>
          </p:cNvPr>
          <p:cNvSpPr>
            <a:spLocks noGrp="1"/>
          </p:cNvSpPr>
          <p:nvPr/>
        </p:nvSpPr>
        <p:spPr>
          <a:xfrm>
            <a:off x="228600" y="1790700"/>
            <a:ext cx="1638300" cy="514350"/>
          </a:xfrm>
          <a:prstGeom prst="rect">
            <a:avLst/>
          </a:prstGeom>
          <a:solidFill>
            <a:srgbClr val="C9E1B3"/>
          </a:solidFill>
          <a:ln w="19050">
            <a:solidFill>
              <a:srgbClr val="B7B9B9"/>
            </a:solid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방안</a:t>
            </a:r>
            <a:endParaRPr lang="ko-KR">
              <a:latin typeface="Calibri"/>
              <a:ea typeface="Calibri"/>
              <a:cs typeface="Calibri"/>
            </a:endParaRPr>
          </a:p>
        </p:txBody>
      </p:sp>
      <p:sp>
        <p:nvSpPr>
          <p:cNvPr id="17" name="B-R2  한 process에 사용한 모델 유지">
            <a:extLst>
              <a:ext uri="{FF2B5EF4-FFF2-40B4-BE49-F238E27FC236}">
                <ns2:creationId id="{C4B40195-9A25-4CCC-A2E3-739C314FF4E0}"/>
              </a:ext>
            </a:extLst>
          </p:cNvPr>
          <p:cNvSpPr>
            <a:spLocks noGrp="1"/>
          </p:cNvSpPr>
          <p:nvPr/>
        </p:nvSpPr>
        <p:spPr>
          <a:xfrm>
            <a:off x="186690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B-R2  한 process에 사용한 모델 유지</a:t>
            </a:r>
            <a:endParaRPr lang="ko-KR">
              <a:latin typeface="Calibri"/>
              <a:ea typeface="Calibri"/>
              <a:cs typeface="Calibri"/>
            </a:endParaRPr>
          </a:p>
        </p:txBody>
      </p:sp>
      <p:sp>
        <p:nvSpPr>
          <p:cNvPr id="19" name="B-R3  UI / SAM process 별도 유지">
            <a:extLst>
              <a:ext uri="{FF2B5EF4-FFF2-40B4-BE49-F238E27FC236}">
                <ns2:creationId id="{BC8CD802-9703-472E-A27E-C486A110BD98}"/>
              </a:ext>
            </a:extLst>
          </p:cNvPr>
          <p:cNvSpPr>
            <a:spLocks noGrp="1"/>
          </p:cNvSpPr>
          <p:nvPr/>
        </p:nvSpPr>
        <p:spPr>
          <a:xfrm>
            <a:off x="996315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B-R3  UI / SAM process 별도 유지</a:t>
            </a:r>
            <a:endParaRPr lang="ko-KR">
              <a:latin typeface="Calibri"/>
              <a:ea typeface="Calibri"/>
              <a:cs typeface="Calibri"/>
            </a:endParaRPr>
          </a:p>
        </p:txBody>
      </p:sp>
      <p:sp>
        <p:nvSpPr>
          <p:cNvPr id="21" name="Editable path 204">
            <a:extLst>
              <a:ext uri="{FF2B5EF4-FFF2-40B4-BE49-F238E27FC236}">
                <ns2:creationId id="{6AFE87E1-9E75-4E41-BFD4-4745D1EACE83}"/>
              </a:ext>
            </a:extLst>
          </p:cNvPr>
          <p:cNvSpPr>
            <a:spLocks noGrp="1"/>
          </p:cNvSpPr>
          <p:nvPr/>
        </p:nvSpPr>
        <p:spPr>
          <a:xfrm>
            <a:off x="228600" y="2305050"/>
            <a:ext cx="17830800" cy="953"/>
          </a:xfrm>
          <a:custGeom>
            <a:pathLst>
              <a:path w="17830800" h="953">
                <a:moveTo>
                  <a:pt x="0" y="0"/>
                </a:moveTo>
                <a:lnTo>
                  <a:pt x="17830800" y="0"/>
                </a:lnTo>
              </a:path>
            </a:pathLst>
          </a:custGeom>
          <a:noFill/>
          <a:ln w="11430">
            <a:solidFill>
              <a:srgbClr val="B7B9B9"/>
            </a:solidFill>
            <a:prstDash val="solid"/>
          </a:ln>
        </p:spPr>
      </p:sp>
      <p:sp>
        <p:nvSpPr>
          <p:cNvPr id="22" name="Editable path 205">
            <a:extLst>
              <a:ext uri="{FF2B5EF4-FFF2-40B4-BE49-F238E27FC236}">
                <ns2:creationId id="{2E6D4984-C617-467B-AFC2-029E4CB08FB8}"/>
              </a:ext>
            </a:extLst>
          </p:cNvPr>
          <p:cNvSpPr>
            <a:spLocks noGrp="1"/>
          </p:cNvSpPr>
          <p:nvPr/>
        </p:nvSpPr>
        <p:spPr>
          <a:xfrm>
            <a:off x="1866900" y="1790700"/>
            <a:ext cx="953" cy="7905750"/>
          </a:xfrm>
          <a:custGeom>
            <a:pathLst>
              <a:path w="953" h="7905750">
                <a:moveTo>
                  <a:pt x="0" y="0"/>
                </a:moveTo>
                <a:lnTo>
                  <a:pt x="0" y="7905750"/>
                </a:lnTo>
              </a:path>
            </a:pathLst>
          </a:custGeom>
          <a:noFill/>
          <a:ln w="11430">
            <a:solidFill>
              <a:srgbClr val="B7B9B9"/>
            </a:solidFill>
            <a:prstDash val="solid"/>
          </a:ln>
        </p:spPr>
      </p:sp>
      <p:sp>
        <p:nvSpPr>
          <p:cNvPr id="23" name="Editable path 206">
            <a:extLst>
              <a:ext uri="{FF2B5EF4-FFF2-40B4-BE49-F238E27FC236}">
                <ns2:creationId id="{CA16AF8C-CBC1-47B9-B53A-BD732E93A442}"/>
              </a:ext>
            </a:extLst>
          </p:cNvPr>
          <p:cNvSpPr>
            <a:spLocks noGrp="1"/>
          </p:cNvSpPr>
          <p:nvPr/>
        </p:nvSpPr>
        <p:spPr>
          <a:xfrm>
            <a:off x="9963150" y="1790700"/>
            <a:ext cx="953" cy="7905750"/>
          </a:xfrm>
          <a:custGeom>
            <a:pathLst>
              <a:path w="953" h="7905750">
                <a:moveTo>
                  <a:pt x="0" y="0"/>
                </a:moveTo>
                <a:lnTo>
                  <a:pt x="0" y="7905750"/>
                </a:lnTo>
              </a:path>
            </a:pathLst>
          </a:custGeom>
          <a:noFill/>
          <a:ln w="11430">
            <a:solidFill>
              <a:srgbClr val="B7B9B9"/>
            </a:solidFill>
            <a:prstDash val="solid"/>
          </a:ln>
        </p:spPr>
      </p:sp>
      <p:sp>
        <p:nvSpPr>
          <p:cNvPr id="24" name="DP3 object 207">
            <a:extLst>
              <a:ext uri="{FF2B5EF4-FFF2-40B4-BE49-F238E27FC236}">
                <ns2:creationId id="{F7EF5AC6-0398-42A9-B017-45FF755A6470}"/>
              </a:ext>
            </a:extLst>
          </p:cNvPr>
          <p:cNvSpPr>
            <a:spLocks noGrp="1"/>
          </p:cNvSpPr>
          <p:nvPr/>
        </p:nvSpPr>
        <p:spPr>
          <a:xfrm>
            <a:off x="400050" y="2571750"/>
            <a:ext cx="1285875"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p:txBody>
      </p:sp>
      <p:sp>
        <p:nvSpPr>
          <p:cNvPr id="25" name="DP3 object 208">
            <a:extLst>
              <a:ext uri="{FF2B5EF4-FFF2-40B4-BE49-F238E27FC236}">
                <ns2:creationId id="{159160EF-FC3E-412A-B714-421A6B56084D}"/>
              </a:ext>
            </a:extLst>
          </p:cNvPr>
          <p:cNvSpPr>
            <a:spLocks noGrp="1"/>
          </p:cNvSpPr>
          <p:nvPr/>
        </p:nvSpPr>
        <p:spPr>
          <a:xfrm>
            <a:off x="342900" y="3333750"/>
            <a:ext cx="1381125" cy="5286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노란 경계</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Component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내부 둥근 상자</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Module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원통</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소유 상태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파란 점선</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OS Process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육각형</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외부 모델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실선 요청</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점선 반환</a:t>
            </a:r>
            <a:endParaRPr lang="ko-KR">
              <a:latin typeface="Calibri"/>
              <a:ea typeface="Calibri"/>
              <a:cs typeface="Calibri"/>
            </a:endParaRPr>
          </a:p>
        </p:txBody>
      </p:sp>
      <p:sp>
        <p:nvSpPr>
          <p:cNvPr id="26" name="VIA Host process">
            <a:extLst>
              <a:ext uri="{FF2B5EF4-FFF2-40B4-BE49-F238E27FC236}">
                <ns2:creationId id="{7528EDC9-80E8-46A6-8888-C0219B8C04EC}"/>
              </a:ext>
            </a:extLst>
          </p:cNvPr>
          <p:cNvSpPr>
            <a:spLocks noGrp="1"/>
          </p:cNvSpPr>
          <p:nvPr/>
        </p:nvSpPr>
        <p:spPr>
          <a:xfrm>
            <a:off x="2095500" y="2543175"/>
            <a:ext cx="7524750" cy="2400300"/>
          </a:xfrm>
          <a:prstGeom prst="rect">
            <a:avLst/>
          </a:prstGeom>
          <a:noFill/>
          <a:ln w="19050">
            <a:solidFill>
              <a:srgbClr val="4676CB"/>
            </a:solidFill>
            <a:prstDash val="dash"/>
          </a:ln>
        </p:spPr>
        <p:txBody>
          <a:bodyPr wrap="none" lIns="114300" tIns="28575" rIns="114300" bIns="20955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VIA Host process</a:t>
            </a:r>
            <a:endParaRPr lang="ko-KR">
              <a:latin typeface="Calibri"/>
              <a:ea typeface="Calibri"/>
              <a:cs typeface="Calibri"/>
            </a:endParaRPr>
          </a:p>
        </p:txBody>
      </p:sp>
      <p:sp>
        <p:nvSpPr>
          <p:cNvPr id="28" name="Screen Target Producer">
            <a:extLst>
              <a:ext uri="{FF2B5EF4-FFF2-40B4-BE49-F238E27FC236}">
                <ns2:creationId id="{63FD1E95-7116-495A-9E62-2C4B450A739B}"/>
              </a:ext>
            </a:extLst>
          </p:cNvPr>
          <p:cNvSpPr>
            <a:spLocks noGrp="1"/>
          </p:cNvSpPr>
          <p:nvPr/>
        </p:nvSpPr>
        <p:spPr>
          <a:xfrm>
            <a:off x="2266950" y="2943225"/>
            <a:ext cx="2952750"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30" name="Editable path 213">
            <a:extLst>
              <a:ext uri="{FF2B5EF4-FFF2-40B4-BE49-F238E27FC236}">
                <ns2:creationId id="{C9FDC1D1-5B63-4DD4-9C49-55B127EF15E5}"/>
              </a:ext>
            </a:extLst>
          </p:cNvPr>
          <p:cNvSpPr>
            <a:spLocks noGrp="1"/>
          </p:cNvSpPr>
          <p:nvPr/>
        </p:nvSpPr>
        <p:spPr>
          <a:xfrm>
            <a:off x="2266950" y="3295650"/>
            <a:ext cx="2952750" cy="953"/>
          </a:xfrm>
          <a:custGeom>
            <a:pathLst>
              <a:path w="2952750" h="953">
                <a:moveTo>
                  <a:pt x="0" y="0"/>
                </a:moveTo>
                <a:lnTo>
                  <a:pt x="2952750" y="0"/>
                </a:lnTo>
              </a:path>
            </a:pathLst>
          </a:custGeom>
          <a:noFill/>
          <a:ln w="14288">
            <a:solidFill>
              <a:srgbClr val="111111"/>
            </a:solidFill>
            <a:prstDash val="solid"/>
          </a:ln>
        </p:spPr>
      </p:sp>
      <p:sp>
        <p:nvSpPr>
          <p:cNvPr id="31" name="Candidate Assembler">
            <a:extLst>
              <a:ext uri="{FF2B5EF4-FFF2-40B4-BE49-F238E27FC236}">
                <ns2:creationId id="{C4B22CB6-6C01-46BE-BE16-82C34B1D3099}"/>
              </a:ext>
            </a:extLst>
          </p:cNvPr>
          <p:cNvSpPr>
            <a:spLocks noGrp="1"/>
          </p:cNvSpPr>
          <p:nvPr/>
        </p:nvSpPr>
        <p:spPr>
          <a:xfrm>
            <a:off x="2419350" y="3371850"/>
            <a:ext cx="2647950" cy="381000"/>
          </a:xfrm>
          <a:prstGeom prst="roundRect">
            <a:avLst>
              <a:gd name="adj" fmla="val 20000"/>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Candidate Assembler</a:t>
            </a:r>
            <a:endParaRPr lang="ko-KR">
              <a:latin typeface="Calibri"/>
              <a:ea typeface="Calibri"/>
              <a:cs typeface="Calibri"/>
            </a:endParaRPr>
          </a:p>
        </p:txBody>
      </p:sp>
      <p:sp>
        <p:nvSpPr>
          <p:cNvPr id="33" name="대상·동작 기록 (RAM)후보 rev / 출처 / mask 참조">
            <a:extLst>
              <a:ext uri="{FF2B5EF4-FFF2-40B4-BE49-F238E27FC236}">
                <ns2:creationId id="{79557CC7-9ECB-4028-8380-7B699798518F}"/>
              </a:ext>
            </a:extLst>
          </p:cNvPr>
          <p:cNvSpPr>
            <a:spLocks noGrp="1"/>
          </p:cNvSpPr>
          <p:nvPr/>
        </p:nvSpPr>
        <p:spPr>
          <a:xfrm>
            <a:off x="2419350" y="3924300"/>
            <a:ext cx="2647950" cy="6762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대상·동작 기록 (RAM)</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rev / 출처 / mask 참조</a:t>
            </a:r>
            <a:endParaRPr lang="ko-KR">
              <a:latin typeface="Calibri"/>
              <a:ea typeface="Calibri"/>
              <a:cs typeface="Calibri"/>
            </a:endParaRPr>
          </a:p>
        </p:txBody>
      </p:sp>
      <p:sp>
        <p:nvSpPr>
          <p:cNvPr id="35" name="Model Access">
            <a:extLst>
              <a:ext uri="{FF2B5EF4-FFF2-40B4-BE49-F238E27FC236}">
                <ns2:creationId id="{6D47C13A-3AB3-4258-826B-3AFFAFD36823}"/>
              </a:ext>
            </a:extLst>
          </p:cNvPr>
          <p:cNvSpPr>
            <a:spLocks noGrp="1"/>
          </p:cNvSpPr>
          <p:nvPr/>
        </p:nvSpPr>
        <p:spPr>
          <a:xfrm>
            <a:off x="6372225" y="2943225"/>
            <a:ext cx="3076575"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37" name="Editable path 219">
            <a:extLst>
              <a:ext uri="{FF2B5EF4-FFF2-40B4-BE49-F238E27FC236}">
                <ns2:creationId id="{11633509-7882-46CB-8989-372FEB8938FE}"/>
              </a:ext>
            </a:extLst>
          </p:cNvPr>
          <p:cNvSpPr>
            <a:spLocks noGrp="1"/>
          </p:cNvSpPr>
          <p:nvPr/>
        </p:nvSpPr>
        <p:spPr>
          <a:xfrm>
            <a:off x="6372225" y="3295650"/>
            <a:ext cx="3076575" cy="953"/>
          </a:xfrm>
          <a:custGeom>
            <a:pathLst>
              <a:path w="3076575" h="953">
                <a:moveTo>
                  <a:pt x="0" y="0"/>
                </a:moveTo>
                <a:lnTo>
                  <a:pt x="3076575" y="0"/>
                </a:lnTo>
              </a:path>
            </a:pathLst>
          </a:custGeom>
          <a:noFill/>
          <a:ln w="14288">
            <a:solidFill>
              <a:srgbClr val="111111"/>
            </a:solidFill>
            <a:prstDash val="solid"/>
          </a:ln>
        </p:spPr>
      </p:sp>
      <p:sp>
        <p:nvSpPr>
          <p:cNvPr id="38" name="Local ModelExecution Controller">
            <a:extLst>
              <a:ext uri="{FF2B5EF4-FFF2-40B4-BE49-F238E27FC236}">
                <ns2:creationId id="{EC70664C-4CAC-4DC4-BE1A-560E94593CA5}"/>
              </a:ext>
            </a:extLst>
          </p:cNvPr>
          <p:cNvSpPr>
            <a:spLocks noGrp="1"/>
          </p:cNvSpPr>
          <p:nvPr/>
        </p:nvSpPr>
        <p:spPr>
          <a:xfrm>
            <a:off x="6524625" y="3371850"/>
            <a:ext cx="2771775" cy="638175"/>
          </a:xfrm>
          <a:prstGeom prst="roundRect">
            <a:avLst>
              <a:gd name="adj" fmla="val 11940"/>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Local Model</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Execution Controller</a:t>
            </a:r>
            <a:endParaRPr lang="ko-KR">
              <a:latin typeface="Calibri"/>
              <a:ea typeface="Calibri"/>
              <a:cs typeface="Calibri"/>
            </a:endParaRPr>
          </a:p>
        </p:txBody>
      </p:sp>
      <p:sp>
        <p:nvSpPr>
          <p:cNvPr id="40" name="DP3 object 222">
            <a:extLst>
              <a:ext uri="{FF2B5EF4-FFF2-40B4-BE49-F238E27FC236}">
                <ns2:creationId id="{9DD0D966-5765-405C-8297-89F2E1DE4B2A}"/>
              </a:ext>
            </a:extLst>
          </p:cNvPr>
          <p:cNvSpPr>
            <a:spLocks noGrp="1"/>
          </p:cNvSpPr>
          <p:nvPr/>
        </p:nvSpPr>
        <p:spPr>
          <a:xfrm>
            <a:off x="6534150" y="4171950"/>
            <a:ext cx="27527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CPU 허가 / queue·generation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모델 수명 / 재시작 책임</a:t>
            </a:r>
            <a:endParaRPr lang="ko-KR">
              <a:latin typeface="Calibri"/>
              <a:ea typeface="Calibri"/>
              <a:cs typeface="Calibri"/>
            </a:endParaRPr>
          </a:p>
        </p:txBody>
      </p:sp>
      <p:sp>
        <p:nvSpPr>
          <p:cNvPr id="41" name="Editable path 223">
            <a:extLst>
              <a:ext uri="{FF2B5EF4-FFF2-40B4-BE49-F238E27FC236}">
                <ns2:creationId id="{D51DB077-E926-4710-8035-9F2423D46F32}"/>
              </a:ext>
            </a:extLst>
          </p:cNvPr>
          <p:cNvSpPr>
            <a:spLocks noGrp="1"/>
          </p:cNvSpPr>
          <p:nvPr/>
        </p:nvSpPr>
        <p:spPr>
          <a:xfrm>
            <a:off x="5219700" y="3571875"/>
            <a:ext cx="1152525" cy="953"/>
          </a:xfrm>
          <a:custGeom>
            <a:pathLst>
              <a:path w="1152525" h="953">
                <a:moveTo>
                  <a:pt x="0" y="0"/>
                </a:moveTo>
                <a:lnTo>
                  <a:pt x="1152525" y="0"/>
                </a:lnTo>
              </a:path>
            </a:pathLst>
          </a:custGeom>
          <a:noFill/>
          <a:ln w="19050">
            <a:solidFill>
              <a:srgbClr val="111111"/>
            </a:solidFill>
            <a:prstDash val="solid"/>
          </a:ln>
        </p:spPr>
      </p:sp>
      <p:sp>
        <p:nvSpPr>
          <p:cNvPr id="42" name="Editable arrowhead 224">
            <a:extLst>
              <a:ext uri="{FF2B5EF4-FFF2-40B4-BE49-F238E27FC236}">
                <ns2:creationId id="{C2158EF9-CA53-42AA-B05D-F5DE98DFA707}"/>
              </a:ext>
            </a:extLst>
          </p:cNvPr>
          <p:cNvSpPr>
            <a:spLocks noGrp="1"/>
          </p:cNvSpPr>
          <p:nvPr/>
        </p:nvSpPr>
        <p:spPr>
          <a:xfrm>
            <a:off x="6276975" y="35242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생산 요청">
            <a:extLst>
              <a:ext uri="{FF2B5EF4-FFF2-40B4-BE49-F238E27FC236}">
                <ns2:creationId id="{2750EB39-6367-44A6-A590-5CAB0FB2139D}"/>
              </a:ext>
            </a:extLst>
          </p:cNvPr>
          <p:cNvSpPr>
            <a:spLocks noGrp="1"/>
          </p:cNvSpPr>
          <p:nvPr/>
        </p:nvSpPr>
        <p:spPr>
          <a:xfrm>
            <a:off x="5267325" y="3219450"/>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생산 요청</a:t>
            </a:r>
            <a:endParaRPr lang="ko-KR">
              <a:latin typeface="Calibri"/>
              <a:ea typeface="Calibri"/>
              <a:cs typeface="Calibri"/>
            </a:endParaRPr>
          </a:p>
        </p:txBody>
      </p:sp>
      <p:sp>
        <p:nvSpPr>
          <p:cNvPr id="45" name="Editable path 227">
            <a:extLst>
              <a:ext uri="{FF2B5EF4-FFF2-40B4-BE49-F238E27FC236}">
                <ns2:creationId id="{5B40109F-CC2C-406E-92D1-C4BAECC09610}"/>
              </a:ext>
            </a:extLst>
          </p:cNvPr>
          <p:cNvSpPr>
            <a:spLocks noGrp="1"/>
          </p:cNvSpPr>
          <p:nvPr/>
        </p:nvSpPr>
        <p:spPr>
          <a:xfrm>
            <a:off x="5219700" y="4333875"/>
            <a:ext cx="1152525" cy="953"/>
          </a:xfrm>
          <a:custGeom>
            <a:pathLst>
              <a:path w="1152525" h="953">
                <a:moveTo>
                  <a:pt x="1152525" y="0"/>
                </a:moveTo>
                <a:lnTo>
                  <a:pt x="0" y="0"/>
                </a:lnTo>
              </a:path>
            </a:pathLst>
          </a:custGeom>
          <a:noFill/>
          <a:ln w="19050">
            <a:solidFill>
              <a:srgbClr val="111111"/>
            </a:solidFill>
            <a:prstDash val="dash"/>
          </a:ln>
        </p:spPr>
      </p:sp>
      <p:sp>
        <p:nvSpPr>
          <p:cNvPr id="46" name="Editable arrowhead 228">
            <a:extLst>
              <a:ext uri="{FF2B5EF4-FFF2-40B4-BE49-F238E27FC236}">
                <ns2:creationId id="{4DC80DF3-5BEF-41CB-A86D-4513CF45F7A7}"/>
              </a:ext>
            </a:extLst>
          </p:cNvPr>
          <p:cNvSpPr>
            <a:spLocks noGrp="1"/>
          </p:cNvSpPr>
          <p:nvPr/>
        </p:nvSpPr>
        <p:spPr>
          <a:xfrm>
            <a:off x="5219700" y="42862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47" name="후보 재료">
            <a:extLst>
              <a:ext uri="{FF2B5EF4-FFF2-40B4-BE49-F238E27FC236}">
                <ns2:creationId id="{7C1294ED-B379-4450-BFBA-AAD404076968}"/>
              </a:ext>
            </a:extLst>
          </p:cNvPr>
          <p:cNvSpPr>
            <a:spLocks noGrp="1"/>
          </p:cNvSpPr>
          <p:nvPr/>
        </p:nvSpPr>
        <p:spPr>
          <a:xfrm>
            <a:off x="5267325" y="4429125"/>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재료</a:t>
            </a:r>
            <a:endParaRPr lang="ko-KR">
              <a:latin typeface="Calibri"/>
              <a:ea typeface="Calibri"/>
              <a:cs typeface="Calibri"/>
            </a:endParaRPr>
          </a:p>
        </p:txBody>
      </p:sp>
      <p:sp>
        <p:nvSpPr>
          <p:cNvPr id="49" name="VIA Host process">
            <a:extLst>
              <a:ext uri="{FF2B5EF4-FFF2-40B4-BE49-F238E27FC236}">
                <ns2:creationId id="{3325D1AE-E7B2-4B2D-8BFF-01D4CC680B03}"/>
              </a:ext>
            </a:extLst>
          </p:cNvPr>
          <p:cNvSpPr>
            <a:spLocks noGrp="1"/>
          </p:cNvSpPr>
          <p:nvPr/>
        </p:nvSpPr>
        <p:spPr>
          <a:xfrm>
            <a:off x="10191750" y="2543175"/>
            <a:ext cx="7524750" cy="2400300"/>
          </a:xfrm>
          <a:prstGeom prst="rect">
            <a:avLst/>
          </a:prstGeom>
          <a:noFill/>
          <a:ln w="19050">
            <a:solidFill>
              <a:srgbClr val="4676CB"/>
            </a:solidFill>
            <a:prstDash val="dash"/>
          </a:ln>
        </p:spPr>
        <p:txBody>
          <a:bodyPr wrap="none" lIns="114300" tIns="28575" rIns="114300" bIns="20955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VIA Host process</a:t>
            </a:r>
            <a:endParaRPr lang="ko-KR">
              <a:latin typeface="Calibri"/>
              <a:ea typeface="Calibri"/>
              <a:cs typeface="Calibri"/>
            </a:endParaRPr>
          </a:p>
        </p:txBody>
      </p:sp>
      <p:sp>
        <p:nvSpPr>
          <p:cNvPr id="51" name="Screen Target Producer">
            <a:extLst>
              <a:ext uri="{FF2B5EF4-FFF2-40B4-BE49-F238E27FC236}">
                <ns2:creationId id="{02A15422-9D70-4BC8-AA07-FD6E1D9E8785}"/>
              </a:ext>
            </a:extLst>
          </p:cNvPr>
          <p:cNvSpPr>
            <a:spLocks noGrp="1"/>
          </p:cNvSpPr>
          <p:nvPr/>
        </p:nvSpPr>
        <p:spPr>
          <a:xfrm>
            <a:off x="10363200" y="2943225"/>
            <a:ext cx="2952750"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53" name="Editable path 235">
            <a:extLst>
              <a:ext uri="{FF2B5EF4-FFF2-40B4-BE49-F238E27FC236}">
                <ns2:creationId id="{0FBA0989-9C5D-4542-96EB-9D80D651B7E3}"/>
              </a:ext>
            </a:extLst>
          </p:cNvPr>
          <p:cNvSpPr>
            <a:spLocks noGrp="1"/>
          </p:cNvSpPr>
          <p:nvPr/>
        </p:nvSpPr>
        <p:spPr>
          <a:xfrm>
            <a:off x="10363200" y="3295650"/>
            <a:ext cx="2952750" cy="953"/>
          </a:xfrm>
          <a:custGeom>
            <a:pathLst>
              <a:path w="2952750" h="953">
                <a:moveTo>
                  <a:pt x="0" y="0"/>
                </a:moveTo>
                <a:lnTo>
                  <a:pt x="2952750" y="0"/>
                </a:lnTo>
              </a:path>
            </a:pathLst>
          </a:custGeom>
          <a:noFill/>
          <a:ln w="14288">
            <a:solidFill>
              <a:srgbClr val="111111"/>
            </a:solidFill>
            <a:prstDash val="solid"/>
          </a:ln>
        </p:spPr>
      </p:sp>
      <p:sp>
        <p:nvSpPr>
          <p:cNvPr id="54" name="Candidate Assembler">
            <a:extLst>
              <a:ext uri="{FF2B5EF4-FFF2-40B4-BE49-F238E27FC236}">
                <ns2:creationId id="{FEE1623F-58AF-4C4C-88C1-85F0D05A6095}"/>
              </a:ext>
            </a:extLst>
          </p:cNvPr>
          <p:cNvSpPr>
            <a:spLocks noGrp="1"/>
          </p:cNvSpPr>
          <p:nvPr/>
        </p:nvSpPr>
        <p:spPr>
          <a:xfrm>
            <a:off x="10515600" y="3371850"/>
            <a:ext cx="2647950" cy="381000"/>
          </a:xfrm>
          <a:prstGeom prst="roundRect">
            <a:avLst>
              <a:gd name="adj" fmla="val 20000"/>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Candidate Assembler</a:t>
            </a:r>
            <a:endParaRPr lang="ko-KR">
              <a:latin typeface="Calibri"/>
              <a:ea typeface="Calibri"/>
              <a:cs typeface="Calibri"/>
            </a:endParaRPr>
          </a:p>
        </p:txBody>
      </p:sp>
      <p:sp>
        <p:nvSpPr>
          <p:cNvPr id="56" name="대상·동작 기록 (RAM)후보 rev / 출처 / mask 참조">
            <a:extLst>
              <a:ext uri="{FF2B5EF4-FFF2-40B4-BE49-F238E27FC236}">
                <ns2:creationId id="{74C1816C-AF40-4ED4-B38F-2DBDE5A6DE7B}"/>
              </a:ext>
            </a:extLst>
          </p:cNvPr>
          <p:cNvSpPr>
            <a:spLocks noGrp="1"/>
          </p:cNvSpPr>
          <p:nvPr/>
        </p:nvSpPr>
        <p:spPr>
          <a:xfrm>
            <a:off x="10515600" y="3924300"/>
            <a:ext cx="2647950" cy="6762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대상·동작 기록 (RAM)</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rev / 출처 / mask 참조</a:t>
            </a:r>
            <a:endParaRPr lang="ko-KR">
              <a:latin typeface="Calibri"/>
              <a:ea typeface="Calibri"/>
              <a:cs typeface="Calibri"/>
            </a:endParaRPr>
          </a:p>
        </p:txBody>
      </p:sp>
      <p:sp>
        <p:nvSpPr>
          <p:cNvPr id="58" name="Model Access">
            <a:extLst>
              <a:ext uri="{FF2B5EF4-FFF2-40B4-BE49-F238E27FC236}">
                <ns2:creationId id="{8438D4EE-2011-41A3-BCEB-86582DE82DD6}"/>
              </a:ext>
            </a:extLst>
          </p:cNvPr>
          <p:cNvSpPr>
            <a:spLocks noGrp="1"/>
          </p:cNvSpPr>
          <p:nvPr/>
        </p:nvSpPr>
        <p:spPr>
          <a:xfrm>
            <a:off x="14468475" y="2943225"/>
            <a:ext cx="3076575"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60" name="Editable path 241">
            <a:extLst>
              <a:ext uri="{FF2B5EF4-FFF2-40B4-BE49-F238E27FC236}">
                <ns2:creationId id="{E646AA7F-B91F-45E2-988D-49C8E86905CD}"/>
              </a:ext>
            </a:extLst>
          </p:cNvPr>
          <p:cNvSpPr>
            <a:spLocks noGrp="1"/>
          </p:cNvSpPr>
          <p:nvPr/>
        </p:nvSpPr>
        <p:spPr>
          <a:xfrm>
            <a:off x="14468475" y="3295650"/>
            <a:ext cx="3076575" cy="953"/>
          </a:xfrm>
          <a:custGeom>
            <a:pathLst>
              <a:path w="3076575" h="953">
                <a:moveTo>
                  <a:pt x="0" y="0"/>
                </a:moveTo>
                <a:lnTo>
                  <a:pt x="3076575" y="0"/>
                </a:lnTo>
              </a:path>
            </a:pathLst>
          </a:custGeom>
          <a:noFill/>
          <a:ln w="14288">
            <a:solidFill>
              <a:srgbClr val="111111"/>
            </a:solidFill>
            <a:prstDash val="solid"/>
          </a:ln>
        </p:spPr>
      </p:sp>
      <p:sp>
        <p:nvSpPr>
          <p:cNvPr id="61" name="Local ModelExecution Controller">
            <a:extLst>
              <a:ext uri="{FF2B5EF4-FFF2-40B4-BE49-F238E27FC236}">
                <ns2:creationId id="{0AE8D0E4-2562-467E-A8FD-A2BC38929D8A}"/>
              </a:ext>
            </a:extLst>
          </p:cNvPr>
          <p:cNvSpPr>
            <a:spLocks noGrp="1"/>
          </p:cNvSpPr>
          <p:nvPr/>
        </p:nvSpPr>
        <p:spPr>
          <a:xfrm>
            <a:off x="14620875" y="3371850"/>
            <a:ext cx="2771775" cy="638175"/>
          </a:xfrm>
          <a:prstGeom prst="roundRect">
            <a:avLst>
              <a:gd name="adj" fmla="val 11940"/>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Local Model</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Execution Controller</a:t>
            </a:r>
            <a:endParaRPr lang="ko-KR">
              <a:latin typeface="Calibri"/>
              <a:ea typeface="Calibri"/>
              <a:cs typeface="Calibri"/>
            </a:endParaRPr>
          </a:p>
        </p:txBody>
      </p:sp>
      <p:sp>
        <p:nvSpPr>
          <p:cNvPr id="63" name="DP3 object 244">
            <a:extLst>
              <a:ext uri="{FF2B5EF4-FFF2-40B4-BE49-F238E27FC236}">
                <ns2:creationId id="{63841B16-F73B-46A8-9D43-6B38B966324A}"/>
              </a:ext>
            </a:extLst>
          </p:cNvPr>
          <p:cNvSpPr>
            <a:spLocks noGrp="1"/>
          </p:cNvSpPr>
          <p:nvPr/>
        </p:nvSpPr>
        <p:spPr>
          <a:xfrm>
            <a:off x="14630400" y="4171950"/>
            <a:ext cx="27527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CPU 허가 / queue·generation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모델 수명 / 재시작 책임</a:t>
            </a:r>
            <a:endParaRPr lang="ko-KR">
              <a:latin typeface="Calibri"/>
              <a:ea typeface="Calibri"/>
              <a:cs typeface="Calibri"/>
            </a:endParaRPr>
          </a:p>
        </p:txBody>
      </p:sp>
      <p:sp>
        <p:nvSpPr>
          <p:cNvPr id="64" name="Editable path 245">
            <a:extLst>
              <a:ext uri="{FF2B5EF4-FFF2-40B4-BE49-F238E27FC236}">
                <ns2:creationId id="{313D6552-E02F-4B14-90EC-2B85B7E6207C}"/>
              </a:ext>
            </a:extLst>
          </p:cNvPr>
          <p:cNvSpPr>
            <a:spLocks noGrp="1"/>
          </p:cNvSpPr>
          <p:nvPr/>
        </p:nvSpPr>
        <p:spPr>
          <a:xfrm>
            <a:off x="13315950" y="3571875"/>
            <a:ext cx="1152525" cy="953"/>
          </a:xfrm>
          <a:custGeom>
            <a:pathLst>
              <a:path w="1152525" h="953">
                <a:moveTo>
                  <a:pt x="0" y="0"/>
                </a:moveTo>
                <a:lnTo>
                  <a:pt x="1152525" y="0"/>
                </a:lnTo>
              </a:path>
            </a:pathLst>
          </a:custGeom>
          <a:noFill/>
          <a:ln w="19050">
            <a:solidFill>
              <a:srgbClr val="111111"/>
            </a:solidFill>
            <a:prstDash val="solid"/>
          </a:ln>
        </p:spPr>
      </p:sp>
      <p:sp>
        <p:nvSpPr>
          <p:cNvPr id="65" name="Editable arrowhead 246">
            <a:extLst>
              <a:ext uri="{FF2B5EF4-FFF2-40B4-BE49-F238E27FC236}">
                <ns2:creationId id="{AB1B6C41-5E92-486A-8EDA-68BB0B64E9F1}"/>
              </a:ext>
            </a:extLst>
          </p:cNvPr>
          <p:cNvSpPr>
            <a:spLocks noGrp="1"/>
          </p:cNvSpPr>
          <p:nvPr/>
        </p:nvSpPr>
        <p:spPr>
          <a:xfrm>
            <a:off x="14373225" y="35242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6" name="생산 요청">
            <a:extLst>
              <a:ext uri="{FF2B5EF4-FFF2-40B4-BE49-F238E27FC236}">
                <ns2:creationId id="{4F03294A-0504-4655-B535-77BF173DB0BD}"/>
              </a:ext>
            </a:extLst>
          </p:cNvPr>
          <p:cNvSpPr>
            <a:spLocks noGrp="1"/>
          </p:cNvSpPr>
          <p:nvPr/>
        </p:nvSpPr>
        <p:spPr>
          <a:xfrm>
            <a:off x="13363575" y="3219450"/>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생산 요청</a:t>
            </a:r>
            <a:endParaRPr lang="ko-KR">
              <a:latin typeface="Calibri"/>
              <a:ea typeface="Calibri"/>
              <a:cs typeface="Calibri"/>
            </a:endParaRPr>
          </a:p>
        </p:txBody>
      </p:sp>
      <p:sp>
        <p:nvSpPr>
          <p:cNvPr id="68" name="Editable path 249">
            <a:extLst>
              <a:ext uri="{FF2B5EF4-FFF2-40B4-BE49-F238E27FC236}">
                <ns2:creationId id="{2849C96B-5D75-44F7-AE60-693056A2686E}"/>
              </a:ext>
            </a:extLst>
          </p:cNvPr>
          <p:cNvSpPr>
            <a:spLocks noGrp="1"/>
          </p:cNvSpPr>
          <p:nvPr/>
        </p:nvSpPr>
        <p:spPr>
          <a:xfrm>
            <a:off x="13315950" y="4333875"/>
            <a:ext cx="1152525" cy="953"/>
          </a:xfrm>
          <a:custGeom>
            <a:pathLst>
              <a:path w="1152525" h="953">
                <a:moveTo>
                  <a:pt x="1152525" y="0"/>
                </a:moveTo>
                <a:lnTo>
                  <a:pt x="0" y="0"/>
                </a:lnTo>
              </a:path>
            </a:pathLst>
          </a:custGeom>
          <a:noFill/>
          <a:ln w="19050">
            <a:solidFill>
              <a:srgbClr val="111111"/>
            </a:solidFill>
            <a:prstDash val="dash"/>
          </a:ln>
        </p:spPr>
      </p:sp>
      <p:sp>
        <p:nvSpPr>
          <p:cNvPr id="69" name="Editable arrowhead 250">
            <a:extLst>
              <a:ext uri="{FF2B5EF4-FFF2-40B4-BE49-F238E27FC236}">
                <ns2:creationId id="{8A0FAAC0-634C-41C7-AB24-A4270EA1D993}"/>
              </a:ext>
            </a:extLst>
          </p:cNvPr>
          <p:cNvSpPr>
            <a:spLocks noGrp="1"/>
          </p:cNvSpPr>
          <p:nvPr/>
        </p:nvSpPr>
        <p:spPr>
          <a:xfrm>
            <a:off x="13315950" y="42862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70" name="후보 재료">
            <a:extLst>
              <a:ext uri="{FF2B5EF4-FFF2-40B4-BE49-F238E27FC236}">
                <ns2:creationId id="{16A197FC-4ED8-4030-84EE-F613B593D9CB}"/>
              </a:ext>
            </a:extLst>
          </p:cNvPr>
          <p:cNvSpPr>
            <a:spLocks noGrp="1"/>
          </p:cNvSpPr>
          <p:nvPr/>
        </p:nvSpPr>
        <p:spPr>
          <a:xfrm>
            <a:off x="13363575" y="4429125"/>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재료</a:t>
            </a:r>
            <a:endParaRPr lang="ko-KR">
              <a:latin typeface="Calibri"/>
              <a:ea typeface="Calibri"/>
              <a:cs typeface="Calibri"/>
            </a:endParaRPr>
          </a:p>
        </p:txBody>
      </p:sp>
      <p:sp>
        <p:nvSpPr>
          <p:cNvPr id="72" name="Vision Worker process  (단일 주소 공간)">
            <a:extLst>
              <a:ext uri="{FF2B5EF4-FFF2-40B4-BE49-F238E27FC236}">
                <ns2:creationId id="{1C591CC0-D36C-4ACD-9BF7-13A934D373BE}"/>
              </a:ext>
            </a:extLst>
          </p:cNvPr>
          <p:cNvSpPr>
            <a:spLocks noGrp="1"/>
          </p:cNvSpPr>
          <p:nvPr/>
        </p:nvSpPr>
        <p:spPr>
          <a:xfrm>
            <a:off x="2095500" y="6086475"/>
            <a:ext cx="7524750" cy="3333750"/>
          </a:xfrm>
          <a:prstGeom prst="rect">
            <a:avLst/>
          </a:prstGeom>
          <a:noFill/>
          <a:ln w="19050">
            <a:solidFill>
              <a:srgbClr val="4676CB"/>
            </a:solidFill>
            <a:prstDash val="dash"/>
          </a:ln>
        </p:spPr>
        <p:txBody>
          <a:bodyPr wrap="none" lIns="114300" tIns="28575" rIns="114300" bIns="302895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Vision Worker process  (단일 주소 공간)</a:t>
            </a:r>
            <a:endParaRPr lang="ko-KR">
              <a:latin typeface="Calibri"/>
              <a:ea typeface="Calibri"/>
              <a:cs typeface="Calibri"/>
            </a:endParaRPr>
          </a:p>
        </p:txBody>
      </p:sp>
      <p:sp>
        <p:nvSpPr>
          <p:cNvPr id="74" name="Model Access  (worker 배치)">
            <a:extLst>
              <a:ext uri="{FF2B5EF4-FFF2-40B4-BE49-F238E27FC236}">
                <ns2:creationId id="{3CE22F61-AF53-401D-AC4E-B071E65ED229}"/>
              </a:ext>
            </a:extLst>
          </p:cNvPr>
          <p:cNvSpPr>
            <a:spLocks noGrp="1"/>
          </p:cNvSpPr>
          <p:nvPr/>
        </p:nvSpPr>
        <p:spPr>
          <a:xfrm>
            <a:off x="2266950" y="6477000"/>
            <a:ext cx="7181850" cy="2752725"/>
          </a:xfrm>
          <a:prstGeom prst="rect">
            <a:avLst/>
          </a:prstGeom>
          <a:solidFill>
            <a:srgbClr val="FFF6DD"/>
          </a:solidFill>
          <a:ln w="19050">
            <a:solidFill>
              <a:srgbClr val="111111"/>
            </a:solidFill>
            <a:prstDash val="solid"/>
          </a:ln>
        </p:spPr>
        <p:txBody>
          <a:bodyPr wrap="none" lIns="66675" tIns="19050" rIns="66675" bIns="24193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76" name="Editable path 257">
            <a:extLst>
              <a:ext uri="{FF2B5EF4-FFF2-40B4-BE49-F238E27FC236}">
                <ns2:creationId id="{4C1D7E52-93D4-4215-976B-A7C5C43D7EBD}"/>
              </a:ext>
            </a:extLst>
          </p:cNvPr>
          <p:cNvSpPr>
            <a:spLocks noGrp="1"/>
          </p:cNvSpPr>
          <p:nvPr/>
        </p:nvSpPr>
        <p:spPr>
          <a:xfrm>
            <a:off x="2266950" y="6829425"/>
            <a:ext cx="7181850" cy="953"/>
          </a:xfrm>
          <a:custGeom>
            <a:pathLst>
              <a:path w="7181850" h="953">
                <a:moveTo>
                  <a:pt x="0" y="0"/>
                </a:moveTo>
                <a:lnTo>
                  <a:pt x="7181850" y="0"/>
                </a:lnTo>
              </a:path>
            </a:pathLst>
          </a:custGeom>
          <a:noFill/>
          <a:ln w="14288">
            <a:solidFill>
              <a:srgbClr val="111111"/>
            </a:solidFill>
            <a:prstDash val="solid"/>
          </a:ln>
        </p:spPr>
      </p:sp>
      <p:sp>
        <p:nvSpPr>
          <p:cNvPr id="77" name="IPC Endpoint / Job Queue  (한 stage씩)">
            <a:extLst>
              <a:ext uri="{FF2B5EF4-FFF2-40B4-BE49-F238E27FC236}">
                <ns2:creationId id="{34ADA91F-C163-4086-B36A-B838542B58EF}"/>
              </a:ext>
            </a:extLst>
          </p:cNvPr>
          <p:cNvSpPr>
            <a:spLocks noGrp="1"/>
          </p:cNvSpPr>
          <p:nvPr/>
        </p:nvSpPr>
        <p:spPr>
          <a:xfrm>
            <a:off x="2419350" y="6924675"/>
            <a:ext cx="6877050" cy="419100"/>
          </a:xfrm>
          <a:prstGeom prst="roundRect">
            <a:avLst>
              <a:gd name="adj" fmla="val 18182"/>
            </a:avLst>
          </a:prstGeom>
          <a:solidFill>
            <a:srgbClr val="FFFFFF"/>
          </a:solidFill>
          <a:ln w="19050">
            <a:solidFill>
              <a:srgbClr val="111111"/>
            </a:solidFill>
            <a:prstDash val="solid"/>
          </a:ln>
        </p:spPr>
        <p:txBody>
          <a:bodyPr wrap="none" lIns="57150" tIns="19050" rIns="57150"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IPC Endpoint / Job Queue  (한 stage씩)</a:t>
            </a:r>
            <a:endParaRPr lang="ko-KR">
              <a:latin typeface="Calibri"/>
              <a:ea typeface="Calibri"/>
              <a:cs typeface="Calibri"/>
            </a:endParaRPr>
          </a:p>
        </p:txBody>
      </p:sp>
      <p:sp>
        <p:nvSpPr>
          <p:cNvPr id="79" name="UI Adapter">
            <a:extLst>
              <a:ext uri="{FF2B5EF4-FFF2-40B4-BE49-F238E27FC236}">
                <ns2:creationId id="{4CB390DB-C3AE-4A48-A50B-B097828BCD71}"/>
              </a:ext>
            </a:extLst>
          </p:cNvPr>
          <p:cNvSpPr>
            <a:spLocks noGrp="1"/>
          </p:cNvSpPr>
          <p:nvPr/>
        </p:nvSpPr>
        <p:spPr>
          <a:xfrm>
            <a:off x="2419350" y="7629525"/>
            <a:ext cx="32194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Adapter</a:t>
            </a:r>
            <a:endParaRPr lang="ko-KR">
              <a:latin typeface="Calibri"/>
              <a:ea typeface="Calibri"/>
              <a:cs typeface="Calibri"/>
            </a:endParaRPr>
          </a:p>
        </p:txBody>
      </p:sp>
      <p:sp>
        <p:nvSpPr>
          <p:cNvPr id="81" name="SAM Adapter">
            <a:extLst>
              <a:ext uri="{FF2B5EF4-FFF2-40B4-BE49-F238E27FC236}">
                <ns2:creationId id="{BE3BB091-4E6D-4BCA-B62F-AC4AB5E7DD3D}"/>
              </a:ext>
            </a:extLst>
          </p:cNvPr>
          <p:cNvSpPr>
            <a:spLocks noGrp="1"/>
          </p:cNvSpPr>
          <p:nvPr/>
        </p:nvSpPr>
        <p:spPr>
          <a:xfrm>
            <a:off x="6076950" y="7629525"/>
            <a:ext cx="32194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Adapter</a:t>
            </a:r>
            <a:endParaRPr lang="ko-KR">
              <a:latin typeface="Calibri"/>
              <a:ea typeface="Calibri"/>
              <a:cs typeface="Calibri"/>
            </a:endParaRPr>
          </a:p>
        </p:txBody>
      </p:sp>
      <p:sp>
        <p:nvSpPr>
          <p:cNvPr id="83" name="UI model session검출 + OCR weights">
            <a:extLst>
              <a:ext uri="{FF2B5EF4-FFF2-40B4-BE49-F238E27FC236}">
                <ns2:creationId id="{FE95D752-FB23-45E9-AD3B-7F3190401DF3}"/>
              </a:ext>
            </a:extLst>
          </p:cNvPr>
          <p:cNvSpPr>
            <a:spLocks noGrp="1"/>
          </p:cNvSpPr>
          <p:nvPr/>
        </p:nvSpPr>
        <p:spPr>
          <a:xfrm>
            <a:off x="2419350" y="8258175"/>
            <a:ext cx="2266950"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UI model session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검출 + OCR weights</a:t>
            </a:r>
            <a:endParaRPr lang="ko-KR">
              <a:latin typeface="Calibri"/>
              <a:ea typeface="Calibri"/>
              <a:cs typeface="Calibri"/>
            </a:endParaRPr>
          </a:p>
        </p:txBody>
      </p:sp>
      <p:sp>
        <p:nvSpPr>
          <p:cNvPr id="85" name="SAM model sessionTiny weights">
            <a:extLst>
              <a:ext uri="{FF2B5EF4-FFF2-40B4-BE49-F238E27FC236}">
                <ns2:creationId id="{C7245AE2-A3B1-4FBC-80D8-D673F0E4F770}"/>
              </a:ext>
            </a:extLst>
          </p:cNvPr>
          <p:cNvSpPr>
            <a:spLocks noGrp="1"/>
          </p:cNvSpPr>
          <p:nvPr/>
        </p:nvSpPr>
        <p:spPr>
          <a:xfrm>
            <a:off x="4838700" y="8258175"/>
            <a:ext cx="214312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SAM model session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Tiny weights</a:t>
            </a:r>
            <a:endParaRPr lang="ko-KR">
              <a:latin typeface="Calibri"/>
              <a:ea typeface="Calibri"/>
              <a:cs typeface="Calibri"/>
            </a:endParaRPr>
          </a:p>
        </p:txBody>
      </p:sp>
      <p:sp>
        <p:nvSpPr>
          <p:cNvPr id="87" name="SAM episodeframe features / tensor">
            <a:extLst>
              <a:ext uri="{FF2B5EF4-FFF2-40B4-BE49-F238E27FC236}">
                <ns2:creationId id="{102BF1CA-E249-4737-AFE6-1924FAF27A6D}"/>
              </a:ext>
            </a:extLst>
          </p:cNvPr>
          <p:cNvSpPr>
            <a:spLocks noGrp="1"/>
          </p:cNvSpPr>
          <p:nvPr/>
        </p:nvSpPr>
        <p:spPr>
          <a:xfrm>
            <a:off x="7134225" y="8258175"/>
            <a:ext cx="21621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episode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frame features / tensor</a:t>
            </a:r>
            <a:endParaRPr lang="ko-KR">
              <a:latin typeface="Calibri"/>
              <a:ea typeface="Calibri"/>
              <a:cs typeface="Calibri"/>
            </a:endParaRPr>
          </a:p>
        </p:txBody>
      </p:sp>
      <p:sp>
        <p:nvSpPr>
          <p:cNvPr id="89" name="DP3 object 267">
            <a:extLst>
              <a:ext uri="{FF2B5EF4-FFF2-40B4-BE49-F238E27FC236}">
                <ns2:creationId id="{459EE3FB-D21C-4042-B1C3-4BCAFDD38989}"/>
              </a:ext>
            </a:extLst>
          </p:cNvPr>
          <p:cNvSpPr>
            <a:spLocks noGrp="1"/>
          </p:cNvSpPr>
          <p:nvPr/>
        </p:nvSpPr>
        <p:spPr>
          <a:xfrm>
            <a:off x="2428875" y="8924925"/>
            <a:ext cx="685800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공유 Python / PyTorch CPU runtime</a:t>
            </a:r>
            <a:endParaRPr lang="ko-KR">
              <a:latin typeface="Calibri"/>
              <a:ea typeface="Calibri"/>
              <a:cs typeface="Calibri"/>
            </a:endParaRPr>
          </a:p>
        </p:txBody>
      </p:sp>
      <p:sp>
        <p:nvSpPr>
          <p:cNvPr id="90" name="Editable path 268">
            <a:extLst>
              <a:ext uri="{FF2B5EF4-FFF2-40B4-BE49-F238E27FC236}">
                <ns2:creationId id="{46E21FA8-ED49-4BC0-954B-679F3EC6B861}"/>
              </a:ext>
            </a:extLst>
          </p:cNvPr>
          <p:cNvSpPr>
            <a:spLocks noGrp="1"/>
          </p:cNvSpPr>
          <p:nvPr/>
        </p:nvSpPr>
        <p:spPr>
          <a:xfrm>
            <a:off x="6762750" y="4943475"/>
            <a:ext cx="953" cy="1143000"/>
          </a:xfrm>
          <a:custGeom>
            <a:pathLst>
              <a:path w="953" h="1143000">
                <a:moveTo>
                  <a:pt x="0" y="0"/>
                </a:moveTo>
                <a:lnTo>
                  <a:pt x="0" y="1143000"/>
                </a:lnTo>
              </a:path>
            </a:pathLst>
          </a:custGeom>
          <a:noFill/>
          <a:ln w="19050">
            <a:solidFill>
              <a:srgbClr val="111111"/>
            </a:solidFill>
            <a:prstDash val="solid"/>
          </a:ln>
        </p:spPr>
      </p:sp>
      <p:sp>
        <p:nvSpPr>
          <p:cNvPr id="91" name="Editable arrowhead 269">
            <a:extLst>
              <a:ext uri="{FF2B5EF4-FFF2-40B4-BE49-F238E27FC236}">
                <ns2:creationId id="{FE0688C9-62BD-4D0F-8C49-729FD12CB0F1}"/>
              </a:ext>
            </a:extLst>
          </p:cNvPr>
          <p:cNvSpPr>
            <a:spLocks noGrp="1"/>
          </p:cNvSpPr>
          <p:nvPr/>
        </p:nvSpPr>
        <p:spPr>
          <a:xfrm>
            <a:off x="6715125" y="5991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1 RunUI / 3 RunSegment·Track">
            <a:extLst>
              <a:ext uri="{FF2B5EF4-FFF2-40B4-BE49-F238E27FC236}">
                <ns2:creationId id="{33E26C35-E316-4CF5-A3F0-FB4411907914}"/>
              </a:ext>
            </a:extLst>
          </p:cNvPr>
          <p:cNvSpPr>
            <a:spLocks noGrp="1"/>
          </p:cNvSpPr>
          <p:nvPr/>
        </p:nvSpPr>
        <p:spPr>
          <a:xfrm>
            <a:off x="4095750" y="5295900"/>
            <a:ext cx="3143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RunUI / 3 RunSegment·Track</a:t>
            </a:r>
            <a:endParaRPr lang="ko-KR">
              <a:latin typeface="Calibri"/>
              <a:ea typeface="Calibri"/>
              <a:cs typeface="Calibri"/>
            </a:endParaRPr>
          </a:p>
        </p:txBody>
      </p:sp>
      <p:sp>
        <p:nvSpPr>
          <p:cNvPr id="94" name="Editable path 272">
            <a:extLst>
              <a:ext uri="{FF2B5EF4-FFF2-40B4-BE49-F238E27FC236}">
                <ns2:creationId id="{3946A52D-D3E2-49C5-B62F-6821E67C782D}"/>
              </a:ext>
            </a:extLst>
          </p:cNvPr>
          <p:cNvSpPr>
            <a:spLocks noGrp="1"/>
          </p:cNvSpPr>
          <p:nvPr/>
        </p:nvSpPr>
        <p:spPr>
          <a:xfrm>
            <a:off x="8953500" y="4943475"/>
            <a:ext cx="953" cy="1143000"/>
          </a:xfrm>
          <a:custGeom>
            <a:pathLst>
              <a:path w="953" h="1143000">
                <a:moveTo>
                  <a:pt x="0" y="1143000"/>
                </a:moveTo>
                <a:lnTo>
                  <a:pt x="0" y="0"/>
                </a:lnTo>
              </a:path>
            </a:pathLst>
          </a:custGeom>
          <a:noFill/>
          <a:ln w="19050">
            <a:solidFill>
              <a:srgbClr val="111111"/>
            </a:solidFill>
            <a:prstDash val="dash"/>
          </a:ln>
        </p:spPr>
      </p:sp>
      <p:sp>
        <p:nvSpPr>
          <p:cNvPr id="95" name="Editable arrowhead 273">
            <a:extLst>
              <a:ext uri="{FF2B5EF4-FFF2-40B4-BE49-F238E27FC236}">
                <ns2:creationId id="{C15C6615-C482-427E-BE4E-D36924FA4550}"/>
              </a:ext>
            </a:extLst>
          </p:cNvPr>
          <p:cNvSpPr>
            <a:spLocks noGrp="1"/>
          </p:cNvSpPr>
          <p:nvPr/>
        </p:nvSpPr>
        <p:spPr>
          <a:xfrm>
            <a:off x="8905875" y="49434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96" name="2 UI 결과 / 4 mask·track">
            <a:extLst>
              <a:ext uri="{FF2B5EF4-FFF2-40B4-BE49-F238E27FC236}">
                <ns2:creationId id="{904C5161-58E0-4902-BB14-AC337D4D2BCE}"/>
              </a:ext>
            </a:extLst>
          </p:cNvPr>
          <p:cNvSpPr>
            <a:spLocks noGrp="1"/>
          </p:cNvSpPr>
          <p:nvPr/>
        </p:nvSpPr>
        <p:spPr>
          <a:xfrm>
            <a:off x="7267575" y="5657850"/>
            <a:ext cx="22860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UI 결과 / 4 mask·track</a:t>
            </a:r>
            <a:endParaRPr lang="ko-KR">
              <a:latin typeface="Calibri"/>
              <a:ea typeface="Calibri"/>
              <a:cs typeface="Calibri"/>
            </a:endParaRPr>
          </a:p>
        </p:txBody>
      </p:sp>
      <p:sp>
        <p:nvSpPr>
          <p:cNvPr id="98" name="Editable path 276">
            <a:extLst>
              <a:ext uri="{FF2B5EF4-FFF2-40B4-BE49-F238E27FC236}">
                <ns2:creationId id="{F5FE8536-7A10-4D4D-93B0-59507CB7349F}"/>
              </a:ext>
            </a:extLst>
          </p:cNvPr>
          <p:cNvSpPr>
            <a:spLocks noGrp="1"/>
          </p:cNvSpPr>
          <p:nvPr/>
        </p:nvSpPr>
        <p:spPr>
          <a:xfrm>
            <a:off x="3810000" y="7343775"/>
            <a:ext cx="953" cy="285750"/>
          </a:xfrm>
          <a:custGeom>
            <a:pathLst>
              <a:path w="953" h="285750">
                <a:moveTo>
                  <a:pt x="0" y="0"/>
                </a:moveTo>
                <a:lnTo>
                  <a:pt x="0" y="285750"/>
                </a:lnTo>
              </a:path>
            </a:pathLst>
          </a:custGeom>
          <a:noFill/>
          <a:ln w="19050">
            <a:solidFill>
              <a:srgbClr val="111111"/>
            </a:solidFill>
            <a:prstDash val="solid"/>
          </a:ln>
        </p:spPr>
      </p:sp>
      <p:sp>
        <p:nvSpPr>
          <p:cNvPr id="99" name="Editable arrowhead 277">
            <a:extLst>
              <a:ext uri="{FF2B5EF4-FFF2-40B4-BE49-F238E27FC236}">
                <ns2:creationId id="{929B6BCF-954B-4D6B-8280-7F619157B2B6}"/>
              </a:ext>
            </a:extLst>
          </p:cNvPr>
          <p:cNvSpPr>
            <a:spLocks noGrp="1"/>
          </p:cNvSpPr>
          <p:nvPr/>
        </p:nvSpPr>
        <p:spPr>
          <a:xfrm>
            <a:off x="3762375"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78">
            <a:extLst>
              <a:ext uri="{FF2B5EF4-FFF2-40B4-BE49-F238E27FC236}">
                <ns2:creationId id="{D0663A0A-5079-4234-B616-71F05B7E6B19}"/>
              </a:ext>
            </a:extLst>
          </p:cNvPr>
          <p:cNvSpPr>
            <a:spLocks noGrp="1"/>
          </p:cNvSpPr>
          <p:nvPr/>
        </p:nvSpPr>
        <p:spPr>
          <a:xfrm>
            <a:off x="7686675" y="7343775"/>
            <a:ext cx="953" cy="285750"/>
          </a:xfrm>
          <a:custGeom>
            <a:pathLst>
              <a:path w="953" h="285750">
                <a:moveTo>
                  <a:pt x="0" y="0"/>
                </a:moveTo>
                <a:lnTo>
                  <a:pt x="0" y="285750"/>
                </a:lnTo>
              </a:path>
            </a:pathLst>
          </a:custGeom>
          <a:noFill/>
          <a:ln w="19050">
            <a:solidFill>
              <a:srgbClr val="111111"/>
            </a:solidFill>
            <a:prstDash val="solid"/>
          </a:ln>
        </p:spPr>
      </p:sp>
      <p:sp>
        <p:nvSpPr>
          <p:cNvPr id="101" name="Editable arrowhead 279">
            <a:extLst>
              <a:ext uri="{FF2B5EF4-FFF2-40B4-BE49-F238E27FC236}">
                <ns2:creationId id="{9027E739-B2E1-4BED-ADC2-E8216E17E22D}"/>
              </a:ext>
            </a:extLst>
          </p:cNvPr>
          <p:cNvSpPr>
            <a:spLocks noGrp="1"/>
          </p:cNvSpPr>
          <p:nvPr/>
        </p:nvSpPr>
        <p:spPr>
          <a:xfrm>
            <a:off x="7639050"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UI Worker process">
            <a:extLst>
              <a:ext uri="{FF2B5EF4-FFF2-40B4-BE49-F238E27FC236}">
                <ns2:creationId id="{4973AD92-8396-4CD2-BFB0-AB7EE10087ED}"/>
              </a:ext>
            </a:extLst>
          </p:cNvPr>
          <p:cNvSpPr>
            <a:spLocks noGrp="1"/>
          </p:cNvSpPr>
          <p:nvPr/>
        </p:nvSpPr>
        <p:spPr>
          <a:xfrm>
            <a:off x="10191750" y="6086475"/>
            <a:ext cx="3524250" cy="3333750"/>
          </a:xfrm>
          <a:prstGeom prst="rect">
            <a:avLst/>
          </a:prstGeom>
          <a:noFill/>
          <a:ln w="19050">
            <a:solidFill>
              <a:srgbClr val="4676CB"/>
            </a:solidFill>
            <a:prstDash val="dash"/>
          </a:ln>
        </p:spPr>
        <p:txBody>
          <a:bodyPr wrap="none" lIns="114300" tIns="28575" rIns="114300" bIns="302895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UI Worker process</a:t>
            </a:r>
            <a:endParaRPr lang="ko-KR">
              <a:latin typeface="Calibri"/>
              <a:ea typeface="Calibri"/>
              <a:cs typeface="Calibri"/>
            </a:endParaRPr>
          </a:p>
        </p:txBody>
      </p:sp>
      <p:sp>
        <p:nvSpPr>
          <p:cNvPr id="104" name="Model Access (worker 배치)">
            <a:extLst>
              <a:ext uri="{FF2B5EF4-FFF2-40B4-BE49-F238E27FC236}">
                <ns2:creationId id="{A7B4B94E-0740-485E-BA9B-5C6A1AEA08A0}"/>
              </a:ext>
            </a:extLst>
          </p:cNvPr>
          <p:cNvSpPr>
            <a:spLocks noGrp="1"/>
          </p:cNvSpPr>
          <p:nvPr/>
        </p:nvSpPr>
        <p:spPr>
          <a:xfrm>
            <a:off x="10334625" y="6477000"/>
            <a:ext cx="3238500" cy="2752725"/>
          </a:xfrm>
          <a:prstGeom prst="rect">
            <a:avLst/>
          </a:prstGeom>
          <a:solidFill>
            <a:srgbClr val="FFF6DD"/>
          </a:solidFill>
          <a:ln w="19050">
            <a:solidFill>
              <a:srgbClr val="111111"/>
            </a:solidFill>
            <a:prstDash val="solid"/>
          </a:ln>
        </p:spPr>
        <p:txBody>
          <a:bodyPr wrap="none" lIns="66675" tIns="19050" rIns="66675" bIns="24193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106" name="Editable path 284">
            <a:extLst>
              <a:ext uri="{FF2B5EF4-FFF2-40B4-BE49-F238E27FC236}">
                <ns2:creationId id="{83F82676-C286-438C-9E51-425EF2563DA0}"/>
              </a:ext>
            </a:extLst>
          </p:cNvPr>
          <p:cNvSpPr>
            <a:spLocks noGrp="1"/>
          </p:cNvSpPr>
          <p:nvPr/>
        </p:nvSpPr>
        <p:spPr>
          <a:xfrm>
            <a:off x="10334625" y="6829425"/>
            <a:ext cx="3238500" cy="953"/>
          </a:xfrm>
          <a:custGeom>
            <a:pathLst>
              <a:path w="3238500" h="953">
                <a:moveTo>
                  <a:pt x="0" y="0"/>
                </a:moveTo>
                <a:lnTo>
                  <a:pt x="3238500" y="0"/>
                </a:lnTo>
              </a:path>
            </a:pathLst>
          </a:custGeom>
          <a:noFill/>
          <a:ln w="14288">
            <a:solidFill>
              <a:srgbClr val="111111"/>
            </a:solidFill>
            <a:prstDash val="solid"/>
          </a:ln>
        </p:spPr>
      </p:sp>
      <p:sp>
        <p:nvSpPr>
          <p:cNvPr id="107" name="IPC Endpoint / Job Queue">
            <a:extLst>
              <a:ext uri="{FF2B5EF4-FFF2-40B4-BE49-F238E27FC236}">
                <ns2:creationId id="{A5745C6E-4F30-4D6E-9C99-9647A3093DC0}"/>
              </a:ext>
            </a:extLst>
          </p:cNvPr>
          <p:cNvSpPr>
            <a:spLocks noGrp="1"/>
          </p:cNvSpPr>
          <p:nvPr/>
        </p:nvSpPr>
        <p:spPr>
          <a:xfrm>
            <a:off x="10458450" y="6924675"/>
            <a:ext cx="2990850" cy="419100"/>
          </a:xfrm>
          <a:prstGeom prst="roundRect">
            <a:avLst>
              <a:gd name="adj" fmla="val 18182"/>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Endpoint / Job Queue</a:t>
            </a:r>
            <a:endParaRPr lang="ko-KR">
              <a:latin typeface="Calibri"/>
              <a:ea typeface="Calibri"/>
              <a:cs typeface="Calibri"/>
            </a:endParaRPr>
          </a:p>
        </p:txBody>
      </p:sp>
      <p:sp>
        <p:nvSpPr>
          <p:cNvPr id="109" name="UI Adapter">
            <a:extLst>
              <a:ext uri="{FF2B5EF4-FFF2-40B4-BE49-F238E27FC236}">
                <ns2:creationId id="{DD633C2D-F2F2-44AF-B8DE-8D3C7633A648}"/>
              </a:ext>
            </a:extLst>
          </p:cNvPr>
          <p:cNvSpPr>
            <a:spLocks noGrp="1"/>
          </p:cNvSpPr>
          <p:nvPr/>
        </p:nvSpPr>
        <p:spPr>
          <a:xfrm>
            <a:off x="10458450" y="7629525"/>
            <a:ext cx="29908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Adapter</a:t>
            </a:r>
            <a:endParaRPr lang="ko-KR">
              <a:latin typeface="Calibri"/>
              <a:ea typeface="Calibri"/>
              <a:cs typeface="Calibri"/>
            </a:endParaRPr>
          </a:p>
        </p:txBody>
      </p:sp>
      <p:sp>
        <p:nvSpPr>
          <p:cNvPr id="111" name="UI Model Session검출 / OCR">
            <a:extLst>
              <a:ext uri="{FF2B5EF4-FFF2-40B4-BE49-F238E27FC236}">
                <ns2:creationId id="{12982D01-4014-4FB5-A23D-61AC91443064}"/>
              </a:ext>
            </a:extLst>
          </p:cNvPr>
          <p:cNvSpPr>
            <a:spLocks noGrp="1"/>
          </p:cNvSpPr>
          <p:nvPr/>
        </p:nvSpPr>
        <p:spPr>
          <a:xfrm>
            <a:off x="10458450" y="8258175"/>
            <a:ext cx="15906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Model Session</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검출 / OCR</a:t>
            </a:r>
            <a:endParaRPr lang="ko-KR">
              <a:latin typeface="Calibri"/>
              <a:ea typeface="Calibri"/>
              <a:cs typeface="Calibri"/>
            </a:endParaRPr>
          </a:p>
        </p:txBody>
      </p:sp>
      <p:sp>
        <p:nvSpPr>
          <p:cNvPr id="113" name="UI jobworkspace">
            <a:extLst>
              <a:ext uri="{FF2B5EF4-FFF2-40B4-BE49-F238E27FC236}">
                <ns2:creationId id="{0F95C523-5163-4478-8CB5-707F0B96450F}"/>
              </a:ext>
            </a:extLst>
          </p:cNvPr>
          <p:cNvSpPr>
            <a:spLocks noGrp="1"/>
          </p:cNvSpPr>
          <p:nvPr/>
        </p:nvSpPr>
        <p:spPr>
          <a:xfrm>
            <a:off x="12163425" y="8258175"/>
            <a:ext cx="12858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UI job</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workspace</a:t>
            </a:r>
            <a:endParaRPr lang="ko-KR">
              <a:latin typeface="Calibri"/>
              <a:ea typeface="Calibri"/>
              <a:cs typeface="Calibri"/>
            </a:endParaRPr>
          </a:p>
        </p:txBody>
      </p:sp>
      <p:sp>
        <p:nvSpPr>
          <p:cNvPr id="115" name="DP3 object 291">
            <a:extLst>
              <a:ext uri="{FF2B5EF4-FFF2-40B4-BE49-F238E27FC236}">
                <ns2:creationId id="{CD3C0602-8B51-4884-AC41-76673E1C35AA}"/>
              </a:ext>
            </a:extLst>
          </p:cNvPr>
          <p:cNvSpPr>
            <a:spLocks noGrp="1"/>
          </p:cNvSpPr>
          <p:nvPr/>
        </p:nvSpPr>
        <p:spPr>
          <a:xfrm>
            <a:off x="10420350" y="8934450"/>
            <a:ext cx="3067050" cy="23812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전용 Python / PyTorch runtime</a:t>
            </a:r>
            <a:endParaRPr lang="ko-KR">
              <a:latin typeface="Calibri"/>
              <a:ea typeface="Calibri"/>
              <a:cs typeface="Calibri"/>
            </a:endParaRPr>
          </a:p>
        </p:txBody>
      </p:sp>
      <p:sp>
        <p:nvSpPr>
          <p:cNvPr id="116" name="Editable path 292">
            <a:extLst>
              <a:ext uri="{FF2B5EF4-FFF2-40B4-BE49-F238E27FC236}">
                <ns2:creationId id="{81FFF4B6-889A-4374-BD33-E7DE1B18FA1F}"/>
              </a:ext>
            </a:extLst>
          </p:cNvPr>
          <p:cNvSpPr>
            <a:spLocks noGrp="1"/>
          </p:cNvSpPr>
          <p:nvPr/>
        </p:nvSpPr>
        <p:spPr>
          <a:xfrm>
            <a:off x="11953875" y="7343775"/>
            <a:ext cx="953" cy="285750"/>
          </a:xfrm>
          <a:custGeom>
            <a:pathLst>
              <a:path w="953" h="285750">
                <a:moveTo>
                  <a:pt x="0" y="0"/>
                </a:moveTo>
                <a:lnTo>
                  <a:pt x="0" y="285750"/>
                </a:lnTo>
              </a:path>
            </a:pathLst>
          </a:custGeom>
          <a:noFill/>
          <a:ln w="19050">
            <a:solidFill>
              <a:srgbClr val="111111"/>
            </a:solidFill>
            <a:prstDash val="solid"/>
          </a:ln>
        </p:spPr>
      </p:sp>
      <p:sp>
        <p:nvSpPr>
          <p:cNvPr id="117" name="Editable arrowhead 293">
            <a:extLst>
              <a:ext uri="{FF2B5EF4-FFF2-40B4-BE49-F238E27FC236}">
                <ns2:creationId id="{0082BE93-F6FE-4D8B-917B-4FAD7B22F3F0}"/>
              </a:ext>
            </a:extLst>
          </p:cNvPr>
          <p:cNvSpPr>
            <a:spLocks noGrp="1"/>
          </p:cNvSpPr>
          <p:nvPr/>
        </p:nvSpPr>
        <p:spPr>
          <a:xfrm>
            <a:off x="11906250"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8" name="SAM Worker process">
            <a:extLst>
              <a:ext uri="{FF2B5EF4-FFF2-40B4-BE49-F238E27FC236}">
                <ns2:creationId id="{A10A97B1-41AB-4DD6-98CD-E2BF4E10507C}"/>
              </a:ext>
            </a:extLst>
          </p:cNvPr>
          <p:cNvSpPr>
            <a:spLocks noGrp="1"/>
          </p:cNvSpPr>
          <p:nvPr/>
        </p:nvSpPr>
        <p:spPr>
          <a:xfrm>
            <a:off x="14192250" y="6086475"/>
            <a:ext cx="3524250" cy="3333750"/>
          </a:xfrm>
          <a:prstGeom prst="rect">
            <a:avLst/>
          </a:prstGeom>
          <a:noFill/>
          <a:ln w="19050">
            <a:solidFill>
              <a:srgbClr val="4676CB"/>
            </a:solidFill>
            <a:prstDash val="dash"/>
          </a:ln>
        </p:spPr>
        <p:txBody>
          <a:bodyPr wrap="none" lIns="114300" tIns="28575" rIns="114300" bIns="302895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SAM Worker process</a:t>
            </a:r>
            <a:endParaRPr lang="ko-KR">
              <a:latin typeface="Calibri"/>
              <a:ea typeface="Calibri"/>
              <a:cs typeface="Calibri"/>
            </a:endParaRPr>
          </a:p>
        </p:txBody>
      </p:sp>
      <p:sp>
        <p:nvSpPr>
          <p:cNvPr id="120" name="Model Access (worker 배치)">
            <a:extLst>
              <a:ext uri="{FF2B5EF4-FFF2-40B4-BE49-F238E27FC236}">
                <ns2:creationId id="{12B2769F-B6CC-4FF2-8980-7C9FB3B1A1C7}"/>
              </a:ext>
            </a:extLst>
          </p:cNvPr>
          <p:cNvSpPr>
            <a:spLocks noGrp="1"/>
          </p:cNvSpPr>
          <p:nvPr/>
        </p:nvSpPr>
        <p:spPr>
          <a:xfrm>
            <a:off x="14335125" y="6477000"/>
            <a:ext cx="3238500" cy="2752725"/>
          </a:xfrm>
          <a:prstGeom prst="rect">
            <a:avLst/>
          </a:prstGeom>
          <a:solidFill>
            <a:srgbClr val="FFF6DD"/>
          </a:solidFill>
          <a:ln w="19050">
            <a:solidFill>
              <a:srgbClr val="111111"/>
            </a:solidFill>
            <a:prstDash val="solid"/>
          </a:ln>
        </p:spPr>
        <p:txBody>
          <a:bodyPr wrap="none" lIns="66675" tIns="19050" rIns="66675" bIns="24193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122" name="Editable path 298">
            <a:extLst>
              <a:ext uri="{FF2B5EF4-FFF2-40B4-BE49-F238E27FC236}">
                <ns2:creationId id="{854C30AE-4AA7-4469-B0AC-471FD2E5E386}"/>
              </a:ext>
            </a:extLst>
          </p:cNvPr>
          <p:cNvSpPr>
            <a:spLocks noGrp="1"/>
          </p:cNvSpPr>
          <p:nvPr/>
        </p:nvSpPr>
        <p:spPr>
          <a:xfrm>
            <a:off x="14335125" y="6829425"/>
            <a:ext cx="3238500" cy="953"/>
          </a:xfrm>
          <a:custGeom>
            <a:pathLst>
              <a:path w="3238500" h="953">
                <a:moveTo>
                  <a:pt x="0" y="0"/>
                </a:moveTo>
                <a:lnTo>
                  <a:pt x="3238500" y="0"/>
                </a:lnTo>
              </a:path>
            </a:pathLst>
          </a:custGeom>
          <a:noFill/>
          <a:ln w="14288">
            <a:solidFill>
              <a:srgbClr val="111111"/>
            </a:solidFill>
            <a:prstDash val="solid"/>
          </a:ln>
        </p:spPr>
      </p:sp>
      <p:sp>
        <p:nvSpPr>
          <p:cNvPr id="123" name="IPC Endpoint / Job Queue">
            <a:extLst>
              <a:ext uri="{FF2B5EF4-FFF2-40B4-BE49-F238E27FC236}">
                <ns2:creationId id="{5B0BC837-5681-4903-93B0-1784995B98DC}"/>
              </a:ext>
            </a:extLst>
          </p:cNvPr>
          <p:cNvSpPr>
            <a:spLocks noGrp="1"/>
          </p:cNvSpPr>
          <p:nvPr/>
        </p:nvSpPr>
        <p:spPr>
          <a:xfrm>
            <a:off x="14458950" y="6924675"/>
            <a:ext cx="2990850" cy="419100"/>
          </a:xfrm>
          <a:prstGeom prst="roundRect">
            <a:avLst>
              <a:gd name="adj" fmla="val 18182"/>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Endpoint / Job Queue</a:t>
            </a:r>
            <a:endParaRPr lang="ko-KR">
              <a:latin typeface="Calibri"/>
              <a:ea typeface="Calibri"/>
              <a:cs typeface="Calibri"/>
            </a:endParaRPr>
          </a:p>
        </p:txBody>
      </p:sp>
      <p:sp>
        <p:nvSpPr>
          <p:cNvPr id="125" name="SAM Adapter">
            <a:extLst>
              <a:ext uri="{FF2B5EF4-FFF2-40B4-BE49-F238E27FC236}">
                <ns2:creationId id="{681CAED1-DBB3-4DD3-809C-24F1E33B48E9}"/>
              </a:ext>
            </a:extLst>
          </p:cNvPr>
          <p:cNvSpPr>
            <a:spLocks noGrp="1"/>
          </p:cNvSpPr>
          <p:nvPr/>
        </p:nvSpPr>
        <p:spPr>
          <a:xfrm>
            <a:off x="14458950" y="7629525"/>
            <a:ext cx="29908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Adapter</a:t>
            </a:r>
            <a:endParaRPr lang="ko-KR">
              <a:latin typeface="Calibri"/>
              <a:ea typeface="Calibri"/>
              <a:cs typeface="Calibri"/>
            </a:endParaRPr>
          </a:p>
        </p:txBody>
      </p:sp>
      <p:sp>
        <p:nvSpPr>
          <p:cNvPr id="127" name="SAM ModelSession / Tiny">
            <a:extLst>
              <a:ext uri="{FF2B5EF4-FFF2-40B4-BE49-F238E27FC236}">
                <ns2:creationId id="{825C1497-CC0F-4B1E-91D8-2A7A9C188548}"/>
              </a:ext>
            </a:extLst>
          </p:cNvPr>
          <p:cNvSpPr>
            <a:spLocks noGrp="1"/>
          </p:cNvSpPr>
          <p:nvPr/>
        </p:nvSpPr>
        <p:spPr>
          <a:xfrm>
            <a:off x="14458950" y="8258175"/>
            <a:ext cx="15906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Model</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Session / Tiny</a:t>
            </a:r>
            <a:endParaRPr lang="ko-KR">
              <a:latin typeface="Calibri"/>
              <a:ea typeface="Calibri"/>
              <a:cs typeface="Calibri"/>
            </a:endParaRPr>
          </a:p>
        </p:txBody>
      </p:sp>
      <p:sp>
        <p:nvSpPr>
          <p:cNvPr id="129" name="SAM episode+ workspace">
            <a:extLst>
              <a:ext uri="{FF2B5EF4-FFF2-40B4-BE49-F238E27FC236}">
                <ns2:creationId id="{338BD39C-F0D8-41A3-8CE8-50827E253672}"/>
              </a:ext>
            </a:extLst>
          </p:cNvPr>
          <p:cNvSpPr>
            <a:spLocks noGrp="1"/>
          </p:cNvSpPr>
          <p:nvPr/>
        </p:nvSpPr>
        <p:spPr>
          <a:xfrm>
            <a:off x="16163925" y="8258175"/>
            <a:ext cx="12858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SAM episode</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 workspace</a:t>
            </a:r>
            <a:endParaRPr lang="ko-KR">
              <a:latin typeface="Calibri"/>
              <a:ea typeface="Calibri"/>
              <a:cs typeface="Calibri"/>
            </a:endParaRPr>
          </a:p>
        </p:txBody>
      </p:sp>
      <p:sp>
        <p:nvSpPr>
          <p:cNvPr id="131" name="DP3 object 305">
            <a:extLst>
              <a:ext uri="{FF2B5EF4-FFF2-40B4-BE49-F238E27FC236}">
                <ns2:creationId id="{0916A052-12BE-45F8-AA28-B9E42C5BD043}"/>
              </a:ext>
            </a:extLst>
          </p:cNvPr>
          <p:cNvSpPr>
            <a:spLocks noGrp="1"/>
          </p:cNvSpPr>
          <p:nvPr/>
        </p:nvSpPr>
        <p:spPr>
          <a:xfrm>
            <a:off x="14420850" y="8934450"/>
            <a:ext cx="3067050" cy="23812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전용 Python / PyTorch runtime</a:t>
            </a:r>
            <a:endParaRPr lang="ko-KR">
              <a:latin typeface="Calibri"/>
              <a:ea typeface="Calibri"/>
              <a:cs typeface="Calibri"/>
            </a:endParaRPr>
          </a:p>
        </p:txBody>
      </p:sp>
      <p:sp>
        <p:nvSpPr>
          <p:cNvPr id="132" name="Editable path 306">
            <a:extLst>
              <a:ext uri="{FF2B5EF4-FFF2-40B4-BE49-F238E27FC236}">
                <ns2:creationId id="{5B5B92DF-3C2D-4D58-90E1-D58D7596BB53}"/>
              </a:ext>
            </a:extLst>
          </p:cNvPr>
          <p:cNvSpPr>
            <a:spLocks noGrp="1"/>
          </p:cNvSpPr>
          <p:nvPr/>
        </p:nvSpPr>
        <p:spPr>
          <a:xfrm>
            <a:off x="15954375" y="7343775"/>
            <a:ext cx="953" cy="285750"/>
          </a:xfrm>
          <a:custGeom>
            <a:pathLst>
              <a:path w="953" h="285750">
                <a:moveTo>
                  <a:pt x="0" y="0"/>
                </a:moveTo>
                <a:lnTo>
                  <a:pt x="0" y="285750"/>
                </a:lnTo>
              </a:path>
            </a:pathLst>
          </a:custGeom>
          <a:noFill/>
          <a:ln w="19050">
            <a:solidFill>
              <a:srgbClr val="111111"/>
            </a:solidFill>
            <a:prstDash val="solid"/>
          </a:ln>
        </p:spPr>
      </p:sp>
      <p:sp>
        <p:nvSpPr>
          <p:cNvPr id="133" name="Editable arrowhead 307">
            <a:extLst>
              <a:ext uri="{FF2B5EF4-FFF2-40B4-BE49-F238E27FC236}">
                <ns2:creationId id="{6F6B78CC-E10B-48D2-AD7B-AA49A69EEF3D}"/>
              </a:ext>
            </a:extLst>
          </p:cNvPr>
          <p:cNvSpPr>
            <a:spLocks noGrp="1"/>
          </p:cNvSpPr>
          <p:nvPr/>
        </p:nvSpPr>
        <p:spPr>
          <a:xfrm>
            <a:off x="15906750"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4" name="Editable path 308">
            <a:extLst>
              <a:ext uri="{FF2B5EF4-FFF2-40B4-BE49-F238E27FC236}">
                <ns2:creationId id="{6C5E1592-D531-4024-9565-99780EB781A3}"/>
              </a:ext>
            </a:extLst>
          </p:cNvPr>
          <p:cNvSpPr>
            <a:spLocks noGrp="1"/>
          </p:cNvSpPr>
          <p:nvPr/>
        </p:nvSpPr>
        <p:spPr>
          <a:xfrm>
            <a:off x="11096625" y="4943475"/>
            <a:ext cx="3667125" cy="1143000"/>
          </a:xfrm>
          <a:custGeom>
            <a:pathLst>
              <a:path w="3667125" h="1143000">
                <a:moveTo>
                  <a:pt x="3667125" y="0"/>
                </a:moveTo>
                <a:lnTo>
                  <a:pt x="3667125" y="295275"/>
                </a:lnTo>
                <a:lnTo>
                  <a:pt x="0" y="295275"/>
                </a:lnTo>
                <a:lnTo>
                  <a:pt x="0" y="1143000"/>
                </a:lnTo>
              </a:path>
            </a:pathLst>
          </a:custGeom>
          <a:noFill/>
          <a:ln w="19050">
            <a:solidFill>
              <a:srgbClr val="111111"/>
            </a:solidFill>
            <a:prstDash val="solid"/>
          </a:ln>
        </p:spPr>
      </p:sp>
      <p:sp>
        <p:nvSpPr>
          <p:cNvPr id="135" name="Editable arrowhead 309">
            <a:extLst>
              <a:ext uri="{FF2B5EF4-FFF2-40B4-BE49-F238E27FC236}">
                <ns2:creationId id="{F75AC9DA-673D-4894-A20D-AD8213606046}"/>
              </a:ext>
            </a:extLst>
          </p:cNvPr>
          <p:cNvSpPr>
            <a:spLocks noGrp="1"/>
          </p:cNvSpPr>
          <p:nvPr/>
        </p:nvSpPr>
        <p:spPr>
          <a:xfrm>
            <a:off x="11049000" y="5991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6" name="1 RunUI">
            <a:extLst>
              <a:ext uri="{FF2B5EF4-FFF2-40B4-BE49-F238E27FC236}">
                <ns2:creationId id="{22DC69D5-D3A8-44BF-8A61-9C8CF4D3AC55}"/>
              </a:ext>
            </a:extLst>
          </p:cNvPr>
          <p:cNvSpPr>
            <a:spLocks noGrp="1"/>
          </p:cNvSpPr>
          <p:nvPr/>
        </p:nvSpPr>
        <p:spPr>
          <a:xfrm>
            <a:off x="10382250" y="5391150"/>
            <a:ext cx="13716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RunUI</a:t>
            </a:r>
            <a:endParaRPr lang="ko-KR">
              <a:latin typeface="Calibri"/>
              <a:ea typeface="Calibri"/>
              <a:cs typeface="Calibri"/>
            </a:endParaRPr>
          </a:p>
        </p:txBody>
      </p:sp>
      <p:sp>
        <p:nvSpPr>
          <p:cNvPr id="138" name="Editable path 312">
            <a:extLst>
              <a:ext uri="{FF2B5EF4-FFF2-40B4-BE49-F238E27FC236}">
                <ns2:creationId id="{1516D40C-3C2E-4429-8957-EFA445DC0BB5}"/>
              </a:ext>
            </a:extLst>
          </p:cNvPr>
          <p:cNvSpPr>
            <a:spLocks noGrp="1"/>
          </p:cNvSpPr>
          <p:nvPr/>
        </p:nvSpPr>
        <p:spPr>
          <a:xfrm>
            <a:off x="13144500" y="4943475"/>
            <a:ext cx="2286000" cy="1143000"/>
          </a:xfrm>
          <a:custGeom>
            <a:pathLst>
              <a:path w="2286000" h="1143000">
                <a:moveTo>
                  <a:pt x="0" y="1143000"/>
                </a:moveTo>
                <a:lnTo>
                  <a:pt x="0" y="628650"/>
                </a:lnTo>
                <a:lnTo>
                  <a:pt x="2286000" y="628650"/>
                </a:lnTo>
                <a:lnTo>
                  <a:pt x="2286000" y="0"/>
                </a:lnTo>
              </a:path>
            </a:pathLst>
          </a:custGeom>
          <a:noFill/>
          <a:ln w="19050">
            <a:solidFill>
              <a:srgbClr val="111111"/>
            </a:solidFill>
            <a:prstDash val="dash"/>
          </a:ln>
        </p:spPr>
      </p:sp>
      <p:sp>
        <p:nvSpPr>
          <p:cNvPr id="139" name="Editable arrowhead 313">
            <a:extLst>
              <a:ext uri="{FF2B5EF4-FFF2-40B4-BE49-F238E27FC236}">
                <ns2:creationId id="{0D5AADC8-E6B7-4284-80D8-C8188476DB9A}"/>
              </a:ext>
            </a:extLst>
          </p:cNvPr>
          <p:cNvSpPr>
            <a:spLocks noGrp="1"/>
          </p:cNvSpPr>
          <p:nvPr/>
        </p:nvSpPr>
        <p:spPr>
          <a:xfrm>
            <a:off x="15382875" y="49434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40" name="2 UI seed 반환">
            <a:extLst>
              <a:ext uri="{FF2B5EF4-FFF2-40B4-BE49-F238E27FC236}">
                <ns2:creationId id="{77EC36CB-A2CE-4E83-BF6C-6BA6176C07CB}"/>
              </a:ext>
            </a:extLst>
          </p:cNvPr>
          <p:cNvSpPr>
            <a:spLocks noGrp="1"/>
          </p:cNvSpPr>
          <p:nvPr/>
        </p:nvSpPr>
        <p:spPr>
          <a:xfrm>
            <a:off x="12287250" y="5734050"/>
            <a:ext cx="17145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UI seed 반환</a:t>
            </a:r>
            <a:endParaRPr lang="ko-KR">
              <a:latin typeface="Calibri"/>
              <a:ea typeface="Calibri"/>
              <a:cs typeface="Calibri"/>
            </a:endParaRPr>
          </a:p>
        </p:txBody>
      </p:sp>
      <p:sp>
        <p:nvSpPr>
          <p:cNvPr id="142" name="Editable path 316">
            <a:extLst>
              <a:ext uri="{FF2B5EF4-FFF2-40B4-BE49-F238E27FC236}">
                <ns2:creationId id="{0A7F5177-59FF-4DF2-850B-E27D0AB034AD}"/>
              </a:ext>
            </a:extLst>
          </p:cNvPr>
          <p:cNvSpPr>
            <a:spLocks noGrp="1"/>
          </p:cNvSpPr>
          <p:nvPr/>
        </p:nvSpPr>
        <p:spPr>
          <a:xfrm>
            <a:off x="16478250" y="4943475"/>
            <a:ext cx="953" cy="1143000"/>
          </a:xfrm>
          <a:custGeom>
            <a:pathLst>
              <a:path w="953" h="1143000">
                <a:moveTo>
                  <a:pt x="0" y="0"/>
                </a:moveTo>
                <a:lnTo>
                  <a:pt x="0" y="1143000"/>
                </a:lnTo>
              </a:path>
            </a:pathLst>
          </a:custGeom>
          <a:noFill/>
          <a:ln w="19050">
            <a:solidFill>
              <a:srgbClr val="111111"/>
            </a:solidFill>
            <a:prstDash val="solid"/>
          </a:ln>
        </p:spPr>
      </p:sp>
      <p:sp>
        <p:nvSpPr>
          <p:cNvPr id="143" name="Editable arrowhead 317">
            <a:extLst>
              <a:ext uri="{FF2B5EF4-FFF2-40B4-BE49-F238E27FC236}">
                <ns2:creationId id="{7FEE5671-22C3-44D5-8178-5AAF4596B3F3}"/>
              </a:ext>
            </a:extLst>
          </p:cNvPr>
          <p:cNvSpPr>
            <a:spLocks noGrp="1"/>
          </p:cNvSpPr>
          <p:nvPr/>
        </p:nvSpPr>
        <p:spPr>
          <a:xfrm>
            <a:off x="16430625" y="5991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44" name="3 필요 시 SAM">
            <a:extLst>
              <a:ext uri="{FF2B5EF4-FFF2-40B4-BE49-F238E27FC236}">
                <ns2:creationId id="{B51156A8-2DD0-4D46-BC84-E4E11F8B6646}"/>
              </a:ext>
            </a:extLst>
          </p:cNvPr>
          <p:cNvSpPr>
            <a:spLocks noGrp="1"/>
          </p:cNvSpPr>
          <p:nvPr/>
        </p:nvSpPr>
        <p:spPr>
          <a:xfrm>
            <a:off x="15211425" y="5267325"/>
            <a:ext cx="16764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필요 시 SAM</a:t>
            </a:r>
            <a:endParaRPr lang="ko-KR">
              <a:latin typeface="Calibri"/>
              <a:ea typeface="Calibri"/>
              <a:cs typeface="Calibri"/>
            </a:endParaRPr>
          </a:p>
        </p:txBody>
      </p:sp>
      <p:sp>
        <p:nvSpPr>
          <p:cNvPr id="146" name="Editable path 320">
            <a:extLst>
              <a:ext uri="{FF2B5EF4-FFF2-40B4-BE49-F238E27FC236}">
                <ns2:creationId id="{E940DEC8-4162-440B-8704-FA62FFA1045A}"/>
              </a:ext>
            </a:extLst>
          </p:cNvPr>
          <p:cNvSpPr>
            <a:spLocks noGrp="1"/>
          </p:cNvSpPr>
          <p:nvPr/>
        </p:nvSpPr>
        <p:spPr>
          <a:xfrm>
            <a:off x="17478375" y="4943475"/>
            <a:ext cx="953" cy="1143000"/>
          </a:xfrm>
          <a:custGeom>
            <a:pathLst>
              <a:path w="953" h="1143000">
                <a:moveTo>
                  <a:pt x="0" y="1143000"/>
                </a:moveTo>
                <a:lnTo>
                  <a:pt x="0" y="0"/>
                </a:lnTo>
              </a:path>
            </a:pathLst>
          </a:custGeom>
          <a:noFill/>
          <a:ln w="19050">
            <a:solidFill>
              <a:srgbClr val="111111"/>
            </a:solidFill>
            <a:prstDash val="dash"/>
          </a:ln>
        </p:spPr>
      </p:sp>
      <p:sp>
        <p:nvSpPr>
          <p:cNvPr id="147" name="Editable arrowhead 321">
            <a:extLst>
              <a:ext uri="{FF2B5EF4-FFF2-40B4-BE49-F238E27FC236}">
                <ns2:creationId id="{3A30BDCD-27B0-44C6-9243-DF0741FC8093}"/>
              </a:ext>
            </a:extLst>
          </p:cNvPr>
          <p:cNvSpPr>
            <a:spLocks noGrp="1"/>
          </p:cNvSpPr>
          <p:nvPr/>
        </p:nvSpPr>
        <p:spPr>
          <a:xfrm>
            <a:off x="17430750" y="49434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48" name="4 mask·track">
            <a:extLst>
              <a:ext uri="{FF2B5EF4-FFF2-40B4-BE49-F238E27FC236}">
                <ns2:creationId id="{36B4A337-DCFD-45B3-9A3F-BB63681ABFF4}"/>
              </a:ext>
            </a:extLst>
          </p:cNvPr>
          <p:cNvSpPr>
            <a:spLocks noGrp="1"/>
          </p:cNvSpPr>
          <p:nvPr/>
        </p:nvSpPr>
        <p:spPr>
          <a:xfrm>
            <a:off x="16621125" y="5715000"/>
            <a:ext cx="13525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4 mask·track</a:t>
            </a:r>
            <a:endParaRPr lang="ko-KR">
              <a:latin typeface="Calibri"/>
              <a:ea typeface="Calibri"/>
              <a:cs typeface="Calibri"/>
            </a:endParaRPr>
          </a:p>
        </p:txBody>
      </p:sp>
      <p:sp>
        <p:nvSpPr>
          <p:cNvPr id="150" name="DP3 object 324">
            <a:extLst>
              <a:ext uri="{FF2B5EF4-FFF2-40B4-BE49-F238E27FC236}">
                <ns2:creationId id="{6C516C5D-3C26-44C1-A7D2-3BF1B67CB345}"/>
              </a:ext>
            </a:extLst>
          </p:cNvPr>
          <p:cNvSpPr>
            <a:spLocks noGrp="1"/>
          </p:cNvSpPr>
          <p:nvPr/>
        </p:nvSpPr>
        <p:spPr>
          <a:xfrm>
            <a:off x="2000250" y="9439275"/>
            <a:ext cx="15525750"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Model Access는 동일 Component의 분산 배치. process 경계의 호출선은 각 worker의 IPC Endpoint에 연결.</a:t>
            </a:r>
            <a:endParaRPr lang="ko-KR">
              <a:latin typeface="Calibri"/>
              <a:ea typeface="Calibri"/>
              <a:cs typeface="Calibri"/>
            </a:endParaRPr>
          </a:p>
        </p:txBody>
      </p:sp>
      <p:sp>
        <p:nvSpPr>
          <p:cNvPr id="151" name="DP3 object 325">
            <a:extLst>
              <a:ext uri="{FF2B5EF4-FFF2-40B4-BE49-F238E27FC236}">
                <ns2:creationId id="{D9096896-5790-4DCF-8872-33295715C84C}"/>
              </a:ext>
            </a:extLst>
          </p:cNvPr>
          <p:cNvSpPr>
            <a:spLocks noGrp="1"/>
          </p:cNvSpPr>
          <p:nvPr/>
        </p:nvSpPr>
        <p:spPr>
          <a:xfrm>
            <a:off x="2000250" y="9715500"/>
            <a:ext cx="15525750"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R2: worker crash 시 두 session 함께 재시작. R3: SAM crash에도 UI session 유지. host 후보 기록은 두 안 모두 유지하며 낡은 generation 결과는 거절.</a:t>
            </a:r>
            <a:endParaRPr lang="ko-KR">
              <a:latin typeface="Calibri"/>
              <a:ea typeface="Calibri"/>
              <a:cs typeface="Calibri"/>
            </a:endParaRPr>
          </a:p>
        </p:txBody>
      </p:sp>
    </p:spTree>
    <p:extLst>
      <p:ext uri="{BB962C8B-B14F-4D97-AF65-F5344CB8AC3E}">
        <p14:creationId val="1825389870"/>
      </p:ext>
    </p:extLst>
  </p:cSld>
</p:sld>
</file>

<file path=ppt/slides/slide4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2" name="DP3 object 326">
            <a:extLst>
              <a:ext uri="{FF2B5EF4-FFF2-40B4-BE49-F238E27FC236}">
                <ns2:creationId id="{90C80605-2F07-4AFD-8448-61650044ADA3}"/>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CPU 실행과 상태 수명</a:t>
            </a:r>
            <a:endParaRPr lang="ko-KR">
              <a:latin typeface="Calibri"/>
              <a:ea typeface="Calibri"/>
              <a:cs typeface="Calibri"/>
            </a:endParaRPr>
          </a:p>
        </p:txBody>
      </p:sp>
      <p:sp>
        <p:nvSpPr>
          <p:cNvPr id="2" name="과제 소개">
            <a:extLst>
              <a:ext uri="{FF2B5EF4-FFF2-40B4-BE49-F238E27FC236}">
                <ns2:creationId id="{318B81B6-263C-447A-AA14-734A71B88EB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요구사항 분석">
            <a:extLst>
              <a:ext uri="{FF2B5EF4-FFF2-40B4-BE49-F238E27FC236}">
                <ns2:creationId id="{47814547-5F18-45A0-BC83-0BCDF3995FA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설계">
            <a:extLst>
              <a:ext uri="{FF2B5EF4-FFF2-40B4-BE49-F238E27FC236}">
                <ns2:creationId id="{C1251F74-6BF1-4122-96AD-68255738D6A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구현 및 검증">
            <a:extLst>
              <a:ext uri="{FF2B5EF4-FFF2-40B4-BE49-F238E27FC236}">
                <ns2:creationId id="{D466457F-DD80-442B-9D9B-3A9C458D0CC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결론">
            <a:extLst>
              <a:ext uri="{FF2B5EF4-FFF2-40B4-BE49-F238E27FC236}">
                <ns2:creationId id="{8B7A1F90-AE88-4ABE-AC9F-3EC5A737DAC2}"/>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337">
            <a:extLst>
              <a:ext uri="{FF2B5EF4-FFF2-40B4-BE49-F238E27FC236}">
                <ns2:creationId id="{0A49FD66-078F-49D5-80A9-927B02EA282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338">
            <a:extLst>
              <a:ext uri="{FF2B5EF4-FFF2-40B4-BE49-F238E27FC236}">
                <ns2:creationId id="{FEFE9841-2732-4AC5-AB51-E09C484B1C80}"/>
              </a:ext>
            </a:extLst>
          </p:cNvPr>
          <p:cNvSpPr>
            <a:spLocks noGrp="1"/>
          </p:cNvSpPr>
          <p:nvPr/>
        </p:nvSpPr>
        <p:spPr>
          <a:xfrm>
            <a:off x="571500" y="1228725"/>
            <a:ext cx="17145000" cy="4476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R1과 R2는 같은 코드·process 배치 / 모델 session의 유지 정책만 변경 / R3는 worker 주소 공간과 runtime을 분리</a:t>
            </a:r>
            <a:endParaRPr lang="ko-KR">
              <a:latin typeface="Calibri"/>
              <a:ea typeface="Calibri"/>
              <a:cs typeface="Calibri"/>
            </a:endParaRPr>
          </a:p>
        </p:txBody>
      </p:sp>
      <p:sp>
        <p:nvSpPr>
          <p:cNvPr id="14" name="Continuous slide number">
            <a:extLst>
              <a:ext uri="{FF2B5EF4-FFF2-40B4-BE49-F238E27FC236}">
                <ns2:creationId id="{5D60743B-C1D5-43D4-A7C2-4E9FF07D7EB7}"/>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29</a:t>
            </a:r>
            <a:endParaRPr lang="ko-KR">
              <a:latin typeface="Calibri"/>
              <a:ea typeface="Calibri"/>
              <a:cs typeface="Calibri"/>
            </a:endParaRPr>
          </a:p>
        </p:txBody>
      </p:sp>
      <p:sp>
        <p:nvSpPr>
          <p:cNvPr id="15" name="VIA Host process">
            <a:extLst>
              <a:ext uri="{FF2B5EF4-FFF2-40B4-BE49-F238E27FC236}">
                <ns2:creationId id="{A67D10CF-43F1-48C1-96BB-DC7CD1B03984}"/>
              </a:ext>
            </a:extLst>
          </p:cNvPr>
          <p:cNvSpPr>
            <a:spLocks noGrp="1"/>
          </p:cNvSpPr>
          <p:nvPr/>
        </p:nvSpPr>
        <p:spPr>
          <a:xfrm>
            <a:off x="571500" y="1952625"/>
            <a:ext cx="4953000" cy="3390900"/>
          </a:xfrm>
          <a:prstGeom prst="rect">
            <a:avLst/>
          </a:prstGeom>
          <a:noFill/>
          <a:ln w="19050">
            <a:solidFill>
              <a:srgbClr val="4676CB"/>
            </a:solidFill>
            <a:prstDash val="dash"/>
          </a:ln>
        </p:spPr>
        <p:txBody>
          <a:bodyPr wrap="none" lIns="114300" tIns="28575" rIns="114300" bIns="30861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VIA Host process</a:t>
            </a:r>
            <a:endParaRPr lang="ko-KR">
              <a:latin typeface="Calibri"/>
              <a:ea typeface="Calibri"/>
              <a:cs typeface="Calibri"/>
            </a:endParaRPr>
          </a:p>
        </p:txBody>
      </p:sp>
      <p:sp>
        <p:nvSpPr>
          <p:cNvPr id="17" name="Model Access (host 배치)">
            <a:extLst>
              <a:ext uri="{FF2B5EF4-FFF2-40B4-BE49-F238E27FC236}">
                <ns2:creationId id="{3F41AB8D-EBDB-41BE-A54D-67E2A9153BBD}"/>
              </a:ext>
            </a:extLst>
          </p:cNvPr>
          <p:cNvSpPr>
            <a:spLocks noGrp="1"/>
          </p:cNvSpPr>
          <p:nvPr/>
        </p:nvSpPr>
        <p:spPr>
          <a:xfrm>
            <a:off x="742950" y="2352675"/>
            <a:ext cx="4610100" cy="2790825"/>
          </a:xfrm>
          <a:prstGeom prst="rect">
            <a:avLst/>
          </a:prstGeom>
          <a:solidFill>
            <a:srgbClr val="FFF6DD"/>
          </a:solidFill>
          <a:ln w="19050">
            <a:solidFill>
              <a:srgbClr val="111111"/>
            </a:solidFill>
            <a:prstDash val="solid"/>
          </a:ln>
        </p:spPr>
        <p:txBody>
          <a:bodyPr wrap="none" lIns="66675" tIns="19050" rIns="66675" bIns="24574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 (host 배치)</a:t>
            </a:r>
            <a:endParaRPr lang="ko-KR">
              <a:latin typeface="Calibri"/>
              <a:ea typeface="Calibri"/>
              <a:cs typeface="Calibri"/>
            </a:endParaRPr>
          </a:p>
        </p:txBody>
      </p:sp>
      <p:sp>
        <p:nvSpPr>
          <p:cNvPr id="19" name="Editable path 344">
            <a:extLst>
              <a:ext uri="{FF2B5EF4-FFF2-40B4-BE49-F238E27FC236}">
                <ns2:creationId id="{EEAB0EF2-2B68-4568-8ACA-FE5F45C167C9}"/>
              </a:ext>
            </a:extLst>
          </p:cNvPr>
          <p:cNvSpPr>
            <a:spLocks noGrp="1"/>
          </p:cNvSpPr>
          <p:nvPr/>
        </p:nvSpPr>
        <p:spPr>
          <a:xfrm>
            <a:off x="742950" y="2705100"/>
            <a:ext cx="4610100" cy="953"/>
          </a:xfrm>
          <a:custGeom>
            <a:pathLst>
              <a:path w="4610100" h="953">
                <a:moveTo>
                  <a:pt x="0" y="0"/>
                </a:moveTo>
                <a:lnTo>
                  <a:pt x="4610100" y="0"/>
                </a:lnTo>
              </a:path>
            </a:pathLst>
          </a:custGeom>
          <a:noFill/>
          <a:ln w="14288">
            <a:solidFill>
              <a:srgbClr val="111111"/>
            </a:solidFill>
            <a:prstDash val="solid"/>
          </a:ln>
        </p:spPr>
      </p:sp>
      <p:sp>
        <p:nvSpPr>
          <p:cNvPr id="20" name="Local Model Execution Controller">
            <a:extLst>
              <a:ext uri="{FF2B5EF4-FFF2-40B4-BE49-F238E27FC236}">
                <ns2:creationId id="{9E195CFD-B754-434A-ACC8-7E40FF11BA5E}"/>
              </a:ext>
            </a:extLst>
          </p:cNvPr>
          <p:cNvSpPr>
            <a:spLocks noGrp="1"/>
          </p:cNvSpPr>
          <p:nvPr/>
        </p:nvSpPr>
        <p:spPr>
          <a:xfrm>
            <a:off x="895350" y="2800350"/>
            <a:ext cx="4305300" cy="466725"/>
          </a:xfrm>
          <a:prstGeom prst="roundRect">
            <a:avLst>
              <a:gd name="adj" fmla="val 1632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Local Model Execution Controller</a:t>
            </a:r>
            <a:endParaRPr lang="ko-KR">
              <a:latin typeface="Calibri"/>
              <a:ea typeface="Calibri"/>
              <a:cs typeface="Calibri"/>
            </a:endParaRPr>
          </a:p>
        </p:txBody>
      </p:sp>
      <p:sp>
        <p:nvSpPr>
          <p:cNvPr id="22" name="Job / Lease State (RAM)job·generation / shared-buffer handle">
            <a:extLst>
              <a:ext uri="{FF2B5EF4-FFF2-40B4-BE49-F238E27FC236}">
                <ns2:creationId id="{C9F0F35D-0F55-4C2A-8466-B3432AEB05C7}"/>
              </a:ext>
            </a:extLst>
          </p:cNvPr>
          <p:cNvSpPr>
            <a:spLocks noGrp="1"/>
          </p:cNvSpPr>
          <p:nvPr/>
        </p:nvSpPr>
        <p:spPr>
          <a:xfrm>
            <a:off x="895350" y="3629025"/>
            <a:ext cx="4305300" cy="9620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Job / Lease State (RAM)</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job·generation / shared-buffer handle</a:t>
            </a:r>
            <a:endParaRPr lang="ko-KR">
              <a:latin typeface="Calibri"/>
              <a:ea typeface="Calibri"/>
              <a:cs typeface="Calibri"/>
            </a:endParaRPr>
          </a:p>
        </p:txBody>
      </p:sp>
      <p:sp>
        <p:nvSpPr>
          <p:cNvPr id="24" name="DP3 object 348">
            <a:extLst>
              <a:ext uri="{FF2B5EF4-FFF2-40B4-BE49-F238E27FC236}">
                <ns2:creationId id="{04E09CFB-4CCC-4A01-ADDB-CF49C4D192C6}"/>
              </a:ext>
            </a:extLst>
          </p:cNvPr>
          <p:cNvSpPr>
            <a:spLocks noGrp="1"/>
          </p:cNvSpPr>
          <p:nvPr/>
        </p:nvSpPr>
        <p:spPr>
          <a:xfrm>
            <a:off x="914400" y="4724400"/>
            <a:ext cx="42672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기동·CPU 허가·load·release·cancel</a:t>
            </a:r>
            <a:endParaRPr lang="ko-KR">
              <a:latin typeface="Calibri"/>
              <a:ea typeface="Calibri"/>
              <a:cs typeface="Calibri"/>
            </a:endParaRPr>
          </a:p>
        </p:txBody>
      </p:sp>
      <p:sp>
        <p:nvSpPr>
          <p:cNvPr id="25" name="Vision Worker process  (R1 / R2)">
            <a:extLst>
              <a:ext uri="{FF2B5EF4-FFF2-40B4-BE49-F238E27FC236}">
                <ns2:creationId id="{88BB807A-C491-40D0-934C-D3E52675A843}"/>
              </a:ext>
            </a:extLst>
          </p:cNvPr>
          <p:cNvSpPr>
            <a:spLocks noGrp="1"/>
          </p:cNvSpPr>
          <p:nvPr/>
        </p:nvSpPr>
        <p:spPr>
          <a:xfrm>
            <a:off x="8334375" y="1952625"/>
            <a:ext cx="9001125" cy="3390900"/>
          </a:xfrm>
          <a:prstGeom prst="rect">
            <a:avLst/>
          </a:prstGeom>
          <a:noFill/>
          <a:ln w="19050">
            <a:solidFill>
              <a:srgbClr val="4676CB"/>
            </a:solidFill>
            <a:prstDash val="dash"/>
          </a:ln>
        </p:spPr>
        <p:txBody>
          <a:bodyPr wrap="none" lIns="114300" tIns="28575" rIns="114300" bIns="30861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Vision Worker process  (R1 / R2)</a:t>
            </a:r>
            <a:endParaRPr lang="ko-KR">
              <a:latin typeface="Calibri"/>
              <a:ea typeface="Calibri"/>
              <a:cs typeface="Calibri"/>
            </a:endParaRPr>
          </a:p>
        </p:txBody>
      </p:sp>
      <p:sp>
        <p:nvSpPr>
          <p:cNvPr id="27" name="Model Access (worker 배치)">
            <a:extLst>
              <a:ext uri="{FF2B5EF4-FFF2-40B4-BE49-F238E27FC236}">
                <ns2:creationId id="{2001BC07-4BCE-4FB9-91E2-191D04068C7E}"/>
              </a:ext>
            </a:extLst>
          </p:cNvPr>
          <p:cNvSpPr>
            <a:spLocks noGrp="1"/>
          </p:cNvSpPr>
          <p:nvPr/>
        </p:nvSpPr>
        <p:spPr>
          <a:xfrm>
            <a:off x="8515350" y="2352675"/>
            <a:ext cx="8639175" cy="2790825"/>
          </a:xfrm>
          <a:prstGeom prst="rect">
            <a:avLst/>
          </a:prstGeom>
          <a:solidFill>
            <a:srgbClr val="FFF6DD"/>
          </a:solidFill>
          <a:ln w="19050">
            <a:solidFill>
              <a:srgbClr val="111111"/>
            </a:solidFill>
            <a:prstDash val="solid"/>
          </a:ln>
        </p:spPr>
        <p:txBody>
          <a:bodyPr wrap="none" lIns="66675" tIns="19050" rIns="66675" bIns="24574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29" name="Editable path 353">
            <a:extLst>
              <a:ext uri="{FF2B5EF4-FFF2-40B4-BE49-F238E27FC236}">
                <ns2:creationId id="{D967A53C-F3D1-4838-AA8F-64A4B3F488DC}"/>
              </a:ext>
            </a:extLst>
          </p:cNvPr>
          <p:cNvSpPr>
            <a:spLocks noGrp="1"/>
          </p:cNvSpPr>
          <p:nvPr/>
        </p:nvSpPr>
        <p:spPr>
          <a:xfrm>
            <a:off x="8515350" y="2705100"/>
            <a:ext cx="8639175" cy="953"/>
          </a:xfrm>
          <a:custGeom>
            <a:pathLst>
              <a:path w="8639175" h="953">
                <a:moveTo>
                  <a:pt x="0" y="0"/>
                </a:moveTo>
                <a:lnTo>
                  <a:pt x="8639175" y="0"/>
                </a:lnTo>
              </a:path>
            </a:pathLst>
          </a:custGeom>
          <a:noFill/>
          <a:ln w="14288">
            <a:solidFill>
              <a:srgbClr val="111111"/>
            </a:solidFill>
            <a:prstDash val="solid"/>
          </a:ln>
        </p:spPr>
      </p:sp>
      <p:sp>
        <p:nvSpPr>
          <p:cNvPr id="30" name="IPC Endpoint / Job Queue">
            <a:extLst>
              <a:ext uri="{FF2B5EF4-FFF2-40B4-BE49-F238E27FC236}">
                <ns2:creationId id="{9FAB46AB-7A53-4774-B6A5-8B7EEDA05BDF}"/>
              </a:ext>
            </a:extLst>
          </p:cNvPr>
          <p:cNvSpPr>
            <a:spLocks noGrp="1"/>
          </p:cNvSpPr>
          <p:nvPr/>
        </p:nvSpPr>
        <p:spPr>
          <a:xfrm>
            <a:off x="8677275" y="2800350"/>
            <a:ext cx="8315325" cy="409575"/>
          </a:xfrm>
          <a:prstGeom prst="roundRect">
            <a:avLst>
              <a:gd name="adj" fmla="val 18605"/>
            </a:avLst>
          </a:prstGeom>
          <a:solidFill>
            <a:srgbClr val="FFFFFF"/>
          </a:solidFill>
          <a:ln w="19050">
            <a:solidFill>
              <a:srgbClr val="111111"/>
            </a:solidFill>
            <a:prstDash val="solid"/>
          </a:ln>
        </p:spPr>
        <p:txBody>
          <a:bodyPr wrap="none" lIns="57150" tIns="19050" rIns="57150"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IPC Endpoint / Job Queue</a:t>
            </a:r>
            <a:endParaRPr lang="ko-KR">
              <a:latin typeface="Calibri"/>
              <a:ea typeface="Calibri"/>
              <a:cs typeface="Calibri"/>
            </a:endParaRPr>
          </a:p>
        </p:txBody>
      </p:sp>
      <p:sp>
        <p:nvSpPr>
          <p:cNvPr id="32" name="UI Adapter / SAM Adapter">
            <a:extLst>
              <a:ext uri="{FF2B5EF4-FFF2-40B4-BE49-F238E27FC236}">
                <ns2:creationId id="{E1056E05-AD23-4440-9B58-09BD5E2861C3}"/>
              </a:ext>
            </a:extLst>
          </p:cNvPr>
          <p:cNvSpPr>
            <a:spLocks noGrp="1"/>
          </p:cNvSpPr>
          <p:nvPr/>
        </p:nvSpPr>
        <p:spPr>
          <a:xfrm>
            <a:off x="8677275" y="3476625"/>
            <a:ext cx="35623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Adapter / SAM Adapter</a:t>
            </a:r>
            <a:endParaRPr lang="ko-KR">
              <a:latin typeface="Calibri"/>
              <a:ea typeface="Calibri"/>
              <a:cs typeface="Calibri"/>
            </a:endParaRPr>
          </a:p>
        </p:txBody>
      </p:sp>
      <p:sp>
        <p:nvSpPr>
          <p:cNvPr id="34" name="Python / PyTorch CPU Runtime">
            <a:extLst>
              <a:ext uri="{FF2B5EF4-FFF2-40B4-BE49-F238E27FC236}">
                <ns2:creationId id="{6A981A24-7CD6-4505-B8E9-40C739D40695}"/>
              </a:ext>
            </a:extLst>
          </p:cNvPr>
          <p:cNvSpPr>
            <a:spLocks noGrp="1"/>
          </p:cNvSpPr>
          <p:nvPr/>
        </p:nvSpPr>
        <p:spPr>
          <a:xfrm>
            <a:off x="13315950" y="3476625"/>
            <a:ext cx="36766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Python / PyTorch CPU Runtime</a:t>
            </a:r>
            <a:endParaRPr lang="ko-KR">
              <a:latin typeface="Calibri"/>
              <a:ea typeface="Calibri"/>
              <a:cs typeface="Calibri"/>
            </a:endParaRPr>
          </a:p>
        </p:txBody>
      </p:sp>
      <p:sp>
        <p:nvSpPr>
          <p:cNvPr id="36" name="Model Session (RAM)weights / model objects">
            <a:extLst>
              <a:ext uri="{FF2B5EF4-FFF2-40B4-BE49-F238E27FC236}">
                <ns2:creationId id="{110D4130-6703-41C5-941C-B33F107028C3}"/>
              </a:ext>
            </a:extLst>
          </p:cNvPr>
          <p:cNvSpPr>
            <a:spLocks noGrp="1"/>
          </p:cNvSpPr>
          <p:nvPr/>
        </p:nvSpPr>
        <p:spPr>
          <a:xfrm>
            <a:off x="13315950" y="4191000"/>
            <a:ext cx="3676650" cy="742950"/>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Model Session (RAM)</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weights / model objects</a:t>
            </a:r>
            <a:endParaRPr lang="ko-KR">
              <a:latin typeface="Calibri"/>
              <a:ea typeface="Calibri"/>
              <a:cs typeface="Calibri"/>
            </a:endParaRPr>
          </a:p>
        </p:txBody>
      </p:sp>
      <p:sp>
        <p:nvSpPr>
          <p:cNvPr id="38" name="SAM Episode (RAM)frame features / track tensors">
            <a:extLst>
              <a:ext uri="{FF2B5EF4-FFF2-40B4-BE49-F238E27FC236}">
                <ns2:creationId id="{1DBE8912-28CA-49C5-9BC8-C84CA2FB7748}"/>
              </a:ext>
            </a:extLst>
          </p:cNvPr>
          <p:cNvSpPr>
            <a:spLocks noGrp="1"/>
          </p:cNvSpPr>
          <p:nvPr/>
        </p:nvSpPr>
        <p:spPr>
          <a:xfrm>
            <a:off x="8677275" y="4191000"/>
            <a:ext cx="3562350" cy="742950"/>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Episode (RAM)</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frame features / track tensors</a:t>
            </a:r>
            <a:endParaRPr lang="ko-KR">
              <a:latin typeface="Calibri"/>
              <a:ea typeface="Calibri"/>
              <a:cs typeface="Calibri"/>
            </a:endParaRPr>
          </a:p>
        </p:txBody>
      </p:sp>
      <p:sp>
        <p:nvSpPr>
          <p:cNvPr id="40" name="Editable path 362">
            <a:extLst>
              <a:ext uri="{FF2B5EF4-FFF2-40B4-BE49-F238E27FC236}">
                <ns2:creationId id="{597C1FC2-3391-4414-8BF2-F0F8B38795AD}"/>
              </a:ext>
            </a:extLst>
          </p:cNvPr>
          <p:cNvSpPr>
            <a:spLocks noGrp="1"/>
          </p:cNvSpPr>
          <p:nvPr/>
        </p:nvSpPr>
        <p:spPr>
          <a:xfrm>
            <a:off x="10953750" y="3209925"/>
            <a:ext cx="953" cy="266700"/>
          </a:xfrm>
          <a:custGeom>
            <a:pathLst>
              <a:path w="953" h="266700">
                <a:moveTo>
                  <a:pt x="0" y="0"/>
                </a:moveTo>
                <a:lnTo>
                  <a:pt x="0" y="266700"/>
                </a:lnTo>
              </a:path>
            </a:pathLst>
          </a:custGeom>
          <a:noFill/>
          <a:ln w="19050">
            <a:solidFill>
              <a:srgbClr val="111111"/>
            </a:solidFill>
            <a:prstDash val="solid"/>
          </a:ln>
        </p:spPr>
      </p:sp>
      <p:sp>
        <p:nvSpPr>
          <p:cNvPr id="41" name="Editable arrowhead 363">
            <a:extLst>
              <a:ext uri="{FF2B5EF4-FFF2-40B4-BE49-F238E27FC236}">
                <ns2:creationId id="{889A8604-DB6B-4F97-8B28-098987D344C3}"/>
              </a:ext>
            </a:extLst>
          </p:cNvPr>
          <p:cNvSpPr>
            <a:spLocks noGrp="1"/>
          </p:cNvSpPr>
          <p:nvPr/>
        </p:nvSpPr>
        <p:spPr>
          <a:xfrm>
            <a:off x="10906125" y="3381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Editable path 364">
            <a:extLst>
              <a:ext uri="{FF2B5EF4-FFF2-40B4-BE49-F238E27FC236}">
                <ns2:creationId id="{04998B10-1531-434C-BF2A-685930D58362}"/>
              </a:ext>
            </a:extLst>
          </p:cNvPr>
          <p:cNvSpPr>
            <a:spLocks noGrp="1"/>
          </p:cNvSpPr>
          <p:nvPr/>
        </p:nvSpPr>
        <p:spPr>
          <a:xfrm>
            <a:off x="12239625" y="3695700"/>
            <a:ext cx="1076325" cy="953"/>
          </a:xfrm>
          <a:custGeom>
            <a:pathLst>
              <a:path w="1076325" h="953">
                <a:moveTo>
                  <a:pt x="0" y="0"/>
                </a:moveTo>
                <a:lnTo>
                  <a:pt x="1076325" y="0"/>
                </a:lnTo>
              </a:path>
            </a:pathLst>
          </a:custGeom>
          <a:noFill/>
          <a:ln w="19050">
            <a:solidFill>
              <a:srgbClr val="111111"/>
            </a:solidFill>
            <a:prstDash val="solid"/>
          </a:ln>
        </p:spPr>
      </p:sp>
      <p:sp>
        <p:nvSpPr>
          <p:cNvPr id="43" name="Editable arrowhead 365">
            <a:extLst>
              <a:ext uri="{FF2B5EF4-FFF2-40B4-BE49-F238E27FC236}">
                <ns2:creationId id="{DB2852E0-5796-4D49-AFAF-27AEBE9AF7D1}"/>
              </a:ext>
            </a:extLst>
          </p:cNvPr>
          <p:cNvSpPr>
            <a:spLocks noGrp="1"/>
          </p:cNvSpPr>
          <p:nvPr/>
        </p:nvSpPr>
        <p:spPr>
          <a:xfrm>
            <a:off x="13220700" y="36480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추론 호출">
            <a:extLst>
              <a:ext uri="{FF2B5EF4-FFF2-40B4-BE49-F238E27FC236}">
                <ns2:creationId id="{1AB6C246-1890-4B31-88C8-3134525BD440}"/>
              </a:ext>
            </a:extLst>
          </p:cNvPr>
          <p:cNvSpPr>
            <a:spLocks noGrp="1"/>
          </p:cNvSpPr>
          <p:nvPr/>
        </p:nvSpPr>
        <p:spPr>
          <a:xfrm>
            <a:off x="12296775" y="3343275"/>
            <a:ext cx="9525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추론 호출</a:t>
            </a:r>
            <a:endParaRPr lang="ko-KR">
              <a:latin typeface="Calibri"/>
              <a:ea typeface="Calibri"/>
              <a:cs typeface="Calibri"/>
            </a:endParaRPr>
          </a:p>
        </p:txBody>
      </p:sp>
      <p:sp>
        <p:nvSpPr>
          <p:cNvPr id="46" name="Editable path 368">
            <a:extLst>
              <a:ext uri="{FF2B5EF4-FFF2-40B4-BE49-F238E27FC236}">
                <ns2:creationId id="{2C361C2C-ADA0-4B1C-9984-A8F43908254A}"/>
              </a:ext>
            </a:extLst>
          </p:cNvPr>
          <p:cNvSpPr>
            <a:spLocks noGrp="1"/>
          </p:cNvSpPr>
          <p:nvPr/>
        </p:nvSpPr>
        <p:spPr>
          <a:xfrm>
            <a:off x="15144750" y="3933825"/>
            <a:ext cx="953" cy="257175"/>
          </a:xfrm>
          <a:custGeom>
            <a:pathLst>
              <a:path w="953" h="257175">
                <a:moveTo>
                  <a:pt x="0" y="0"/>
                </a:moveTo>
                <a:lnTo>
                  <a:pt x="0" y="257175"/>
                </a:lnTo>
              </a:path>
            </a:pathLst>
          </a:custGeom>
          <a:noFill/>
          <a:ln w="19050">
            <a:solidFill>
              <a:srgbClr val="111111"/>
            </a:solidFill>
            <a:prstDash val="solid"/>
          </a:ln>
        </p:spPr>
      </p:sp>
      <p:sp>
        <p:nvSpPr>
          <p:cNvPr id="47" name="Editable arrowhead 369">
            <a:extLst>
              <a:ext uri="{FF2B5EF4-FFF2-40B4-BE49-F238E27FC236}">
                <ns2:creationId id="{805A336C-E38B-4141-82A8-102FB1422AEF}"/>
              </a:ext>
            </a:extLst>
          </p:cNvPr>
          <p:cNvSpPr>
            <a:spLocks noGrp="1"/>
          </p:cNvSpPr>
          <p:nvPr/>
        </p:nvSpPr>
        <p:spPr>
          <a:xfrm>
            <a:off x="1509712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8" name="DP3 object 370">
            <a:extLst>
              <a:ext uri="{FF2B5EF4-FFF2-40B4-BE49-F238E27FC236}">
                <ns2:creationId id="{57278B43-7B67-4206-8986-89EB5FCE6301}"/>
              </a:ext>
            </a:extLst>
          </p:cNvPr>
          <p:cNvSpPr>
            <a:spLocks noGrp="1"/>
          </p:cNvSpPr>
          <p:nvPr/>
        </p:nvSpPr>
        <p:spPr>
          <a:xfrm>
            <a:off x="15306675" y="3933825"/>
            <a:ext cx="1666875"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load / 사용 / release</a:t>
            </a:r>
            <a:endParaRPr lang="ko-KR">
              <a:latin typeface="Calibri"/>
              <a:ea typeface="Calibri"/>
              <a:cs typeface="Calibri"/>
            </a:endParaRPr>
          </a:p>
        </p:txBody>
      </p:sp>
      <p:sp>
        <p:nvSpPr>
          <p:cNvPr id="49" name="Editable path 371">
            <a:extLst>
              <a:ext uri="{FF2B5EF4-FFF2-40B4-BE49-F238E27FC236}">
                <ns2:creationId id="{637A7E67-CDBB-4898-9F33-205D66209D9D}"/>
              </a:ext>
            </a:extLst>
          </p:cNvPr>
          <p:cNvSpPr>
            <a:spLocks noGrp="1"/>
          </p:cNvSpPr>
          <p:nvPr/>
        </p:nvSpPr>
        <p:spPr>
          <a:xfrm>
            <a:off x="10001250" y="3933825"/>
            <a:ext cx="953" cy="257175"/>
          </a:xfrm>
          <a:custGeom>
            <a:pathLst>
              <a:path w="953" h="257175">
                <a:moveTo>
                  <a:pt x="0" y="0"/>
                </a:moveTo>
                <a:lnTo>
                  <a:pt x="0" y="257175"/>
                </a:lnTo>
              </a:path>
            </a:pathLst>
          </a:custGeom>
          <a:noFill/>
          <a:ln w="19050">
            <a:solidFill>
              <a:srgbClr val="111111"/>
            </a:solidFill>
            <a:prstDash val="solid"/>
          </a:ln>
        </p:spPr>
      </p:sp>
      <p:sp>
        <p:nvSpPr>
          <p:cNvPr id="50" name="Editable arrowhead 372">
            <a:extLst>
              <a:ext uri="{FF2B5EF4-FFF2-40B4-BE49-F238E27FC236}">
                <ns2:creationId id="{0AAF2B0C-BEC9-4A92-BE17-D1C0FEC7C567}"/>
              </a:ext>
            </a:extLst>
          </p:cNvPr>
          <p:cNvSpPr>
            <a:spLocks noGrp="1"/>
          </p:cNvSpPr>
          <p:nvPr/>
        </p:nvSpPr>
        <p:spPr>
          <a:xfrm>
            <a:off x="995362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1" name="Editable path 373">
            <a:extLst>
              <a:ext uri="{FF2B5EF4-FFF2-40B4-BE49-F238E27FC236}">
                <ns2:creationId id="{DAD05F26-BB92-4B6F-B875-BFE4F6B706F3}"/>
              </a:ext>
            </a:extLst>
          </p:cNvPr>
          <p:cNvSpPr>
            <a:spLocks noGrp="1"/>
          </p:cNvSpPr>
          <p:nvPr/>
        </p:nvSpPr>
        <p:spPr>
          <a:xfrm>
            <a:off x="11715750" y="3933825"/>
            <a:ext cx="953" cy="257175"/>
          </a:xfrm>
          <a:custGeom>
            <a:pathLst>
              <a:path w="953" h="257175">
                <a:moveTo>
                  <a:pt x="0" y="257175"/>
                </a:moveTo>
                <a:lnTo>
                  <a:pt x="0" y="0"/>
                </a:lnTo>
              </a:path>
            </a:pathLst>
          </a:custGeom>
          <a:noFill/>
          <a:ln w="19050">
            <a:solidFill>
              <a:srgbClr val="111111"/>
            </a:solidFill>
            <a:prstDash val="dash"/>
          </a:ln>
        </p:spPr>
      </p:sp>
      <p:sp>
        <p:nvSpPr>
          <p:cNvPr id="52" name="Editable arrowhead 374">
            <a:extLst>
              <a:ext uri="{FF2B5EF4-FFF2-40B4-BE49-F238E27FC236}">
                <ns2:creationId id="{4827DE68-E971-408A-AB0D-8414EC7B5087}"/>
              </a:ext>
            </a:extLst>
          </p:cNvPr>
          <p:cNvSpPr>
            <a:spLocks noGrp="1"/>
          </p:cNvSpPr>
          <p:nvPr/>
        </p:nvSpPr>
        <p:spPr>
          <a:xfrm>
            <a:off x="11668125" y="3933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3" name="DP3 object 375">
            <a:extLst>
              <a:ext uri="{FF2B5EF4-FFF2-40B4-BE49-F238E27FC236}">
                <ns2:creationId id="{B590F166-D253-4CD4-AC7D-AF7E6529F250}"/>
              </a:ext>
            </a:extLst>
          </p:cNvPr>
          <p:cNvSpPr>
            <a:spLocks noGrp="1"/>
          </p:cNvSpPr>
          <p:nvPr/>
        </p:nvSpPr>
        <p:spPr>
          <a:xfrm>
            <a:off x="10382250" y="3943350"/>
            <a:ext cx="1238250" cy="2286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읽기·갱신</a:t>
            </a:r>
            <a:endParaRPr lang="ko-KR">
              <a:latin typeface="Calibri"/>
              <a:ea typeface="Calibri"/>
              <a:cs typeface="Calibri"/>
            </a:endParaRPr>
          </a:p>
        </p:txBody>
      </p:sp>
      <p:sp>
        <p:nvSpPr>
          <p:cNvPr id="54" name="Editable path 376">
            <a:extLst>
              <a:ext uri="{FF2B5EF4-FFF2-40B4-BE49-F238E27FC236}">
                <ns2:creationId id="{7477A2CE-4AB7-4C29-A2ED-7EB9FD2B770B}"/>
              </a:ext>
            </a:extLst>
          </p:cNvPr>
          <p:cNvSpPr>
            <a:spLocks noGrp="1"/>
          </p:cNvSpPr>
          <p:nvPr/>
        </p:nvSpPr>
        <p:spPr>
          <a:xfrm>
            <a:off x="5353050" y="3019425"/>
            <a:ext cx="3324225" cy="953"/>
          </a:xfrm>
          <a:custGeom>
            <a:pathLst>
              <a:path w="3324225" h="953">
                <a:moveTo>
                  <a:pt x="0" y="0"/>
                </a:moveTo>
                <a:lnTo>
                  <a:pt x="3324225" y="0"/>
                </a:lnTo>
              </a:path>
            </a:pathLst>
          </a:custGeom>
          <a:noFill/>
          <a:ln w="19050">
            <a:solidFill>
              <a:srgbClr val="111111"/>
            </a:solidFill>
            <a:prstDash val="solid"/>
          </a:ln>
        </p:spPr>
      </p:sp>
      <p:sp>
        <p:nvSpPr>
          <p:cNvPr id="55" name="Editable arrowhead 377">
            <a:extLst>
              <a:ext uri="{FF2B5EF4-FFF2-40B4-BE49-F238E27FC236}">
                <ns2:creationId id="{066C272D-A9E7-44E4-8223-79D7D6B7761B}"/>
              </a:ext>
            </a:extLst>
          </p:cNvPr>
          <p:cNvSpPr>
            <a:spLocks noGrp="1"/>
          </p:cNvSpPr>
          <p:nvPr/>
        </p:nvSpPr>
        <p:spPr>
          <a:xfrm>
            <a:off x="8582025" y="29718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6" name="1 EnsureModel / RunStage">
            <a:extLst>
              <a:ext uri="{FF2B5EF4-FFF2-40B4-BE49-F238E27FC236}">
                <ns2:creationId id="{DBA994FD-D2BC-4292-9FCE-E996D0F000D8}"/>
              </a:ext>
            </a:extLst>
          </p:cNvPr>
          <p:cNvSpPr>
            <a:spLocks noGrp="1"/>
          </p:cNvSpPr>
          <p:nvPr/>
        </p:nvSpPr>
        <p:spPr>
          <a:xfrm>
            <a:off x="5581650" y="2619375"/>
            <a:ext cx="26955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 EnsureModel / RunStage</a:t>
            </a:r>
            <a:endParaRPr lang="ko-KR">
              <a:latin typeface="Calibri"/>
              <a:ea typeface="Calibri"/>
              <a:cs typeface="Calibri"/>
            </a:endParaRPr>
          </a:p>
        </p:txBody>
      </p:sp>
      <p:sp>
        <p:nvSpPr>
          <p:cNvPr id="58" name="Editable path 380">
            <a:extLst>
              <a:ext uri="{FF2B5EF4-FFF2-40B4-BE49-F238E27FC236}">
                <ns2:creationId id="{F317F2BC-B115-4C9C-877A-B18D22AB02F9}"/>
              </a:ext>
            </a:extLst>
          </p:cNvPr>
          <p:cNvSpPr>
            <a:spLocks noGrp="1"/>
          </p:cNvSpPr>
          <p:nvPr/>
        </p:nvSpPr>
        <p:spPr>
          <a:xfrm>
            <a:off x="5353050" y="3124200"/>
            <a:ext cx="3324225" cy="619125"/>
          </a:xfrm>
          <a:custGeom>
            <a:pathLst>
              <a:path w="3324225" h="619125">
                <a:moveTo>
                  <a:pt x="3324225" y="0"/>
                </a:moveTo>
                <a:lnTo>
                  <a:pt x="2819400" y="0"/>
                </a:lnTo>
                <a:lnTo>
                  <a:pt x="2819400" y="619125"/>
                </a:lnTo>
                <a:lnTo>
                  <a:pt x="0" y="619125"/>
                </a:lnTo>
              </a:path>
            </a:pathLst>
          </a:custGeom>
          <a:noFill/>
          <a:ln w="19050">
            <a:solidFill>
              <a:srgbClr val="111111"/>
            </a:solidFill>
            <a:prstDash val="dash"/>
          </a:ln>
        </p:spPr>
      </p:sp>
      <p:sp>
        <p:nvSpPr>
          <p:cNvPr id="59" name="Editable arrowhead 381">
            <a:extLst>
              <a:ext uri="{FF2B5EF4-FFF2-40B4-BE49-F238E27FC236}">
                <ns2:creationId id="{57C6FAA4-7D32-45F1-A4EA-A2D962F41065}"/>
              </a:ext>
            </a:extLst>
          </p:cNvPr>
          <p:cNvSpPr>
            <a:spLocks noGrp="1"/>
          </p:cNvSpPr>
          <p:nvPr/>
        </p:nvSpPr>
        <p:spPr>
          <a:xfrm>
            <a:off x="5353050" y="36957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60" name="2 revision·generation 결과">
            <a:extLst>
              <a:ext uri="{FF2B5EF4-FFF2-40B4-BE49-F238E27FC236}">
                <ns2:creationId id="{F042E062-EEEE-4E7F-9DDA-3BA3F3140BDA}"/>
              </a:ext>
            </a:extLst>
          </p:cNvPr>
          <p:cNvSpPr>
            <a:spLocks noGrp="1"/>
          </p:cNvSpPr>
          <p:nvPr/>
        </p:nvSpPr>
        <p:spPr>
          <a:xfrm>
            <a:off x="5581650" y="3343275"/>
            <a:ext cx="24765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revision·generation 결과</a:t>
            </a:r>
            <a:endParaRPr lang="ko-KR">
              <a:latin typeface="Calibri"/>
              <a:ea typeface="Calibri"/>
              <a:cs typeface="Calibri"/>
            </a:endParaRPr>
          </a:p>
        </p:txBody>
      </p:sp>
      <p:sp>
        <p:nvSpPr>
          <p:cNvPr id="62" name="DP3 object 384">
            <a:extLst>
              <a:ext uri="{FF2B5EF4-FFF2-40B4-BE49-F238E27FC236}">
                <ns2:creationId id="{25CDDA89-12B0-4F9B-9DA4-18DC6160AD63}"/>
              </a:ext>
            </a:extLst>
          </p:cNvPr>
          <p:cNvSpPr>
            <a:spLocks noGrp="1"/>
          </p:cNvSpPr>
          <p:nvPr/>
        </p:nvSpPr>
        <p:spPr>
          <a:xfrm>
            <a:off x="5638800" y="4010025"/>
            <a:ext cx="2505075" cy="121920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named pipe</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명령·완료·읽기 ACK</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frame 본문은 공유 buffer</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handle로 참조</a:t>
            </a:r>
            <a:endParaRPr lang="ko-KR">
              <a:latin typeface="Calibri"/>
              <a:ea typeface="Calibri"/>
              <a:cs typeface="Calibri"/>
            </a:endParaRPr>
          </a:p>
        </p:txBody>
      </p:sp>
      <p:sp>
        <p:nvSpPr>
          <p:cNvPr id="63" name="Model Files + Manifest (local disk)">
            <a:extLst>
              <a:ext uri="{FF2B5EF4-FFF2-40B4-BE49-F238E27FC236}">
                <ns2:creationId id="{ABEE121C-81B2-4CDD-AD4A-7022CC3E050C}"/>
              </a:ext>
            </a:extLst>
          </p:cNvPr>
          <p:cNvSpPr>
            <a:spLocks noGrp="1"/>
          </p:cNvSpPr>
          <p:nvPr/>
        </p:nvSpPr>
        <p:spPr>
          <a:xfrm>
            <a:off x="13315950" y="5429250"/>
            <a:ext cx="3676650" cy="3524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Model Files + Manifest (local disk)</a:t>
            </a:r>
            <a:endParaRPr lang="ko-KR">
              <a:latin typeface="Calibri"/>
              <a:ea typeface="Calibri"/>
              <a:cs typeface="Calibri"/>
            </a:endParaRPr>
          </a:p>
        </p:txBody>
      </p:sp>
      <p:sp>
        <p:nvSpPr>
          <p:cNvPr id="65" name="Editable path 386">
            <a:extLst>
              <a:ext uri="{FF2B5EF4-FFF2-40B4-BE49-F238E27FC236}">
                <ns2:creationId id="{68BCCE33-12B1-4D39-88B0-06C5E3A8E868}"/>
              </a:ext>
            </a:extLst>
          </p:cNvPr>
          <p:cNvSpPr>
            <a:spLocks noGrp="1"/>
          </p:cNvSpPr>
          <p:nvPr/>
        </p:nvSpPr>
        <p:spPr>
          <a:xfrm>
            <a:off x="14573250" y="4933950"/>
            <a:ext cx="953" cy="495300"/>
          </a:xfrm>
          <a:custGeom>
            <a:pathLst>
              <a:path w="953" h="495300">
                <a:moveTo>
                  <a:pt x="0" y="495300"/>
                </a:moveTo>
                <a:lnTo>
                  <a:pt x="0" y="0"/>
                </a:lnTo>
              </a:path>
            </a:pathLst>
          </a:custGeom>
          <a:noFill/>
          <a:ln w="19050">
            <a:solidFill>
              <a:srgbClr val="111111"/>
            </a:solidFill>
            <a:prstDash val="solid"/>
          </a:ln>
        </p:spPr>
      </p:sp>
      <p:sp>
        <p:nvSpPr>
          <p:cNvPr id="66" name="Editable arrowhead 387">
            <a:extLst>
              <a:ext uri="{FF2B5EF4-FFF2-40B4-BE49-F238E27FC236}">
                <ns2:creationId id="{A6116CF4-7DC0-4407-B39B-40CC071B0AF4}"/>
              </a:ext>
            </a:extLst>
          </p:cNvPr>
          <p:cNvSpPr>
            <a:spLocks noGrp="1"/>
          </p:cNvSpPr>
          <p:nvPr/>
        </p:nvSpPr>
        <p:spPr>
          <a:xfrm>
            <a:off x="14525625" y="493395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67" name="EnsureModel: local load">
            <a:extLst>
              <a:ext uri="{FF2B5EF4-FFF2-40B4-BE49-F238E27FC236}">
                <ns2:creationId id="{639F9BBB-7BED-45DA-8ED7-F70C11E03EF3}"/>
              </a:ext>
            </a:extLst>
          </p:cNvPr>
          <p:cNvSpPr>
            <a:spLocks noGrp="1"/>
          </p:cNvSpPr>
          <p:nvPr/>
        </p:nvSpPr>
        <p:spPr>
          <a:xfrm>
            <a:off x="14763750" y="5162550"/>
            <a:ext cx="2381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EnsureModel: local load</a:t>
            </a:r>
            <a:endParaRPr lang="ko-KR">
              <a:latin typeface="Calibri"/>
              <a:ea typeface="Calibri"/>
              <a:cs typeface="Calibri"/>
            </a:endParaRPr>
          </a:p>
        </p:txBody>
      </p:sp>
      <p:graphicFrame>
        <p:nvGraphicFramePr>
          <p:cNvPr id="69" name="">
            <a:extLst>
              <a:ext uri="{FF2B5EF4-FFF2-40B4-BE49-F238E27FC236}">
                <ns2:creationId id="{EC4B9D6B-21F2-486A-915F-09D46B124708}"/>
              </a:ext>
            </a:extLst>
          </p:cNvPr>
          <p:cNvGraphicFramePr/>
          <p:nvPr/>
        </p:nvGraphicFramePr>
        <p:xfrm>
          <a:off x="571500" y="5895975"/>
          <a:ext cx="17145000" cy="3476625"/>
        </p:xfrm>
        <a:graphic>
          <a:graphicData uri="http://schemas.openxmlformats.org/drawingml/2006/table">
            <a:tbl>
              <a:tblPr firstRow="0" bandRow="0" bandCol="0"/>
              <a:tblGrid>
                <a:gridCol w="5810250"/>
                <a:gridCol w="2571750"/>
                <a:gridCol w="2952750"/>
                <a:gridCol w="2952750"/>
                <a:gridCol w="2857500"/>
              </a:tblGrid>
              <a:tr h="50482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수명 / 동시 RAM ·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000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시각 model session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stage 후 회수·교대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사용 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worker별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00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episode / 후보 기록</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확정 이력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모델 회수와 별도 보존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619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추가 시각 runtime + model 객체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340 + 170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620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00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공통 / workspace·episode / 입력 buffer</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860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QA06 동시 peak 합계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bl>
          </a:graphicData>
        </a:graphic>
      </p:graphicFrame>
      <p:sp>
        <p:nvSpPr>
          <p:cNvPr id="70" name="DP3 object 390">
            <a:extLst>
              <a:ext uri="{FF2B5EF4-FFF2-40B4-BE49-F238E27FC236}">
                <ns2:creationId id="{4BE78A7C-77FF-43FC-B2E9-230AF8B05E00}"/>
              </a:ext>
            </a:extLst>
          </p:cNvPr>
          <p:cNvSpPr>
            <a:spLocks noGrp="1"/>
          </p:cNvSpPr>
          <p:nvPr/>
        </p:nvSpPr>
        <p:spPr>
          <a:xfrm>
            <a:off x="619125" y="9525000"/>
            <a:ext cx="16954500" cy="285750"/>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ReleaseModel → EnsureModel → RunStage  /  CloseEpisode는 별도 명령  /  cold 시작은 모든 B에 로딩 발생</a:t>
            </a:r>
            <a:endParaRPr lang="ko-KR">
              <a:latin typeface="Calibri"/>
              <a:ea typeface="Calibri"/>
              <a:cs typeface="Calibri"/>
            </a:endParaRPr>
          </a:p>
        </p:txBody>
      </p:sp>
      <p:sp>
        <p:nvSpPr>
          <p:cNvPr id="71" name="DP3 object 391">
            <a:extLst>
              <a:ext uri="{FF2B5EF4-FFF2-40B4-BE49-F238E27FC236}">
                <ns2:creationId id="{E10D615A-34C9-43C4-B0BC-3102C293E758}"/>
              </a:ext>
            </a:extLst>
          </p:cNvPr>
          <p:cNvSpPr>
            <a:spLocks noGrp="1"/>
          </p:cNvSpPr>
          <p:nvPr/>
        </p:nvSpPr>
        <p:spPr>
          <a:xfrm>
            <a:off x="619125" y="9906000"/>
            <a:ext cx="16668750" cy="22860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가정 RAM, 실측 아님. 입력 buffer는 A의 cloud 입력 / B의 IPC. R1→R2: UI 객체 420 MB 유지. R3: runtime private 280 MB + IPC 8 MB 추가.</a:t>
            </a:r>
            <a:endParaRPr lang="ko-KR">
              <a:latin typeface="Calibri"/>
              <a:ea typeface="Calibri"/>
              <a:cs typeface="Calibri"/>
            </a:endParaRPr>
          </a:p>
        </p:txBody>
      </p:sp>
    </p:spTree>
    <p:extLst>
      <p:ext uri="{BB962C8B-B14F-4D97-AF65-F5344CB8AC3E}">
        <p14:creationId val="1177012085"/>
      </p:ext>
    </p:extLst>
  </p:cSld>
</p:sld>
</file>

<file path=ppt/slides/slide5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0" name="label DP3. 화면 지칭 해석 구조 (1/2)">
            <a:extLst>
              <a:ext uri="{FF2B5EF4-FFF2-40B4-BE49-F238E27FC236}">
                <ns2:creationId id="{85A59596-9CF7-41F0-967F-7477D3A4FD07}"/>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(1/2)</a:t>
            </a:r>
            <a:endParaRPr lang="ko-KR">
              <a:latin typeface="Calibri"/>
              <a:ea typeface="Calibri"/>
              <a:cs typeface="Calibri"/>
            </a:endParaRPr>
          </a:p>
        </p:txBody>
      </p:sp>
      <p:sp>
        <p:nvSpPr>
          <p:cNvPr id="2" name="stage 0">
            <a:extLst>
              <a:ext uri="{FF2B5EF4-FFF2-40B4-BE49-F238E27FC236}">
                <ns2:creationId id="{8E8FC998-27B2-4710-97BF-F1C74462221A}"/>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EADCFCA9-3769-41B5-8E29-90E910C288E8}"/>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A107371D-5825-4FC1-9CED-3DAAE8643B2A}"/>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B15532B2-A9B6-4EF8-998E-C82AC5B3D5DA}"/>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31D99620-13AE-423A-91B9-98BA00AC66DF}"/>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9417E604-5103-47E9-83D0-02979A92D19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공통 입력: 같은 전사와 단어 시각, 당시 화면과 조작 이력 / 화면 근거가 필요한 요청만 진입">
            <a:extLst>
              <a:ext uri="{FF2B5EF4-FFF2-40B4-BE49-F238E27FC236}">
                <ns2:creationId id="{0A1C48B4-73C0-4203-BFA1-DEBDC207F222}"/>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공통 입력: 같은 전사와 단어 시각, 당시 화면과 조작 이력 / 화면 근거가 필요한 요청만 진입</a:t>
            </a:r>
            <a:endParaRPr lang="ko-KR">
              <a:latin typeface="Calibri"/>
              <a:ea typeface="Calibri"/>
              <a:cs typeface="Calibri"/>
            </a:endParaRPr>
          </a:p>
        </p:txBody>
      </p:sp>
      <p:sp>
        <p:nvSpPr>
          <p:cNvPr id="9" name="Continuous slide number">
            <a:extLst>
              <a:ext uri="{FF2B5EF4-FFF2-40B4-BE49-F238E27FC236}">
                <ns2:creationId id="{EF930A2B-6562-41A3-9DCA-3787BB7C5878}"/>
              </a:ext>
            </a:extLst>
          </p:cNvPr>
          <p:cNvSpPr>
            <a:spLocks noGrp="1"/>
          </p:cNvSpPr>
          <p:nvPr/>
        </p:nvSpPr>
        <p:spPr>
          <a:xfrm>
            <a:off x="17487900" y="10020300"/>
            <a:ext cx="590550" cy="200025"/>
          </a:xfrm>
          <a:prstGeom prst="rect">
            <a:avLst/>
          </a:prstGeom>
          <a:noFill/>
          <a:ln w="0">
            <a:noFill/>
          </a:ln>
        </p:spPr>
        <p:txBody>
          <a:bodyPr wrap="none" lIns="47625" tIns="19050" rIns="47625" bIns="1905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36</a:t>
            </a:r>
            <a:endParaRPr lang="ko-KR">
              <a:latin typeface="Calibri"/>
              <a:ea typeface="Calibri"/>
              <a:cs typeface="Calibri"/>
            </a:endParaRPr>
          </a:p>
        </p:txBody>
      </p:sp>
      <p:sp>
        <p:nvSpPr>
          <p:cNvPr id="10" name="node:undefined">
            <a:extLst>
              <a:ext uri="{FF2B5EF4-FFF2-40B4-BE49-F238E27FC236}">
                <ns2:creationId id="{9A5B9208-A591-4D54-9916-9373EB06F0CF}"/>
              </a:ext>
            </a:extLst>
          </p:cNvPr>
          <p:cNvSpPr>
            <a:spLocks noGrp="1"/>
          </p:cNvSpPr>
          <p:nvPr/>
        </p:nvSpPr>
        <p:spPr>
          <a:xfrm>
            <a:off x="381000" y="1752600"/>
            <a:ext cx="857250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원본 공동 해석</a:t>
            </a:r>
            <a:endParaRPr lang="ko-KR">
              <a:latin typeface="Calibri"/>
              <a:ea typeface="Calibri"/>
              <a:cs typeface="Calibri"/>
            </a:endParaRPr>
          </a:p>
        </p:txBody>
      </p:sp>
      <p:sp>
        <p:nvSpPr>
          <p:cNvPr id="11" name="node:undefined">
            <a:extLst>
              <a:ext uri="{FF2B5EF4-FFF2-40B4-BE49-F238E27FC236}">
                <ns2:creationId id="{23298BA9-9822-4836-A721-DE5C8698E3F3}"/>
              </a:ext>
            </a:extLst>
          </p:cNvPr>
          <p:cNvSpPr>
            <a:spLocks noGrp="1"/>
          </p:cNvSpPr>
          <p:nvPr/>
        </p:nvSpPr>
        <p:spPr>
          <a:xfrm>
            <a:off x="9334500" y="1752600"/>
            <a:ext cx="857250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B-R1  후보 생산과 모델 교대 로딩</a:t>
            </a:r>
            <a:endParaRPr lang="ko-KR">
              <a:latin typeface="Calibri"/>
              <a:ea typeface="Calibri"/>
              <a:cs typeface="Calibri"/>
            </a:endParaRPr>
          </a:p>
        </p:txBody>
      </p:sp>
      <p:sp>
        <p:nvSpPr>
          <p:cNvPr id="12" name="rule:">
            <a:extLst>
              <a:ext uri="{FF2B5EF4-FFF2-40B4-BE49-F238E27FC236}">
                <ns2:creationId id="{C1C67896-0013-4BA5-81F1-FAAAA29DF64C}"/>
              </a:ext>
            </a:extLst>
          </p:cNvPr>
          <p:cNvSpPr>
            <a:spLocks noGrp="1"/>
          </p:cNvSpPr>
          <p:nvPr/>
        </p:nvSpPr>
        <p:spPr>
          <a:xfrm>
            <a:off x="9144000" y="1752600"/>
            <a:ext cx="953" cy="8105775"/>
          </a:xfrm>
          <a:custGeom>
            <a:pathLst>
              <a:path w="953" h="8105775">
                <a:moveTo>
                  <a:pt x="0" y="0"/>
                </a:moveTo>
                <a:lnTo>
                  <a:pt x="0" y="8105775"/>
                </a:lnTo>
              </a:path>
            </a:pathLst>
          </a:custGeom>
          <a:noFill/>
          <a:ln w="9525">
            <a:solidFill>
              <a:srgbClr val="B7B9B9"/>
            </a:solidFill>
            <a:prstDash val="solid"/>
          </a:ln>
        </p:spPr>
      </p:sp>
      <p:sp>
        <p:nvSpPr>
          <p:cNvPr id="13" name="node:arc">
            <a:extLst>
              <a:ext uri="{FF2B5EF4-FFF2-40B4-BE49-F238E27FC236}">
                <ns2:creationId id="{C930C99D-E271-456C-A757-7C09A1ADA45B}"/>
              </a:ext>
            </a:extLst>
          </p:cNvPr>
          <p:cNvSpPr>
            <a:spLocks noGrp="1"/>
          </p:cNvSpPr>
          <p:nvPr/>
        </p:nvSpPr>
        <p:spPr>
          <a:xfrm>
            <a:off x="571500" y="2428875"/>
            <a:ext cx="4000500" cy="1143000"/>
          </a:xfrm>
          <a:prstGeom prst="rect">
            <a:avLst/>
          </a:prstGeom>
          <a:solidFill>
            <a:srgbClr val="FFF6DD"/>
          </a:solidFill>
          <a:ln w="16193">
            <a:solidFill>
              <a:srgbClr val="111111"/>
            </a:solidFill>
          </a:ln>
        </p:spPr>
        <p:txBody>
          <a:bodyPr wrap="none" lIns="47625" tIns="19050" rIns="47625" bIns="800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4" name="divider arc">
            <a:extLst>
              <a:ext uri="{FF2B5EF4-FFF2-40B4-BE49-F238E27FC236}">
                <ns2:creationId id="{A6174F40-2EAF-4B32-86DA-077B30C19FC3}"/>
              </a:ext>
            </a:extLst>
          </p:cNvPr>
          <p:cNvSpPr>
            <a:spLocks noGrp="1"/>
          </p:cNvSpPr>
          <p:nvPr/>
        </p:nvSpPr>
        <p:spPr>
          <a:xfrm>
            <a:off x="571500" y="2790825"/>
            <a:ext cx="4000500" cy="953"/>
          </a:xfrm>
          <a:custGeom>
            <a:pathLst>
              <a:path w="4000500" h="953">
                <a:moveTo>
                  <a:pt x="0" y="0"/>
                </a:moveTo>
                <a:lnTo>
                  <a:pt x="4000500" y="0"/>
                </a:lnTo>
              </a:path>
            </a:pathLst>
          </a:custGeom>
          <a:noFill/>
          <a:ln w="9525">
            <a:solidFill>
              <a:srgbClr val="111111"/>
            </a:solidFill>
            <a:prstDash val="solid"/>
          </a:ln>
        </p:spPr>
      </p:sp>
      <p:sp>
        <p:nvSpPr>
          <p:cNvPr id="15" name="node:aguard">
            <a:extLst>
              <a:ext uri="{FF2B5EF4-FFF2-40B4-BE49-F238E27FC236}">
                <ns2:creationId id="{924008E3-006A-4779-B1BD-BB689844DCE4}"/>
              </a:ext>
            </a:extLst>
          </p:cNvPr>
          <p:cNvSpPr>
            <a:spLocks noGrp="1"/>
          </p:cNvSpPr>
          <p:nvPr/>
        </p:nvSpPr>
        <p:spPr>
          <a:xfrm>
            <a:off x="762000" y="2867025"/>
            <a:ext cx="3619500" cy="495300"/>
          </a:xfrm>
          <a:prstGeom prst="roundRect">
            <a:avLst>
              <a:gd name="adj" fmla="val 15385"/>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요청 검증 및 채택기</a:t>
            </a:r>
            <a:endParaRPr lang="ko-KR">
              <a:latin typeface="Calibri"/>
              <a:ea typeface="Calibri"/>
              <a:cs typeface="Calibri"/>
            </a:endParaRPr>
          </a:p>
        </p:txBody>
      </p:sp>
      <p:sp>
        <p:nvSpPr>
          <p:cNvPr id="16" name="node:actx">
            <a:extLst>
              <a:ext uri="{FF2B5EF4-FFF2-40B4-BE49-F238E27FC236}">
                <ns2:creationId id="{24700AED-1024-4994-8710-317202F85AE2}"/>
              </a:ext>
            </a:extLst>
          </p:cNvPr>
          <p:cNvSpPr>
            <a:spLocks noGrp="1"/>
          </p:cNvSpPr>
          <p:nvPr/>
        </p:nvSpPr>
        <p:spPr>
          <a:xfrm>
            <a:off x="6096000" y="2428875"/>
            <a:ext cx="2667000" cy="1381125"/>
          </a:xfrm>
          <a:prstGeom prst="rect">
            <a:avLst/>
          </a:prstGeom>
          <a:solidFill>
            <a:srgbClr val="FFF6DD"/>
          </a:solidFill>
          <a:ln w="16193">
            <a:solidFill>
              <a:srgbClr val="111111"/>
            </a:solidFill>
          </a:ln>
        </p:spPr>
        <p:txBody>
          <a:bodyPr wrap="none" lIns="47625" tIns="19050" rIns="47625" bIns="10382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7" name="divider actx">
            <a:extLst>
              <a:ext uri="{FF2B5EF4-FFF2-40B4-BE49-F238E27FC236}">
                <ns2:creationId id="{82193A2E-B673-4C07-A0D7-16D155A9E87C}"/>
              </a:ext>
            </a:extLst>
          </p:cNvPr>
          <p:cNvSpPr>
            <a:spLocks noGrp="1"/>
          </p:cNvSpPr>
          <p:nvPr/>
        </p:nvSpPr>
        <p:spPr>
          <a:xfrm>
            <a:off x="6096000" y="2790825"/>
            <a:ext cx="2667000" cy="953"/>
          </a:xfrm>
          <a:custGeom>
            <a:pathLst>
              <a:path w="2667000" h="953">
                <a:moveTo>
                  <a:pt x="0" y="0"/>
                </a:moveTo>
                <a:lnTo>
                  <a:pt x="2667000" y="0"/>
                </a:lnTo>
              </a:path>
            </a:pathLst>
          </a:custGeom>
          <a:noFill/>
          <a:ln w="9525">
            <a:solidFill>
              <a:srgbClr val="111111"/>
            </a:solidFill>
            <a:prstDash val="solid"/>
          </a:ln>
        </p:spPr>
      </p:sp>
      <p:sp>
        <p:nvSpPr>
          <p:cNvPr id="18" name="node:aread">
            <a:extLst>
              <a:ext uri="{FF2B5EF4-FFF2-40B4-BE49-F238E27FC236}">
                <ns2:creationId id="{461B15B9-2F7B-455C-B2E8-DD8D1C250FDD}"/>
              </a:ext>
            </a:extLst>
          </p:cNvPr>
          <p:cNvSpPr>
            <a:spLocks noGrp="1"/>
          </p:cNvSpPr>
          <p:nvPr/>
        </p:nvSpPr>
        <p:spPr>
          <a:xfrm>
            <a:off x="6267450" y="2867025"/>
            <a:ext cx="2324100" cy="409575"/>
          </a:xfrm>
          <a:prstGeom prst="roundRect">
            <a:avLst>
              <a:gd name="adj" fmla="val 1860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근거 조회기</a:t>
            </a:r>
            <a:endParaRPr lang="ko-KR">
              <a:latin typeface="Calibri"/>
              <a:ea typeface="Calibri"/>
              <a:cs typeface="Calibri"/>
            </a:endParaRPr>
          </a:p>
        </p:txBody>
      </p:sp>
      <p:sp>
        <p:nvSpPr>
          <p:cNvPr id="19" name="node:araw">
            <a:extLst>
              <a:ext uri="{FF2B5EF4-FFF2-40B4-BE49-F238E27FC236}">
                <ns2:creationId id="{4D4A2ED9-7647-4C47-8C85-A853554605C3}"/>
              </a:ext>
            </a:extLst>
          </p:cNvPr>
          <p:cNvSpPr>
            <a:spLocks noGrp="1"/>
          </p:cNvSpPr>
          <p:nvPr/>
        </p:nvSpPr>
        <p:spPr>
          <a:xfrm>
            <a:off x="6267450" y="3371850"/>
            <a:ext cx="2324100" cy="3333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참조 / 읽은 판본</a:t>
            </a:r>
            <a:endParaRPr lang="ko-KR">
              <a:latin typeface="Calibri"/>
              <a:ea typeface="Calibri"/>
              <a:cs typeface="Calibri"/>
            </a:endParaRPr>
          </a:p>
        </p:txBody>
      </p:sp>
      <p:sp>
        <p:nvSpPr>
          <p:cNvPr id="20" name="node:ari">
            <a:extLst>
              <a:ext uri="{FF2B5EF4-FFF2-40B4-BE49-F238E27FC236}">
                <ns2:creationId id="{EBC3663C-7E0A-4D5E-A0A6-91AF187303CF}"/>
              </a:ext>
            </a:extLst>
          </p:cNvPr>
          <p:cNvSpPr>
            <a:spLocks noGrp="1"/>
          </p:cNvSpPr>
          <p:nvPr/>
        </p:nvSpPr>
        <p:spPr>
          <a:xfrm>
            <a:off x="571500" y="5095875"/>
            <a:ext cx="4000500" cy="1495425"/>
          </a:xfrm>
          <a:prstGeom prst="rect">
            <a:avLst/>
          </a:prstGeom>
          <a:solidFill>
            <a:srgbClr val="FFF6DD"/>
          </a:solidFill>
          <a:ln w="16193">
            <a:solidFill>
              <a:srgbClr val="111111"/>
            </a:solidFill>
          </a:ln>
        </p:spPr>
        <p:txBody>
          <a:bodyPr wrap="none" lIns="47625" tIns="19050" rIns="47625" bIns="11525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21" name="divider ari">
            <a:extLst>
              <a:ext uri="{FF2B5EF4-FFF2-40B4-BE49-F238E27FC236}">
                <ns2:creationId id="{E399DA96-64CA-4423-9C14-A0E91FC5B938}"/>
              </a:ext>
            </a:extLst>
          </p:cNvPr>
          <p:cNvSpPr>
            <a:spLocks noGrp="1"/>
          </p:cNvSpPr>
          <p:nvPr/>
        </p:nvSpPr>
        <p:spPr>
          <a:xfrm>
            <a:off x="571500" y="5457825"/>
            <a:ext cx="4000500" cy="953"/>
          </a:xfrm>
          <a:custGeom>
            <a:pathLst>
              <a:path w="4000500" h="953">
                <a:moveTo>
                  <a:pt x="0" y="0"/>
                </a:moveTo>
                <a:lnTo>
                  <a:pt x="4000500" y="0"/>
                </a:lnTo>
              </a:path>
            </a:pathLst>
          </a:custGeom>
          <a:noFill/>
          <a:ln w="9525">
            <a:solidFill>
              <a:srgbClr val="111111"/>
            </a:solidFill>
            <a:prstDash val="solid"/>
          </a:ln>
        </p:spPr>
      </p:sp>
      <p:sp>
        <p:nvSpPr>
          <p:cNvPr id="22" name="node:ainterpret">
            <a:extLst>
              <a:ext uri="{FF2B5EF4-FFF2-40B4-BE49-F238E27FC236}">
                <ns2:creationId id="{D7CE9D2B-882C-4D2E-8FE2-EAE5341C2F56}"/>
              </a:ext>
            </a:extLst>
          </p:cNvPr>
          <p:cNvSpPr>
            <a:spLocks noGrp="1"/>
          </p:cNvSpPr>
          <p:nvPr/>
        </p:nvSpPr>
        <p:spPr>
          <a:xfrm>
            <a:off x="762000" y="5543550"/>
            <a:ext cx="1952625" cy="457200"/>
          </a:xfrm>
          <a:prstGeom prst="roundRect">
            <a:avLst>
              <a:gd name="adj" fmla="val 16667"/>
            </a:avLst>
          </a:prstGeom>
          <a:solidFill>
            <a:srgbClr val="FFFFFF"/>
          </a:solidFill>
          <a:ln w="16193">
            <a:solidFill>
              <a:srgbClr val="4676CB"/>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해석기</a:t>
            </a:r>
            <a:endParaRPr lang="ko-KR">
              <a:latin typeface="Calibri"/>
              <a:ea typeface="Calibri"/>
              <a:cs typeface="Calibri"/>
            </a:endParaRPr>
          </a:p>
        </p:txBody>
      </p:sp>
      <p:sp>
        <p:nvSpPr>
          <p:cNvPr id="23" name="node:asession">
            <a:extLst>
              <a:ext uri="{FF2B5EF4-FFF2-40B4-BE49-F238E27FC236}">
                <ns2:creationId id="{8950EDCF-846E-46EE-9194-6103832F4D53}"/>
              </a:ext>
            </a:extLst>
          </p:cNvPr>
          <p:cNvSpPr>
            <a:spLocks noGrp="1"/>
          </p:cNvSpPr>
          <p:nvPr/>
        </p:nvSpPr>
        <p:spPr>
          <a:xfrm>
            <a:off x="2952750" y="5524500"/>
            <a:ext cx="1428750" cy="8572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해석 상태</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(RAM)</a:t>
            </a:r>
            <a:endParaRPr lang="ko-KR">
              <a:latin typeface="Calibri"/>
              <a:ea typeface="Calibri"/>
              <a:cs typeface="Calibri"/>
            </a:endParaRPr>
          </a:p>
        </p:txBody>
      </p:sp>
      <p:sp>
        <p:nvSpPr>
          <p:cNvPr id="24" name="edge:aread-allow">
            <a:extLst>
              <a:ext uri="{FF2B5EF4-FFF2-40B4-BE49-F238E27FC236}">
                <ns2:creationId id="{3BAF9748-B2AB-422A-BE80-3CB503045E6F}"/>
              </a:ext>
            </a:extLst>
          </p:cNvPr>
          <p:cNvSpPr>
            <a:spLocks noGrp="1"/>
          </p:cNvSpPr>
          <p:nvPr/>
        </p:nvSpPr>
        <p:spPr>
          <a:xfrm>
            <a:off x="4381500" y="2981325"/>
            <a:ext cx="1885950" cy="953"/>
          </a:xfrm>
          <a:custGeom>
            <a:pathLst>
              <a:path w="1885950" h="953">
                <a:moveTo>
                  <a:pt x="0" y="0"/>
                </a:moveTo>
                <a:lnTo>
                  <a:pt x="1885950" y="0"/>
                </a:lnTo>
              </a:path>
            </a:pathLst>
          </a:custGeom>
          <a:noFill/>
          <a:ln w="17145">
            <a:solidFill>
              <a:srgbClr val="111111"/>
            </a:solidFill>
            <a:prstDash val="solid"/>
          </a:ln>
        </p:spPr>
      </p:sp>
      <p:sp>
        <p:nvSpPr>
          <p:cNvPr id="25" name="arrow:aread-allow">
            <a:extLst>
              <a:ext uri="{FF2B5EF4-FFF2-40B4-BE49-F238E27FC236}">
                <ns2:creationId id="{46D799ED-A464-4060-8F1C-4385DD6E87A9}"/>
              </a:ext>
            </a:extLst>
          </p:cNvPr>
          <p:cNvSpPr>
            <a:spLocks noGrp="1"/>
          </p:cNvSpPr>
          <p:nvPr/>
        </p:nvSpPr>
        <p:spPr>
          <a:xfrm>
            <a:off x="6181725" y="29432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6" name="label 1 조회 허가&#10;새 범위 재허가">
            <a:extLst>
              <a:ext uri="{FF2B5EF4-FFF2-40B4-BE49-F238E27FC236}">
                <ns2:creationId id="{B816EAFA-595E-4778-B491-3DA7A0FB1DCE}"/>
              </a:ext>
            </a:extLst>
          </p:cNvPr>
          <p:cNvSpPr>
            <a:spLocks noGrp="1"/>
          </p:cNvSpPr>
          <p:nvPr/>
        </p:nvSpPr>
        <p:spPr>
          <a:xfrm>
            <a:off x="4648200" y="2524125"/>
            <a:ext cx="1381125" cy="42862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1 조회 허가</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새 범위 재허가</a:t>
            </a:r>
            <a:endParaRPr lang="ko-KR">
              <a:latin typeface="Calibri"/>
              <a:ea typeface="Calibri"/>
              <a:cs typeface="Calibri"/>
            </a:endParaRPr>
          </a:p>
        </p:txBody>
      </p:sp>
      <p:sp>
        <p:nvSpPr>
          <p:cNvPr id="27" name="edge:aread-return">
            <a:extLst>
              <a:ext uri="{FF2B5EF4-FFF2-40B4-BE49-F238E27FC236}">
                <ns2:creationId id="{5CBEE8EB-407B-41FE-A8A2-F87650E995C9}"/>
              </a:ext>
            </a:extLst>
          </p:cNvPr>
          <p:cNvSpPr>
            <a:spLocks noGrp="1"/>
          </p:cNvSpPr>
          <p:nvPr/>
        </p:nvSpPr>
        <p:spPr>
          <a:xfrm>
            <a:off x="4381500" y="3209925"/>
            <a:ext cx="1885950" cy="485775"/>
          </a:xfrm>
          <a:custGeom>
            <a:pathLst>
              <a:path w="1885950" h="485775">
                <a:moveTo>
                  <a:pt x="1885950" y="0"/>
                </a:moveTo>
                <a:lnTo>
                  <a:pt x="1333500" y="0"/>
                </a:lnTo>
                <a:lnTo>
                  <a:pt x="1333500" y="485775"/>
                </a:lnTo>
                <a:lnTo>
                  <a:pt x="0" y="485775"/>
                </a:lnTo>
                <a:lnTo>
                  <a:pt x="0" y="152400"/>
                </a:lnTo>
              </a:path>
            </a:pathLst>
          </a:custGeom>
          <a:noFill/>
          <a:ln w="17145">
            <a:solidFill>
              <a:srgbClr val="111111"/>
            </a:solidFill>
            <a:prstDash val="dash"/>
          </a:ln>
        </p:spPr>
      </p:sp>
      <p:sp>
        <p:nvSpPr>
          <p:cNvPr id="28" name="arrow:aread-return">
            <a:extLst>
              <a:ext uri="{FF2B5EF4-FFF2-40B4-BE49-F238E27FC236}">
                <ns2:creationId id="{4A889E13-0D4C-47A7-8BA2-30469B04A74E}"/>
              </a:ext>
            </a:extLst>
          </p:cNvPr>
          <p:cNvSpPr>
            <a:spLocks noGrp="1"/>
          </p:cNvSpPr>
          <p:nvPr/>
        </p:nvSpPr>
        <p:spPr>
          <a:xfrm>
            <a:off x="4343400" y="33623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29" name="label 2 원본 또는&#10;조회 불가">
            <a:extLst>
              <a:ext uri="{FF2B5EF4-FFF2-40B4-BE49-F238E27FC236}">
                <ns2:creationId id="{E9DCFB90-BE75-473A-BAD4-955F9EA01F89}"/>
              </a:ext>
            </a:extLst>
          </p:cNvPr>
          <p:cNvSpPr>
            <a:spLocks noGrp="1"/>
          </p:cNvSpPr>
          <p:nvPr/>
        </p:nvSpPr>
        <p:spPr>
          <a:xfrm>
            <a:off x="4667250" y="3819525"/>
            <a:ext cx="1381125" cy="4476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원본 또는</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조회 불가</a:t>
            </a:r>
            <a:endParaRPr lang="ko-KR">
              <a:latin typeface="Calibri"/>
              <a:ea typeface="Calibri"/>
              <a:cs typeface="Calibri"/>
            </a:endParaRPr>
          </a:p>
        </p:txBody>
      </p:sp>
      <p:sp>
        <p:nvSpPr>
          <p:cNvPr id="30" name="edge:aread-cache">
            <a:extLst>
              <a:ext uri="{FF2B5EF4-FFF2-40B4-BE49-F238E27FC236}">
                <ns2:creationId id="{5FC4DE97-F88C-460F-8ED2-F0C20F824588}"/>
              </a:ext>
            </a:extLst>
          </p:cNvPr>
          <p:cNvSpPr>
            <a:spLocks noGrp="1"/>
          </p:cNvSpPr>
          <p:nvPr/>
        </p:nvSpPr>
        <p:spPr>
          <a:xfrm>
            <a:off x="7429500" y="3276600"/>
            <a:ext cx="953" cy="95250"/>
          </a:xfrm>
          <a:custGeom>
            <a:pathLst>
              <a:path w="953" h="95250">
                <a:moveTo>
                  <a:pt x="0" y="0"/>
                </a:moveTo>
                <a:lnTo>
                  <a:pt x="0" y="95250"/>
                </a:lnTo>
              </a:path>
            </a:pathLst>
          </a:custGeom>
          <a:noFill/>
          <a:ln w="17145">
            <a:solidFill>
              <a:srgbClr val="111111"/>
            </a:solidFill>
            <a:prstDash val="solid"/>
          </a:ln>
        </p:spPr>
      </p:sp>
      <p:sp>
        <p:nvSpPr>
          <p:cNvPr id="31" name="arrow:aread-cache">
            <a:extLst>
              <a:ext uri="{FF2B5EF4-FFF2-40B4-BE49-F238E27FC236}">
                <ns2:creationId id="{12FDAAAE-F457-42AD-A3CF-4DFFEDF3DB90}"/>
              </a:ext>
            </a:extLst>
          </p:cNvPr>
          <p:cNvSpPr>
            <a:spLocks noGrp="1"/>
          </p:cNvSpPr>
          <p:nvPr/>
        </p:nvSpPr>
        <p:spPr>
          <a:xfrm>
            <a:off x="7391400" y="32861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32" name="edge:ainterpret-start">
            <a:extLst>
              <a:ext uri="{FF2B5EF4-FFF2-40B4-BE49-F238E27FC236}">
                <ns2:creationId id="{A08E59EF-999D-41FD-9226-718599927BEE}"/>
              </a:ext>
            </a:extLst>
          </p:cNvPr>
          <p:cNvSpPr>
            <a:spLocks noGrp="1"/>
          </p:cNvSpPr>
          <p:nvPr/>
        </p:nvSpPr>
        <p:spPr>
          <a:xfrm>
            <a:off x="381000" y="3362325"/>
            <a:ext cx="857250" cy="2390775"/>
          </a:xfrm>
          <a:custGeom>
            <a:pathLst>
              <a:path w="857250" h="2390775">
                <a:moveTo>
                  <a:pt x="857250" y="0"/>
                </a:moveTo>
                <a:lnTo>
                  <a:pt x="857250" y="733425"/>
                </a:lnTo>
                <a:lnTo>
                  <a:pt x="0" y="733425"/>
                </a:lnTo>
                <a:lnTo>
                  <a:pt x="0" y="2390775"/>
                </a:lnTo>
                <a:lnTo>
                  <a:pt x="381000" y="2390775"/>
                </a:lnTo>
              </a:path>
            </a:pathLst>
          </a:custGeom>
          <a:noFill/>
          <a:ln w="17145">
            <a:solidFill>
              <a:srgbClr val="111111"/>
            </a:solidFill>
            <a:prstDash val="solid"/>
          </a:ln>
        </p:spPr>
      </p:sp>
      <p:sp>
        <p:nvSpPr>
          <p:cNvPr id="33" name="arrow:ainterpret-start">
            <a:extLst>
              <a:ext uri="{FF2B5EF4-FFF2-40B4-BE49-F238E27FC236}">
                <ns2:creationId id="{7AAC5FC8-F9F5-4BA5-BE80-BC085D30CC07}"/>
              </a:ext>
            </a:extLst>
          </p:cNvPr>
          <p:cNvSpPr>
            <a:spLocks noGrp="1"/>
          </p:cNvSpPr>
          <p:nvPr/>
        </p:nvSpPr>
        <p:spPr>
          <a:xfrm>
            <a:off x="676275" y="5715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34" name="label 3 해석 / 보완 후 재개">
            <a:extLst>
              <a:ext uri="{FF2B5EF4-FFF2-40B4-BE49-F238E27FC236}">
                <ns2:creationId id="{D7F68125-3A69-4567-B473-75291830F7A0}"/>
              </a:ext>
            </a:extLst>
          </p:cNvPr>
          <p:cNvSpPr>
            <a:spLocks noGrp="1"/>
          </p:cNvSpPr>
          <p:nvPr/>
        </p:nvSpPr>
        <p:spPr>
          <a:xfrm>
            <a:off x="638175" y="4305300"/>
            <a:ext cx="2381250" cy="2952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해석 / 보완 후 재개</a:t>
            </a:r>
            <a:endParaRPr lang="ko-KR">
              <a:latin typeface="Calibri"/>
              <a:ea typeface="Calibri"/>
              <a:cs typeface="Calibri"/>
            </a:endParaRPr>
          </a:p>
        </p:txBody>
      </p:sp>
      <p:sp>
        <p:nvSpPr>
          <p:cNvPr id="35" name="edge:ainterpret-need">
            <a:extLst>
              <a:ext uri="{FF2B5EF4-FFF2-40B4-BE49-F238E27FC236}">
                <ns2:creationId id="{9FDE88F6-DD1D-46FB-9BB1-C5D1DDFEF707}"/>
              </a:ext>
            </a:extLst>
          </p:cNvPr>
          <p:cNvSpPr>
            <a:spLocks noGrp="1"/>
          </p:cNvSpPr>
          <p:nvPr/>
        </p:nvSpPr>
        <p:spPr>
          <a:xfrm>
            <a:off x="2381250" y="3286125"/>
            <a:ext cx="2476500" cy="3476625"/>
          </a:xfrm>
          <a:custGeom>
            <a:pathLst>
              <a:path w="2476500" h="3476625">
                <a:moveTo>
                  <a:pt x="0" y="2714625"/>
                </a:moveTo>
                <a:lnTo>
                  <a:pt x="0" y="3476625"/>
                </a:lnTo>
                <a:lnTo>
                  <a:pt x="2476500" y="3476625"/>
                </a:lnTo>
                <a:lnTo>
                  <a:pt x="2476500" y="0"/>
                </a:lnTo>
                <a:lnTo>
                  <a:pt x="2000250" y="0"/>
                </a:lnTo>
              </a:path>
            </a:pathLst>
          </a:custGeom>
          <a:noFill/>
          <a:ln w="17145">
            <a:solidFill>
              <a:srgbClr val="111111"/>
            </a:solidFill>
            <a:prstDash val="dash"/>
          </a:ln>
        </p:spPr>
      </p:sp>
      <p:sp>
        <p:nvSpPr>
          <p:cNvPr id="36" name="arrow:ainterpret-need">
            <a:extLst>
              <a:ext uri="{FF2B5EF4-FFF2-40B4-BE49-F238E27FC236}">
                <ns2:creationId id="{BE8B194E-49F5-4FDE-B6E5-881D81F48B36}"/>
              </a:ext>
            </a:extLst>
          </p:cNvPr>
          <p:cNvSpPr>
            <a:spLocks noGrp="1"/>
          </p:cNvSpPr>
          <p:nvPr/>
        </p:nvSpPr>
        <p:spPr>
          <a:xfrm>
            <a:off x="4381500" y="32480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37" name="label 6 의미 제안&#10;또는 원본 부족">
            <a:extLst>
              <a:ext uri="{FF2B5EF4-FFF2-40B4-BE49-F238E27FC236}">
                <ns2:creationId id="{8D651D83-54D6-4C6F-B9BF-E2688F97AF90}"/>
              </a:ext>
            </a:extLst>
          </p:cNvPr>
          <p:cNvSpPr>
            <a:spLocks noGrp="1"/>
          </p:cNvSpPr>
          <p:nvPr/>
        </p:nvSpPr>
        <p:spPr>
          <a:xfrm>
            <a:off x="4953000" y="4762500"/>
            <a:ext cx="1905000" cy="5238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6 의미 제안</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또는 원본 부족</a:t>
            </a:r>
            <a:endParaRPr lang="ko-KR">
              <a:latin typeface="Calibri"/>
              <a:ea typeface="Calibri"/>
              <a:cs typeface="Calibri"/>
            </a:endParaRPr>
          </a:p>
        </p:txBody>
      </p:sp>
      <p:sp>
        <p:nvSpPr>
          <p:cNvPr id="38" name="edge:astate-write">
            <a:extLst>
              <a:ext uri="{FF2B5EF4-FFF2-40B4-BE49-F238E27FC236}">
                <ns2:creationId id="{4C17EB90-4E14-4471-B5C1-3EAC73002172}"/>
              </a:ext>
            </a:extLst>
          </p:cNvPr>
          <p:cNvSpPr>
            <a:spLocks noGrp="1"/>
          </p:cNvSpPr>
          <p:nvPr/>
        </p:nvSpPr>
        <p:spPr>
          <a:xfrm>
            <a:off x="2714625" y="5838825"/>
            <a:ext cx="238125" cy="953"/>
          </a:xfrm>
          <a:custGeom>
            <a:pathLst>
              <a:path w="238125" h="953">
                <a:moveTo>
                  <a:pt x="0" y="0"/>
                </a:moveTo>
                <a:lnTo>
                  <a:pt x="238125" y="0"/>
                </a:lnTo>
              </a:path>
            </a:pathLst>
          </a:custGeom>
          <a:noFill/>
          <a:ln w="17145">
            <a:solidFill>
              <a:srgbClr val="111111"/>
            </a:solidFill>
            <a:prstDash val="solid"/>
          </a:ln>
        </p:spPr>
      </p:sp>
      <p:sp>
        <p:nvSpPr>
          <p:cNvPr id="39" name="arrow:astate-write">
            <a:extLst>
              <a:ext uri="{FF2B5EF4-FFF2-40B4-BE49-F238E27FC236}">
                <ns2:creationId id="{A689CD10-549C-46B2-B8F2-E742C7B96160}"/>
              </a:ext>
            </a:extLst>
          </p:cNvPr>
          <p:cNvSpPr>
            <a:spLocks noGrp="1"/>
          </p:cNvSpPr>
          <p:nvPr/>
        </p:nvSpPr>
        <p:spPr>
          <a:xfrm>
            <a:off x="2867025" y="58007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40" name="node:brc">
            <a:extLst>
              <a:ext uri="{FF2B5EF4-FFF2-40B4-BE49-F238E27FC236}">
                <ns2:creationId id="{5F04B5D4-0531-4DD3-AB61-35A494412096}"/>
              </a:ext>
            </a:extLst>
          </p:cNvPr>
          <p:cNvSpPr>
            <a:spLocks noGrp="1"/>
          </p:cNvSpPr>
          <p:nvPr/>
        </p:nvSpPr>
        <p:spPr>
          <a:xfrm>
            <a:off x="9525000" y="2428875"/>
            <a:ext cx="4000500" cy="1143000"/>
          </a:xfrm>
          <a:prstGeom prst="rect">
            <a:avLst/>
          </a:prstGeom>
          <a:solidFill>
            <a:srgbClr val="FFF6DD"/>
          </a:solidFill>
          <a:ln w="16193">
            <a:solidFill>
              <a:srgbClr val="111111"/>
            </a:solidFill>
          </a:ln>
        </p:spPr>
        <p:txBody>
          <a:bodyPr wrap="none" lIns="47625" tIns="19050" rIns="47625" bIns="800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41" name="divider brc">
            <a:extLst>
              <a:ext uri="{FF2B5EF4-FFF2-40B4-BE49-F238E27FC236}">
                <ns2:creationId id="{045BB47B-8919-4A85-8264-CA5BD19945ED}"/>
              </a:ext>
            </a:extLst>
          </p:cNvPr>
          <p:cNvSpPr>
            <a:spLocks noGrp="1"/>
          </p:cNvSpPr>
          <p:nvPr/>
        </p:nvSpPr>
        <p:spPr>
          <a:xfrm>
            <a:off x="9525000" y="2790825"/>
            <a:ext cx="4000500" cy="953"/>
          </a:xfrm>
          <a:custGeom>
            <a:pathLst>
              <a:path w="4000500" h="953">
                <a:moveTo>
                  <a:pt x="0" y="0"/>
                </a:moveTo>
                <a:lnTo>
                  <a:pt x="4000500" y="0"/>
                </a:lnTo>
              </a:path>
            </a:pathLst>
          </a:custGeom>
          <a:noFill/>
          <a:ln w="9525">
            <a:solidFill>
              <a:srgbClr val="111111"/>
            </a:solidFill>
            <a:prstDash val="solid"/>
          </a:ln>
        </p:spPr>
      </p:sp>
      <p:sp>
        <p:nvSpPr>
          <p:cNvPr id="42" name="node:bguard">
            <a:extLst>
              <a:ext uri="{FF2B5EF4-FFF2-40B4-BE49-F238E27FC236}">
                <ns2:creationId id="{8CBDFED8-CC87-4228-B297-178693F187E1}"/>
              </a:ext>
            </a:extLst>
          </p:cNvPr>
          <p:cNvSpPr>
            <a:spLocks noGrp="1"/>
          </p:cNvSpPr>
          <p:nvPr/>
        </p:nvSpPr>
        <p:spPr>
          <a:xfrm>
            <a:off x="9715500" y="2867025"/>
            <a:ext cx="3619500" cy="495300"/>
          </a:xfrm>
          <a:prstGeom prst="roundRect">
            <a:avLst>
              <a:gd name="adj" fmla="val 15385"/>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요청 검증 및 채택기</a:t>
            </a:r>
            <a:endParaRPr lang="ko-KR">
              <a:latin typeface="Calibri"/>
              <a:ea typeface="Calibri"/>
              <a:cs typeface="Calibri"/>
            </a:endParaRPr>
          </a:p>
        </p:txBody>
      </p:sp>
      <p:sp>
        <p:nvSpPr>
          <p:cNvPr id="43" name="node:bctx">
            <a:extLst>
              <a:ext uri="{FF2B5EF4-FFF2-40B4-BE49-F238E27FC236}">
                <ns2:creationId id="{4B0B823C-2465-405B-907B-BAA0D540CB2A}"/>
              </a:ext>
            </a:extLst>
          </p:cNvPr>
          <p:cNvSpPr>
            <a:spLocks noGrp="1"/>
          </p:cNvSpPr>
          <p:nvPr/>
        </p:nvSpPr>
        <p:spPr>
          <a:xfrm>
            <a:off x="15049500" y="2428875"/>
            <a:ext cx="2667000" cy="1381125"/>
          </a:xfrm>
          <a:prstGeom prst="rect">
            <a:avLst/>
          </a:prstGeom>
          <a:solidFill>
            <a:srgbClr val="FFF6DD"/>
          </a:solidFill>
          <a:ln w="16193">
            <a:solidFill>
              <a:srgbClr val="111111"/>
            </a:solidFill>
          </a:ln>
        </p:spPr>
        <p:txBody>
          <a:bodyPr wrap="none" lIns="47625" tIns="19050" rIns="47625" bIns="10382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44" name="divider bctx">
            <a:extLst>
              <a:ext uri="{FF2B5EF4-FFF2-40B4-BE49-F238E27FC236}">
                <ns2:creationId id="{9F14C141-BC09-437F-973B-3BD0BEE7B131}"/>
              </a:ext>
            </a:extLst>
          </p:cNvPr>
          <p:cNvSpPr>
            <a:spLocks noGrp="1"/>
          </p:cNvSpPr>
          <p:nvPr/>
        </p:nvSpPr>
        <p:spPr>
          <a:xfrm>
            <a:off x="15049500" y="2790825"/>
            <a:ext cx="2667000" cy="953"/>
          </a:xfrm>
          <a:custGeom>
            <a:pathLst>
              <a:path w="2667000" h="953">
                <a:moveTo>
                  <a:pt x="0" y="0"/>
                </a:moveTo>
                <a:lnTo>
                  <a:pt x="2667000" y="0"/>
                </a:lnTo>
              </a:path>
            </a:pathLst>
          </a:custGeom>
          <a:noFill/>
          <a:ln w="9525">
            <a:solidFill>
              <a:srgbClr val="111111"/>
            </a:solidFill>
            <a:prstDash val="solid"/>
          </a:ln>
        </p:spPr>
      </p:sp>
      <p:sp>
        <p:nvSpPr>
          <p:cNvPr id="45" name="node:bread">
            <a:extLst>
              <a:ext uri="{FF2B5EF4-FFF2-40B4-BE49-F238E27FC236}">
                <ns2:creationId id="{4CD19DCE-9D30-4ED6-965D-E89EF6E83984}"/>
              </a:ext>
            </a:extLst>
          </p:cNvPr>
          <p:cNvSpPr>
            <a:spLocks noGrp="1"/>
          </p:cNvSpPr>
          <p:nvPr/>
        </p:nvSpPr>
        <p:spPr>
          <a:xfrm>
            <a:off x="15220950" y="2867025"/>
            <a:ext cx="2324100" cy="409575"/>
          </a:xfrm>
          <a:prstGeom prst="roundRect">
            <a:avLst>
              <a:gd name="adj" fmla="val 1860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근거 조회기</a:t>
            </a:r>
            <a:endParaRPr lang="ko-KR">
              <a:latin typeface="Calibri"/>
              <a:ea typeface="Calibri"/>
              <a:cs typeface="Calibri"/>
            </a:endParaRPr>
          </a:p>
        </p:txBody>
      </p:sp>
      <p:sp>
        <p:nvSpPr>
          <p:cNvPr id="46" name="node:braw">
            <a:extLst>
              <a:ext uri="{FF2B5EF4-FFF2-40B4-BE49-F238E27FC236}">
                <ns2:creationId id="{7FBF78F7-3D58-46D7-9A28-501954A46CE7}"/>
              </a:ext>
            </a:extLst>
          </p:cNvPr>
          <p:cNvSpPr>
            <a:spLocks noGrp="1"/>
          </p:cNvSpPr>
          <p:nvPr/>
        </p:nvSpPr>
        <p:spPr>
          <a:xfrm>
            <a:off x="15220950" y="3371850"/>
            <a:ext cx="2324100" cy="3333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참조 / 읽은 판본</a:t>
            </a:r>
            <a:endParaRPr lang="ko-KR">
              <a:latin typeface="Calibri"/>
              <a:ea typeface="Calibri"/>
              <a:cs typeface="Calibri"/>
            </a:endParaRPr>
          </a:p>
        </p:txBody>
      </p:sp>
      <p:sp>
        <p:nvSpPr>
          <p:cNvPr id="47" name="node:bri">
            <a:extLst>
              <a:ext uri="{FF2B5EF4-FFF2-40B4-BE49-F238E27FC236}">
                <ns2:creationId id="{24D6ED92-2A8B-41B4-B0A6-F06509CDDB98}"/>
              </a:ext>
            </a:extLst>
          </p:cNvPr>
          <p:cNvSpPr>
            <a:spLocks noGrp="1"/>
          </p:cNvSpPr>
          <p:nvPr/>
        </p:nvSpPr>
        <p:spPr>
          <a:xfrm>
            <a:off x="9525000" y="5095875"/>
            <a:ext cx="4000500" cy="1495425"/>
          </a:xfrm>
          <a:prstGeom prst="rect">
            <a:avLst/>
          </a:prstGeom>
          <a:solidFill>
            <a:srgbClr val="FFF6DD"/>
          </a:solidFill>
          <a:ln w="16193">
            <a:solidFill>
              <a:srgbClr val="111111"/>
            </a:solidFill>
          </a:ln>
        </p:spPr>
        <p:txBody>
          <a:bodyPr wrap="none" lIns="47625" tIns="19050" rIns="47625" bIns="11525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8" name="divider bri">
            <a:extLst>
              <a:ext uri="{FF2B5EF4-FFF2-40B4-BE49-F238E27FC236}">
                <ns2:creationId id="{8C6907CB-FE95-426D-8010-FF2C91247882}"/>
              </a:ext>
            </a:extLst>
          </p:cNvPr>
          <p:cNvSpPr>
            <a:spLocks noGrp="1"/>
          </p:cNvSpPr>
          <p:nvPr/>
        </p:nvSpPr>
        <p:spPr>
          <a:xfrm>
            <a:off x="9525000" y="5457825"/>
            <a:ext cx="4000500" cy="953"/>
          </a:xfrm>
          <a:custGeom>
            <a:pathLst>
              <a:path w="4000500" h="953">
                <a:moveTo>
                  <a:pt x="0" y="0"/>
                </a:moveTo>
                <a:lnTo>
                  <a:pt x="4000500" y="0"/>
                </a:lnTo>
              </a:path>
            </a:pathLst>
          </a:custGeom>
          <a:noFill/>
          <a:ln w="9525">
            <a:solidFill>
              <a:srgbClr val="111111"/>
            </a:solidFill>
            <a:prstDash val="solid"/>
          </a:ln>
        </p:spPr>
      </p:sp>
      <p:sp>
        <p:nvSpPr>
          <p:cNvPr id="49" name="node:binterpret">
            <a:extLst>
              <a:ext uri="{FF2B5EF4-FFF2-40B4-BE49-F238E27FC236}">
                <ns2:creationId id="{AC2CC336-8C55-4BBD-B9CB-C0D473FC6750}"/>
              </a:ext>
            </a:extLst>
          </p:cNvPr>
          <p:cNvSpPr>
            <a:spLocks noGrp="1"/>
          </p:cNvSpPr>
          <p:nvPr/>
        </p:nvSpPr>
        <p:spPr>
          <a:xfrm>
            <a:off x="9715500" y="5543550"/>
            <a:ext cx="1952625" cy="457200"/>
          </a:xfrm>
          <a:prstGeom prst="roundRect">
            <a:avLst>
              <a:gd name="adj" fmla="val 16667"/>
            </a:avLst>
          </a:prstGeom>
          <a:solidFill>
            <a:srgbClr val="FFFFFF"/>
          </a:solidFill>
          <a:ln w="16193">
            <a:solidFill>
              <a:srgbClr val="32824A"/>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후보 결합기</a:t>
            </a:r>
            <a:endParaRPr lang="ko-KR">
              <a:latin typeface="Calibri"/>
              <a:ea typeface="Calibri"/>
              <a:cs typeface="Calibri"/>
            </a:endParaRPr>
          </a:p>
        </p:txBody>
      </p:sp>
      <p:sp>
        <p:nvSpPr>
          <p:cNvPr id="50" name="node:bsession">
            <a:extLst>
              <a:ext uri="{FF2B5EF4-FFF2-40B4-BE49-F238E27FC236}">
                <ns2:creationId id="{1258156C-D78B-4A5B-BE9F-7A89DCAFD591}"/>
              </a:ext>
            </a:extLst>
          </p:cNvPr>
          <p:cNvSpPr>
            <a:spLocks noGrp="1"/>
          </p:cNvSpPr>
          <p:nvPr/>
        </p:nvSpPr>
        <p:spPr>
          <a:xfrm>
            <a:off x="11906250" y="5524500"/>
            <a:ext cx="1428750" cy="8572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해석 상태</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(RAM)</a:t>
            </a:r>
            <a:endParaRPr lang="ko-KR">
              <a:latin typeface="Calibri"/>
              <a:ea typeface="Calibri"/>
              <a:cs typeface="Calibri"/>
            </a:endParaRPr>
          </a:p>
        </p:txBody>
      </p:sp>
      <p:sp>
        <p:nvSpPr>
          <p:cNvPr id="51" name="edge:bread-allow">
            <a:extLst>
              <a:ext uri="{FF2B5EF4-FFF2-40B4-BE49-F238E27FC236}">
                <ns2:creationId id="{713A34A0-34CE-42A3-9FBD-07E7E49F2DA5}"/>
              </a:ext>
            </a:extLst>
          </p:cNvPr>
          <p:cNvSpPr>
            <a:spLocks noGrp="1"/>
          </p:cNvSpPr>
          <p:nvPr/>
        </p:nvSpPr>
        <p:spPr>
          <a:xfrm>
            <a:off x="13335000" y="2981325"/>
            <a:ext cx="1885950" cy="953"/>
          </a:xfrm>
          <a:custGeom>
            <a:pathLst>
              <a:path w="1885950" h="953">
                <a:moveTo>
                  <a:pt x="0" y="0"/>
                </a:moveTo>
                <a:lnTo>
                  <a:pt x="1885950" y="0"/>
                </a:lnTo>
              </a:path>
            </a:pathLst>
          </a:custGeom>
          <a:noFill/>
          <a:ln w="17145">
            <a:solidFill>
              <a:srgbClr val="111111"/>
            </a:solidFill>
            <a:prstDash val="solid"/>
          </a:ln>
        </p:spPr>
      </p:sp>
      <p:sp>
        <p:nvSpPr>
          <p:cNvPr id="52" name="arrow:bread-allow">
            <a:extLst>
              <a:ext uri="{FF2B5EF4-FFF2-40B4-BE49-F238E27FC236}">
                <ns2:creationId id="{176025A7-8847-4A04-BD4C-77CF6574F72B}"/>
              </a:ext>
            </a:extLst>
          </p:cNvPr>
          <p:cNvSpPr>
            <a:spLocks noGrp="1"/>
          </p:cNvSpPr>
          <p:nvPr/>
        </p:nvSpPr>
        <p:spPr>
          <a:xfrm>
            <a:off x="15135225" y="29432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53" name="label 1 조회 허가&#10;새 범위 재허가">
            <a:extLst>
              <a:ext uri="{FF2B5EF4-FFF2-40B4-BE49-F238E27FC236}">
                <ns2:creationId id="{355F47FD-30F9-46B9-A17D-B64DA960E248}"/>
              </a:ext>
            </a:extLst>
          </p:cNvPr>
          <p:cNvSpPr>
            <a:spLocks noGrp="1"/>
          </p:cNvSpPr>
          <p:nvPr/>
        </p:nvSpPr>
        <p:spPr>
          <a:xfrm>
            <a:off x="13601700" y="2524125"/>
            <a:ext cx="1381125" cy="42862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1 조회 허가</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새 범위 재허가</a:t>
            </a:r>
            <a:endParaRPr lang="ko-KR">
              <a:latin typeface="Calibri"/>
              <a:ea typeface="Calibri"/>
              <a:cs typeface="Calibri"/>
            </a:endParaRPr>
          </a:p>
        </p:txBody>
      </p:sp>
      <p:sp>
        <p:nvSpPr>
          <p:cNvPr id="54" name="edge:bread-return">
            <a:extLst>
              <a:ext uri="{FF2B5EF4-FFF2-40B4-BE49-F238E27FC236}">
                <ns2:creationId id="{CAA28AC0-9F5A-4D40-A5DB-3164BD45826D}"/>
              </a:ext>
            </a:extLst>
          </p:cNvPr>
          <p:cNvSpPr>
            <a:spLocks noGrp="1"/>
          </p:cNvSpPr>
          <p:nvPr/>
        </p:nvSpPr>
        <p:spPr>
          <a:xfrm>
            <a:off x="13335000" y="3209925"/>
            <a:ext cx="1885950" cy="485775"/>
          </a:xfrm>
          <a:custGeom>
            <a:pathLst>
              <a:path w="1885950" h="485775">
                <a:moveTo>
                  <a:pt x="1885950" y="0"/>
                </a:moveTo>
                <a:lnTo>
                  <a:pt x="1333500" y="0"/>
                </a:lnTo>
                <a:lnTo>
                  <a:pt x="1333500" y="485775"/>
                </a:lnTo>
                <a:lnTo>
                  <a:pt x="0" y="485775"/>
                </a:lnTo>
                <a:lnTo>
                  <a:pt x="0" y="152400"/>
                </a:lnTo>
              </a:path>
            </a:pathLst>
          </a:custGeom>
          <a:noFill/>
          <a:ln w="17145">
            <a:solidFill>
              <a:srgbClr val="111111"/>
            </a:solidFill>
            <a:prstDash val="dash"/>
          </a:ln>
        </p:spPr>
      </p:sp>
      <p:sp>
        <p:nvSpPr>
          <p:cNvPr id="55" name="arrow:bread-return">
            <a:extLst>
              <a:ext uri="{FF2B5EF4-FFF2-40B4-BE49-F238E27FC236}">
                <ns2:creationId id="{E36C31C5-B061-4996-9305-508425873667}"/>
              </a:ext>
            </a:extLst>
          </p:cNvPr>
          <p:cNvSpPr>
            <a:spLocks noGrp="1"/>
          </p:cNvSpPr>
          <p:nvPr/>
        </p:nvSpPr>
        <p:spPr>
          <a:xfrm>
            <a:off x="13296900" y="33623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56" name="label 2 원본 또는&#10;조회 불가">
            <a:extLst>
              <a:ext uri="{FF2B5EF4-FFF2-40B4-BE49-F238E27FC236}">
                <ns2:creationId id="{FED8CD43-5000-4C61-8773-5ED43B173C04}"/>
              </a:ext>
            </a:extLst>
          </p:cNvPr>
          <p:cNvSpPr>
            <a:spLocks noGrp="1"/>
          </p:cNvSpPr>
          <p:nvPr/>
        </p:nvSpPr>
        <p:spPr>
          <a:xfrm>
            <a:off x="13620750" y="3819525"/>
            <a:ext cx="1381125" cy="4476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원본 또는</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조회 불가</a:t>
            </a:r>
            <a:endParaRPr lang="ko-KR">
              <a:latin typeface="Calibri"/>
              <a:ea typeface="Calibri"/>
              <a:cs typeface="Calibri"/>
            </a:endParaRPr>
          </a:p>
        </p:txBody>
      </p:sp>
      <p:sp>
        <p:nvSpPr>
          <p:cNvPr id="57" name="edge:bread-cache">
            <a:extLst>
              <a:ext uri="{FF2B5EF4-FFF2-40B4-BE49-F238E27FC236}">
                <ns2:creationId id="{1C162689-8132-4799-820C-39136FF4CB7F}"/>
              </a:ext>
            </a:extLst>
          </p:cNvPr>
          <p:cNvSpPr>
            <a:spLocks noGrp="1"/>
          </p:cNvSpPr>
          <p:nvPr/>
        </p:nvSpPr>
        <p:spPr>
          <a:xfrm>
            <a:off x="16383000" y="3276600"/>
            <a:ext cx="953" cy="95250"/>
          </a:xfrm>
          <a:custGeom>
            <a:pathLst>
              <a:path w="953" h="95250">
                <a:moveTo>
                  <a:pt x="0" y="0"/>
                </a:moveTo>
                <a:lnTo>
                  <a:pt x="0" y="95250"/>
                </a:lnTo>
              </a:path>
            </a:pathLst>
          </a:custGeom>
          <a:noFill/>
          <a:ln w="17145">
            <a:solidFill>
              <a:srgbClr val="111111"/>
            </a:solidFill>
            <a:prstDash val="solid"/>
          </a:ln>
        </p:spPr>
      </p:sp>
      <p:sp>
        <p:nvSpPr>
          <p:cNvPr id="58" name="arrow:bread-cache">
            <a:extLst>
              <a:ext uri="{FF2B5EF4-FFF2-40B4-BE49-F238E27FC236}">
                <ns2:creationId id="{7ACA15B2-D346-4F58-B13E-3AE5947AE889}"/>
              </a:ext>
            </a:extLst>
          </p:cNvPr>
          <p:cNvSpPr>
            <a:spLocks noGrp="1"/>
          </p:cNvSpPr>
          <p:nvPr/>
        </p:nvSpPr>
        <p:spPr>
          <a:xfrm>
            <a:off x="16344900" y="32861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59" name="edge:binterpret-start">
            <a:extLst>
              <a:ext uri="{FF2B5EF4-FFF2-40B4-BE49-F238E27FC236}">
                <ns2:creationId id="{216495B3-A8BE-4C89-8417-3F63FA5869F5}"/>
              </a:ext>
            </a:extLst>
          </p:cNvPr>
          <p:cNvSpPr>
            <a:spLocks noGrp="1"/>
          </p:cNvSpPr>
          <p:nvPr/>
        </p:nvSpPr>
        <p:spPr>
          <a:xfrm>
            <a:off x="9334500" y="3362325"/>
            <a:ext cx="857250" cy="2390775"/>
          </a:xfrm>
          <a:custGeom>
            <a:pathLst>
              <a:path w="857250" h="2390775">
                <a:moveTo>
                  <a:pt x="857250" y="0"/>
                </a:moveTo>
                <a:lnTo>
                  <a:pt x="857250" y="733425"/>
                </a:lnTo>
                <a:lnTo>
                  <a:pt x="0" y="733425"/>
                </a:lnTo>
                <a:lnTo>
                  <a:pt x="0" y="2390775"/>
                </a:lnTo>
                <a:lnTo>
                  <a:pt x="381000" y="2390775"/>
                </a:lnTo>
              </a:path>
            </a:pathLst>
          </a:custGeom>
          <a:noFill/>
          <a:ln w="17145">
            <a:solidFill>
              <a:srgbClr val="111111"/>
            </a:solidFill>
            <a:prstDash val="solid"/>
          </a:ln>
        </p:spPr>
      </p:sp>
      <p:sp>
        <p:nvSpPr>
          <p:cNvPr id="60" name="arrow:binterpret-start">
            <a:extLst>
              <a:ext uri="{FF2B5EF4-FFF2-40B4-BE49-F238E27FC236}">
                <ns2:creationId id="{AB52CA0F-C449-4B9E-8475-28DBCE64BDC4}"/>
              </a:ext>
            </a:extLst>
          </p:cNvPr>
          <p:cNvSpPr>
            <a:spLocks noGrp="1"/>
          </p:cNvSpPr>
          <p:nvPr/>
        </p:nvSpPr>
        <p:spPr>
          <a:xfrm>
            <a:off x="9629775" y="5715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61" name="label 5 후보 전달 / 해석 재개">
            <a:extLst>
              <a:ext uri="{FF2B5EF4-FFF2-40B4-BE49-F238E27FC236}">
                <ns2:creationId id="{E54E5ECE-4905-43CD-9DF1-CE5920E872A3}"/>
              </a:ext>
            </a:extLst>
          </p:cNvPr>
          <p:cNvSpPr>
            <a:spLocks noGrp="1"/>
          </p:cNvSpPr>
          <p:nvPr/>
        </p:nvSpPr>
        <p:spPr>
          <a:xfrm>
            <a:off x="9591675" y="4305300"/>
            <a:ext cx="2381250" cy="2952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후보 전달 / 해석 재개</a:t>
            </a:r>
            <a:endParaRPr lang="ko-KR">
              <a:latin typeface="Calibri"/>
              <a:ea typeface="Calibri"/>
              <a:cs typeface="Calibri"/>
            </a:endParaRPr>
          </a:p>
        </p:txBody>
      </p:sp>
      <p:sp>
        <p:nvSpPr>
          <p:cNvPr id="62" name="edge:binterpret-need">
            <a:extLst>
              <a:ext uri="{FF2B5EF4-FFF2-40B4-BE49-F238E27FC236}">
                <ns2:creationId id="{9AC63E2D-5423-40FB-8A5D-9A4ECBF88336}"/>
              </a:ext>
            </a:extLst>
          </p:cNvPr>
          <p:cNvSpPr>
            <a:spLocks noGrp="1"/>
          </p:cNvSpPr>
          <p:nvPr/>
        </p:nvSpPr>
        <p:spPr>
          <a:xfrm>
            <a:off x="9429750" y="3362325"/>
            <a:ext cx="1905000" cy="3305175"/>
          </a:xfrm>
          <a:custGeom>
            <a:pathLst>
              <a:path w="1905000" h="3305175">
                <a:moveTo>
                  <a:pt x="1905000" y="2638425"/>
                </a:moveTo>
                <a:lnTo>
                  <a:pt x="1905000" y="3305175"/>
                </a:lnTo>
                <a:lnTo>
                  <a:pt x="0" y="3305175"/>
                </a:lnTo>
                <a:lnTo>
                  <a:pt x="0" y="1209675"/>
                </a:lnTo>
                <a:lnTo>
                  <a:pt x="1428750" y="1209675"/>
                </a:lnTo>
                <a:lnTo>
                  <a:pt x="1428750" y="0"/>
                </a:lnTo>
              </a:path>
            </a:pathLst>
          </a:custGeom>
          <a:noFill/>
          <a:ln w="17145">
            <a:solidFill>
              <a:srgbClr val="111111"/>
            </a:solidFill>
            <a:prstDash val="dash"/>
          </a:ln>
        </p:spPr>
      </p:sp>
      <p:sp>
        <p:nvSpPr>
          <p:cNvPr id="63" name="arrow:binterpret-need">
            <a:extLst>
              <a:ext uri="{FF2B5EF4-FFF2-40B4-BE49-F238E27FC236}">
                <ns2:creationId id="{9E5B4D5D-5F82-4200-959E-8453032056C1}"/>
              </a:ext>
            </a:extLst>
          </p:cNvPr>
          <p:cNvSpPr>
            <a:spLocks noGrp="1"/>
          </p:cNvSpPr>
          <p:nvPr/>
        </p:nvSpPr>
        <p:spPr>
          <a:xfrm>
            <a:off x="10820400" y="33623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64" name="label 8 의미 제안 또는&#10;후보 확장 요청">
            <a:extLst>
              <a:ext uri="{FF2B5EF4-FFF2-40B4-BE49-F238E27FC236}">
                <ns2:creationId id="{575DEBE5-8094-418D-965A-4710359B4E44}"/>
              </a:ext>
            </a:extLst>
          </p:cNvPr>
          <p:cNvSpPr>
            <a:spLocks noGrp="1"/>
          </p:cNvSpPr>
          <p:nvPr/>
        </p:nvSpPr>
        <p:spPr>
          <a:xfrm>
            <a:off x="10953750" y="3810000"/>
            <a:ext cx="2476500" cy="42862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8 의미 제안 또는</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확장 요청</a:t>
            </a:r>
            <a:endParaRPr lang="ko-KR">
              <a:latin typeface="Calibri"/>
              <a:ea typeface="Calibri"/>
              <a:cs typeface="Calibri"/>
            </a:endParaRPr>
          </a:p>
        </p:txBody>
      </p:sp>
      <p:sp>
        <p:nvSpPr>
          <p:cNvPr id="65" name="edge:bstate-write">
            <a:extLst>
              <a:ext uri="{FF2B5EF4-FFF2-40B4-BE49-F238E27FC236}">
                <ns2:creationId id="{FCC02381-6F33-45EC-8FB9-F73658771682}"/>
              </a:ext>
            </a:extLst>
          </p:cNvPr>
          <p:cNvSpPr>
            <a:spLocks noGrp="1"/>
          </p:cNvSpPr>
          <p:nvPr/>
        </p:nvSpPr>
        <p:spPr>
          <a:xfrm>
            <a:off x="11668125" y="5838825"/>
            <a:ext cx="238125" cy="953"/>
          </a:xfrm>
          <a:custGeom>
            <a:pathLst>
              <a:path w="238125" h="953">
                <a:moveTo>
                  <a:pt x="0" y="0"/>
                </a:moveTo>
                <a:lnTo>
                  <a:pt x="238125" y="0"/>
                </a:lnTo>
              </a:path>
            </a:pathLst>
          </a:custGeom>
          <a:noFill/>
          <a:ln w="17145">
            <a:solidFill>
              <a:srgbClr val="111111"/>
            </a:solidFill>
            <a:prstDash val="solid"/>
          </a:ln>
        </p:spPr>
      </p:sp>
      <p:sp>
        <p:nvSpPr>
          <p:cNvPr id="66" name="arrow:bstate-write">
            <a:extLst>
              <a:ext uri="{FF2B5EF4-FFF2-40B4-BE49-F238E27FC236}">
                <ns2:creationId id="{DE0CFD33-DEC5-4EF6-8324-3EE0AF349224}"/>
              </a:ext>
            </a:extLst>
          </p:cNvPr>
          <p:cNvSpPr>
            <a:spLocks noGrp="1"/>
          </p:cNvSpPr>
          <p:nvPr/>
        </p:nvSpPr>
        <p:spPr>
          <a:xfrm>
            <a:off x="11820525" y="58007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67" name="node:ama">
            <a:extLst>
              <a:ext uri="{FF2B5EF4-FFF2-40B4-BE49-F238E27FC236}">
                <ns2:creationId id="{9E4CC6DD-5F42-47EA-9BED-8A814AAA632D}"/>
              </a:ext>
            </a:extLst>
          </p:cNvPr>
          <p:cNvSpPr>
            <a:spLocks noGrp="1"/>
          </p:cNvSpPr>
          <p:nvPr/>
        </p:nvSpPr>
        <p:spPr>
          <a:xfrm>
            <a:off x="571500" y="7734300"/>
            <a:ext cx="4000500" cy="1143000"/>
          </a:xfrm>
          <a:prstGeom prst="rect">
            <a:avLst/>
          </a:prstGeom>
          <a:solidFill>
            <a:srgbClr val="FFF6DD"/>
          </a:solidFill>
          <a:ln w="16193">
            <a:solidFill>
              <a:srgbClr val="111111"/>
            </a:solidFill>
          </a:ln>
        </p:spPr>
        <p:txBody>
          <a:bodyPr wrap="none" lIns="47625" tIns="19050" rIns="47625" bIns="800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68" name="divider ama">
            <a:extLst>
              <a:ext uri="{FF2B5EF4-FFF2-40B4-BE49-F238E27FC236}">
                <ns2:creationId id="{D9E21C63-CF98-48C5-B2B2-FEB092323E84}"/>
              </a:ext>
            </a:extLst>
          </p:cNvPr>
          <p:cNvSpPr>
            <a:spLocks noGrp="1"/>
          </p:cNvSpPr>
          <p:nvPr/>
        </p:nvSpPr>
        <p:spPr>
          <a:xfrm>
            <a:off x="571500" y="8096250"/>
            <a:ext cx="4000500" cy="953"/>
          </a:xfrm>
          <a:custGeom>
            <a:pathLst>
              <a:path w="4000500" h="953">
                <a:moveTo>
                  <a:pt x="0" y="0"/>
                </a:moveTo>
                <a:lnTo>
                  <a:pt x="4000500" y="0"/>
                </a:lnTo>
              </a:path>
            </a:pathLst>
          </a:custGeom>
          <a:noFill/>
          <a:ln w="9525">
            <a:solidFill>
              <a:srgbClr val="111111"/>
            </a:solidFill>
            <a:prstDash val="solid"/>
          </a:ln>
        </p:spPr>
      </p:sp>
      <p:sp>
        <p:nvSpPr>
          <p:cNvPr id="69" name="node:acloud">
            <a:extLst>
              <a:ext uri="{FF2B5EF4-FFF2-40B4-BE49-F238E27FC236}">
                <ns2:creationId id="{03997F65-ABC3-4B1C-A998-E3DF786A13D2}"/>
              </a:ext>
            </a:extLst>
          </p:cNvPr>
          <p:cNvSpPr>
            <a:spLocks noGrp="1"/>
          </p:cNvSpPr>
          <p:nvPr/>
        </p:nvSpPr>
        <p:spPr>
          <a:xfrm>
            <a:off x="762000" y="8181975"/>
            <a:ext cx="3619500" cy="466725"/>
          </a:xfrm>
          <a:prstGeom prst="roundRect">
            <a:avLst>
              <a:gd name="adj" fmla="val 16327"/>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클라우드 호출기</a:t>
            </a:r>
            <a:endParaRPr lang="ko-KR">
              <a:latin typeface="Calibri"/>
              <a:ea typeface="Calibri"/>
              <a:cs typeface="Calibri"/>
            </a:endParaRPr>
          </a:p>
        </p:txBody>
      </p:sp>
      <p:sp>
        <p:nvSpPr>
          <p:cNvPr id="70" name="node:allm">
            <a:extLst>
              <a:ext uri="{FF2B5EF4-FFF2-40B4-BE49-F238E27FC236}">
                <ns2:creationId id="{5A09BB2C-66BB-4DF2-996A-CF8B933AF25D}"/>
              </a:ext>
            </a:extLst>
          </p:cNvPr>
          <p:cNvSpPr>
            <a:spLocks noGrp="1"/>
          </p:cNvSpPr>
          <p:nvPr/>
        </p:nvSpPr>
        <p:spPr>
          <a:xfrm>
            <a:off x="6096000" y="7734300"/>
            <a:ext cx="2667000" cy="114300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71" name="edge:a-infer">
            <a:extLst>
              <a:ext uri="{FF2B5EF4-FFF2-40B4-BE49-F238E27FC236}">
                <ns2:creationId id="{022744B3-EF1F-4A2D-9402-0DA065213330}"/>
              </a:ext>
            </a:extLst>
          </p:cNvPr>
          <p:cNvSpPr>
            <a:spLocks noGrp="1"/>
          </p:cNvSpPr>
          <p:nvPr/>
        </p:nvSpPr>
        <p:spPr>
          <a:xfrm>
            <a:off x="381000" y="6000750"/>
            <a:ext cx="857250" cy="2419350"/>
          </a:xfrm>
          <a:custGeom>
            <a:pathLst>
              <a:path w="857250" h="2419350">
                <a:moveTo>
                  <a:pt x="857250" y="0"/>
                </a:moveTo>
                <a:lnTo>
                  <a:pt x="857250" y="1143000"/>
                </a:lnTo>
                <a:lnTo>
                  <a:pt x="0" y="1143000"/>
                </a:lnTo>
                <a:lnTo>
                  <a:pt x="0" y="2419350"/>
                </a:lnTo>
                <a:lnTo>
                  <a:pt x="381000" y="2419350"/>
                </a:lnTo>
              </a:path>
            </a:pathLst>
          </a:custGeom>
          <a:noFill/>
          <a:ln w="17145">
            <a:solidFill>
              <a:srgbClr val="4676CB"/>
            </a:solidFill>
            <a:prstDash val="solid"/>
          </a:ln>
        </p:spPr>
      </p:sp>
      <p:sp>
        <p:nvSpPr>
          <p:cNvPr id="72" name="arrow:a-infer">
            <a:extLst>
              <a:ext uri="{FF2B5EF4-FFF2-40B4-BE49-F238E27FC236}">
                <ns2:creationId id="{364250C6-ABF0-4BD8-8009-E05BC8F16801}"/>
              </a:ext>
            </a:extLst>
          </p:cNvPr>
          <p:cNvSpPr>
            <a:spLocks noGrp="1"/>
          </p:cNvSpPr>
          <p:nvPr/>
        </p:nvSpPr>
        <p:spPr>
          <a:xfrm>
            <a:off x="676275" y="83820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73" name="label 4 전사 + 당시 원본">
            <a:extLst>
              <a:ext uri="{FF2B5EF4-FFF2-40B4-BE49-F238E27FC236}">
                <ns2:creationId id="{024E6CE1-AFDE-44EF-97FE-DBF556DE0826}"/>
              </a:ext>
            </a:extLst>
          </p:cNvPr>
          <p:cNvSpPr>
            <a:spLocks noGrp="1"/>
          </p:cNvSpPr>
          <p:nvPr/>
        </p:nvSpPr>
        <p:spPr>
          <a:xfrm>
            <a:off x="685800" y="6810375"/>
            <a:ext cx="2381250" cy="266700"/>
          </a:xfrm>
          <a:prstGeom prst="rect">
            <a:avLst/>
          </a:prstGeom>
          <a:solidFill>
            <a:srgbClr val="FFFFFF"/>
          </a:solidFill>
          <a:ln w="0">
            <a:no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4 전사 + 당시 원본</a:t>
            </a:r>
            <a:endParaRPr lang="ko-KR">
              <a:latin typeface="Calibri"/>
              <a:ea typeface="Calibri"/>
              <a:cs typeface="Calibri"/>
            </a:endParaRPr>
          </a:p>
        </p:txBody>
      </p:sp>
      <p:sp>
        <p:nvSpPr>
          <p:cNvPr id="74" name="edge:a-model-return">
            <a:extLst>
              <a:ext uri="{FF2B5EF4-FFF2-40B4-BE49-F238E27FC236}">
                <ns2:creationId id="{0F189F53-5E0E-4A58-B478-9CD235466B6B}"/>
              </a:ext>
            </a:extLst>
          </p:cNvPr>
          <p:cNvSpPr>
            <a:spLocks noGrp="1"/>
          </p:cNvSpPr>
          <p:nvPr/>
        </p:nvSpPr>
        <p:spPr>
          <a:xfrm>
            <a:off x="2286000" y="6000750"/>
            <a:ext cx="2667000" cy="2505075"/>
          </a:xfrm>
          <a:custGeom>
            <a:pathLst>
              <a:path w="2667000" h="2505075">
                <a:moveTo>
                  <a:pt x="2095500" y="2505075"/>
                </a:moveTo>
                <a:lnTo>
                  <a:pt x="2667000" y="2505075"/>
                </a:lnTo>
                <a:lnTo>
                  <a:pt x="2667000" y="1428750"/>
                </a:lnTo>
                <a:lnTo>
                  <a:pt x="0" y="1428750"/>
                </a:lnTo>
                <a:lnTo>
                  <a:pt x="0" y="0"/>
                </a:lnTo>
              </a:path>
            </a:pathLst>
          </a:custGeom>
          <a:noFill/>
          <a:ln w="17145">
            <a:solidFill>
              <a:srgbClr val="4676CB"/>
            </a:solidFill>
            <a:prstDash val="dash"/>
          </a:ln>
        </p:spPr>
      </p:sp>
      <p:sp>
        <p:nvSpPr>
          <p:cNvPr id="75" name="arrow:a-model-return">
            <a:extLst>
              <a:ext uri="{FF2B5EF4-FFF2-40B4-BE49-F238E27FC236}">
                <ns2:creationId id="{8DE5CBFF-EF76-4BD6-A1B8-8CFBD77E5535}"/>
              </a:ext>
            </a:extLst>
          </p:cNvPr>
          <p:cNvSpPr>
            <a:spLocks noGrp="1"/>
          </p:cNvSpPr>
          <p:nvPr/>
        </p:nvSpPr>
        <p:spPr>
          <a:xfrm>
            <a:off x="2247900" y="6000750"/>
            <a:ext cx="76200" cy="85725"/>
          </a:xfrm>
          <a:custGeom>
            <a:pathLst>
              <a:path w="76200" h="85725">
                <a:moveTo>
                  <a:pt x="38100" y="0"/>
                </a:moveTo>
                <a:lnTo>
                  <a:pt x="0" y="85725"/>
                </a:lnTo>
                <a:lnTo>
                  <a:pt x="76200" y="85725"/>
                </a:lnTo>
                <a:close/>
              </a:path>
            </a:pathLst>
          </a:custGeom>
          <a:solidFill>
            <a:srgbClr val="4676CB"/>
          </a:solidFill>
          <a:ln w="3810">
            <a:solidFill>
              <a:srgbClr val="4676CB"/>
            </a:solidFill>
          </a:ln>
        </p:spPr>
      </p:sp>
      <p:sp>
        <p:nvSpPr>
          <p:cNvPr id="76" name="label 5 해석 / 추가 원본 필요">
            <a:extLst>
              <a:ext uri="{FF2B5EF4-FFF2-40B4-BE49-F238E27FC236}">
                <ns2:creationId id="{D67B2C3A-279D-4F62-A3F8-19924D421DB9}"/>
              </a:ext>
            </a:extLst>
          </p:cNvPr>
          <p:cNvSpPr>
            <a:spLocks noGrp="1"/>
          </p:cNvSpPr>
          <p:nvPr/>
        </p:nvSpPr>
        <p:spPr>
          <a:xfrm>
            <a:off x="2286000" y="7143750"/>
            <a:ext cx="2857500" cy="2571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해석 / 추가 원본 필요</a:t>
            </a:r>
            <a:endParaRPr lang="ko-KR">
              <a:latin typeface="Calibri"/>
              <a:ea typeface="Calibri"/>
              <a:cs typeface="Calibri"/>
            </a:endParaRPr>
          </a:p>
        </p:txBody>
      </p:sp>
      <p:sp>
        <p:nvSpPr>
          <p:cNvPr id="77" name="edge:a-cloud">
            <a:extLst>
              <a:ext uri="{FF2B5EF4-FFF2-40B4-BE49-F238E27FC236}">
                <ns2:creationId id="{836EAE82-F31A-49A9-B1BC-88A703512194}"/>
              </a:ext>
            </a:extLst>
          </p:cNvPr>
          <p:cNvSpPr>
            <a:spLocks noGrp="1"/>
          </p:cNvSpPr>
          <p:nvPr/>
        </p:nvSpPr>
        <p:spPr>
          <a:xfrm>
            <a:off x="4381500" y="8343900"/>
            <a:ext cx="1714500" cy="953"/>
          </a:xfrm>
          <a:custGeom>
            <a:pathLst>
              <a:path w="1714500" h="953">
                <a:moveTo>
                  <a:pt x="0" y="0"/>
                </a:moveTo>
                <a:lnTo>
                  <a:pt x="1714500" y="0"/>
                </a:lnTo>
              </a:path>
            </a:pathLst>
          </a:custGeom>
          <a:noFill/>
          <a:ln w="17145">
            <a:solidFill>
              <a:srgbClr val="111111"/>
            </a:solidFill>
            <a:prstDash val="solid"/>
          </a:ln>
        </p:spPr>
      </p:sp>
      <p:sp>
        <p:nvSpPr>
          <p:cNvPr id="78" name="arrow:a-cloud">
            <a:extLst>
              <a:ext uri="{FF2B5EF4-FFF2-40B4-BE49-F238E27FC236}">
                <ns2:creationId id="{D2E518FB-5B46-4FEF-BC5D-829CD7FC43F9}"/>
              </a:ext>
            </a:extLst>
          </p:cNvPr>
          <p:cNvSpPr>
            <a:spLocks noGrp="1"/>
          </p:cNvSpPr>
          <p:nvPr/>
        </p:nvSpPr>
        <p:spPr>
          <a:xfrm>
            <a:off x="6010275" y="83058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79" name="label 추론 요청">
            <a:extLst>
              <a:ext uri="{FF2B5EF4-FFF2-40B4-BE49-F238E27FC236}">
                <ns2:creationId id="{1873A3BB-E39B-4EDD-907C-ED715B931538}"/>
              </a:ext>
            </a:extLst>
          </p:cNvPr>
          <p:cNvSpPr>
            <a:spLocks noGrp="1"/>
          </p:cNvSpPr>
          <p:nvPr/>
        </p:nvSpPr>
        <p:spPr>
          <a:xfrm>
            <a:off x="4667250" y="7972425"/>
            <a:ext cx="1285875"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추론 요청</a:t>
            </a:r>
            <a:endParaRPr lang="ko-KR">
              <a:latin typeface="Calibri"/>
              <a:ea typeface="Calibri"/>
              <a:cs typeface="Calibri"/>
            </a:endParaRPr>
          </a:p>
        </p:txBody>
      </p:sp>
      <p:sp>
        <p:nvSpPr>
          <p:cNvPr id="80" name="edge:a-cloud-return">
            <a:extLst>
              <a:ext uri="{FF2B5EF4-FFF2-40B4-BE49-F238E27FC236}">
                <ns2:creationId id="{544DF958-EAE4-456F-82D9-2294278E2C18}"/>
              </a:ext>
            </a:extLst>
          </p:cNvPr>
          <p:cNvSpPr>
            <a:spLocks noGrp="1"/>
          </p:cNvSpPr>
          <p:nvPr/>
        </p:nvSpPr>
        <p:spPr>
          <a:xfrm>
            <a:off x="4381500" y="8620125"/>
            <a:ext cx="1714500" cy="953"/>
          </a:xfrm>
          <a:custGeom>
            <a:pathLst>
              <a:path w="1714500" h="953">
                <a:moveTo>
                  <a:pt x="1714500" y="0"/>
                </a:moveTo>
                <a:lnTo>
                  <a:pt x="0" y="0"/>
                </a:lnTo>
              </a:path>
            </a:pathLst>
          </a:custGeom>
          <a:noFill/>
          <a:ln w="17145">
            <a:solidFill>
              <a:srgbClr val="111111"/>
            </a:solidFill>
            <a:prstDash val="dash"/>
          </a:ln>
        </p:spPr>
      </p:sp>
      <p:sp>
        <p:nvSpPr>
          <p:cNvPr id="81" name="arrow:a-cloud-return">
            <a:extLst>
              <a:ext uri="{FF2B5EF4-FFF2-40B4-BE49-F238E27FC236}">
                <ns2:creationId id="{F638E477-889E-4D09-ACC2-924A48BC2231}"/>
              </a:ext>
            </a:extLst>
          </p:cNvPr>
          <p:cNvSpPr>
            <a:spLocks noGrp="1"/>
          </p:cNvSpPr>
          <p:nvPr/>
        </p:nvSpPr>
        <p:spPr>
          <a:xfrm>
            <a:off x="4381500" y="85820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82" name="label 결과">
            <a:extLst>
              <a:ext uri="{FF2B5EF4-FFF2-40B4-BE49-F238E27FC236}">
                <ns2:creationId id="{581C12EF-E09F-44C6-8F01-4F8078B76E64}"/>
              </a:ext>
            </a:extLst>
          </p:cNvPr>
          <p:cNvSpPr>
            <a:spLocks noGrp="1"/>
          </p:cNvSpPr>
          <p:nvPr/>
        </p:nvSpPr>
        <p:spPr>
          <a:xfrm>
            <a:off x="4714875" y="8734425"/>
            <a:ext cx="10477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결과</a:t>
            </a:r>
            <a:endParaRPr lang="ko-KR">
              <a:latin typeface="Calibri"/>
              <a:ea typeface="Calibri"/>
              <a:cs typeface="Calibri"/>
            </a:endParaRPr>
          </a:p>
        </p:txBody>
      </p:sp>
      <p:sp>
        <p:nvSpPr>
          <p:cNvPr id="83" name="label 검정: 공통 / 파랑: A 고유 / 초록: B 고유&#10;제목 상자: Component / 둥근 상자: Module / 원통: 상태&#10;회색 점선: process / 실선: 요청 / 점선: 반환">
            <a:extLst>
              <a:ext uri="{FF2B5EF4-FFF2-40B4-BE49-F238E27FC236}">
                <ns2:creationId id="{2CEF3C95-F8D4-4658-840C-9BB449EC56FE}"/>
              </a:ext>
            </a:extLst>
          </p:cNvPr>
          <p:cNvSpPr>
            <a:spLocks noGrp="1"/>
          </p:cNvSpPr>
          <p:nvPr/>
        </p:nvSpPr>
        <p:spPr>
          <a:xfrm>
            <a:off x="619125" y="9191625"/>
            <a:ext cx="8096250" cy="723900"/>
          </a:xfrm>
          <a:prstGeom prst="rect">
            <a:avLst/>
          </a:prstGeom>
          <a:noFill/>
          <a:ln w="0">
            <a:noFill/>
          </a:ln>
        </p:spPr>
        <p:txBody>
          <a:bodyPr wrap="none" lIns="47625" tIns="19050" rIns="47625" bIns="19050" anchor="ctr">
            <a:noAutofit/>
          </a:bodyPr>
          <a:lstStyle>
            <a:defPPr algn="l">
              <a:defRPr sz="1500" b="0" lang="ko-KR">
                <a:solidFill>
                  <a:srgbClr val="111111"/>
                </a:solidFill>
                <a:latin typeface="Calibri"/>
                <a:ea typeface="Calibri"/>
                <a:cs typeface="Calibri"/>
              </a:defRPr>
            </a:defPPr>
            <a:lvl1pPr algn="l">
              <a:defRPr sz="1500" b="0" lang="ko-KR">
                <a:solidFill>
                  <a:srgbClr val="111111"/>
                </a:solidFill>
                <a:latin typeface="Calibri"/>
                <a:ea typeface="Calibri"/>
                <a:cs typeface="Calibri"/>
              </a:defRPr>
            </a:lvl1pPr>
            <a:lvl2pPr algn="l">
              <a:defRPr sz="1500" b="0" lang="ko-KR">
                <a:solidFill>
                  <a:srgbClr val="111111"/>
                </a:solidFill>
                <a:latin typeface="Calibri"/>
                <a:ea typeface="Calibri"/>
                <a:cs typeface="Calibri"/>
              </a:defRPr>
            </a:lvl2pPr>
            <a:lvl3pPr algn="l">
              <a:defRPr sz="1500" b="0" lang="ko-KR">
                <a:solidFill>
                  <a:srgbClr val="111111"/>
                </a:solidFill>
                <a:latin typeface="Calibri"/>
                <a:ea typeface="Calibri"/>
                <a:cs typeface="Calibri"/>
              </a:defRPr>
            </a:lvl3pPr>
            <a:lvl4pPr algn="l">
              <a:defRPr sz="1500" b="0" lang="ko-KR">
                <a:solidFill>
                  <a:srgbClr val="111111"/>
                </a:solidFill>
                <a:latin typeface="Calibri"/>
                <a:ea typeface="Calibri"/>
                <a:cs typeface="Calibri"/>
              </a:defRPr>
            </a:lvl4pPr>
            <a:lvl5pPr algn="l">
              <a:defRPr sz="1500" b="0" lang="ko-KR">
                <a:solidFill>
                  <a:srgbClr val="111111"/>
                </a:solidFill>
                <a:latin typeface="Calibri"/>
                <a:ea typeface="Calibri"/>
                <a:cs typeface="Calibri"/>
              </a:defRPr>
            </a:lvl5pPr>
            <a:lvl6pPr algn="l">
              <a:defRPr sz="1500" b="0" lang="ko-KR">
                <a:solidFill>
                  <a:srgbClr val="111111"/>
                </a:solidFill>
                <a:latin typeface="Calibri"/>
                <a:ea typeface="Calibri"/>
                <a:cs typeface="Calibri"/>
              </a:defRPr>
            </a:lvl6pPr>
            <a:lvl7pPr algn="l">
              <a:defRPr sz="1500" b="0" lang="ko-KR">
                <a:solidFill>
                  <a:srgbClr val="111111"/>
                </a:solidFill>
                <a:latin typeface="Calibri"/>
                <a:ea typeface="Calibri"/>
                <a:cs typeface="Calibri"/>
              </a:defRPr>
            </a:lvl7pPr>
            <a:lvl8pPr algn="l">
              <a:defRPr sz="1500" b="0" lang="ko-KR">
                <a:solidFill>
                  <a:srgbClr val="111111"/>
                </a:solidFill>
                <a:latin typeface="Calibri"/>
                <a:ea typeface="Calibri"/>
                <a:cs typeface="Calibri"/>
              </a:defRPr>
            </a:lvl8pPr>
            <a:lvl9pPr algn="l">
              <a:defRPr sz="1500" b="0" lang="ko-KR">
                <a:solidFill>
                  <a:srgbClr val="111111"/>
                </a:solidFill>
                <a:latin typeface="Calibri"/>
                <a:ea typeface="Calibri"/>
                <a:cs typeface="Calibri"/>
              </a:defRPr>
            </a:lvl9pPr>
          </a:lstStyle>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검정: 공통 / 파랑: A 고유 / 초록: B 고유</a:t>
            </a:r>
            <a:endParaRPr lang="ko-KR">
              <a:latin typeface="Calibri"/>
              <a:ea typeface="Calibri"/>
              <a:cs typeface="Calibri"/>
            </a:endParaRPr>
          </a:p>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제목 상자: Component / 둥근 상자: Module / 원통: 상태</a:t>
            </a:r>
            <a:endParaRPr lang="ko-KR">
              <a:latin typeface="Calibri"/>
              <a:ea typeface="Calibri"/>
              <a:cs typeface="Calibri"/>
            </a:endParaRPr>
          </a:p>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회색 점선: process / 실선: 요청 / 점선: 반환</a:t>
            </a:r>
            <a:endParaRPr lang="ko-KR">
              <a:latin typeface="Calibri"/>
              <a:ea typeface="Calibri"/>
              <a:cs typeface="Calibri"/>
            </a:endParaRPr>
          </a:p>
        </p:txBody>
      </p:sp>
      <p:sp>
        <p:nvSpPr>
          <p:cNvPr id="84" name="node:bp">
            <a:extLst>
              <a:ext uri="{FF2B5EF4-FFF2-40B4-BE49-F238E27FC236}">
                <ns2:creationId id="{BA79EA08-6AE8-461C-8E07-24F102CB2AB0}"/>
              </a:ext>
            </a:extLst>
          </p:cNvPr>
          <p:cNvSpPr>
            <a:spLocks noGrp="1"/>
          </p:cNvSpPr>
          <p:nvPr/>
        </p:nvSpPr>
        <p:spPr>
          <a:xfrm>
            <a:off x="15049500" y="5095875"/>
            <a:ext cx="2667000" cy="1495425"/>
          </a:xfrm>
          <a:prstGeom prst="rect">
            <a:avLst/>
          </a:prstGeom>
          <a:solidFill>
            <a:srgbClr val="FFF6DD"/>
          </a:solidFill>
          <a:ln w="16193">
            <a:solidFill>
              <a:srgbClr val="32824A"/>
            </a:solidFill>
          </a:ln>
        </p:spPr>
        <p:txBody>
          <a:bodyPr wrap="none" lIns="47625" tIns="19050" rIns="47625" bIns="11525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85" name="divider bp">
            <a:extLst>
              <a:ext uri="{FF2B5EF4-FFF2-40B4-BE49-F238E27FC236}">
                <ns2:creationId id="{B0D7884E-3347-4EFE-B659-4FB334423B6C}"/>
              </a:ext>
            </a:extLst>
          </p:cNvPr>
          <p:cNvSpPr>
            <a:spLocks noGrp="1"/>
          </p:cNvSpPr>
          <p:nvPr/>
        </p:nvSpPr>
        <p:spPr>
          <a:xfrm>
            <a:off x="15049500" y="5457825"/>
            <a:ext cx="2667000" cy="953"/>
          </a:xfrm>
          <a:custGeom>
            <a:pathLst>
              <a:path w="2667000" h="953">
                <a:moveTo>
                  <a:pt x="0" y="0"/>
                </a:moveTo>
                <a:lnTo>
                  <a:pt x="2667000" y="0"/>
                </a:lnTo>
              </a:path>
            </a:pathLst>
          </a:custGeom>
          <a:noFill/>
          <a:ln w="9525">
            <a:solidFill>
              <a:srgbClr val="111111"/>
            </a:solidFill>
            <a:prstDash val="solid"/>
          </a:ln>
        </p:spPr>
      </p:sp>
      <p:sp>
        <p:nvSpPr>
          <p:cNvPr id="86" name="node:bassemble">
            <a:extLst>
              <a:ext uri="{FF2B5EF4-FFF2-40B4-BE49-F238E27FC236}">
                <ns2:creationId id="{00D8FD9A-9AF3-4957-A881-2F4BC1934AE1}"/>
              </a:ext>
            </a:extLst>
          </p:cNvPr>
          <p:cNvSpPr>
            <a:spLocks noGrp="1"/>
          </p:cNvSpPr>
          <p:nvPr/>
        </p:nvSpPr>
        <p:spPr>
          <a:xfrm>
            <a:off x="15220950" y="5543550"/>
            <a:ext cx="2324100" cy="409575"/>
          </a:xfrm>
          <a:prstGeom prst="roundRect">
            <a:avLst>
              <a:gd name="adj" fmla="val 18605"/>
            </a:avLst>
          </a:prstGeom>
          <a:solidFill>
            <a:srgbClr val="FFFFFF"/>
          </a:solidFill>
          <a:ln w="16193">
            <a:solidFill>
              <a:srgbClr val="32824A"/>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 구성기</a:t>
            </a:r>
            <a:endParaRPr lang="ko-KR">
              <a:latin typeface="Calibri"/>
              <a:ea typeface="Calibri"/>
              <a:cs typeface="Calibri"/>
            </a:endParaRPr>
          </a:p>
        </p:txBody>
      </p:sp>
      <p:sp>
        <p:nvSpPr>
          <p:cNvPr id="87" name="node:bcandidates">
            <a:extLst>
              <a:ext uri="{FF2B5EF4-FFF2-40B4-BE49-F238E27FC236}">
                <ns2:creationId id="{CC8B3FAA-1393-4195-9776-6CD51121DB1F}"/>
              </a:ext>
            </a:extLst>
          </p:cNvPr>
          <p:cNvSpPr>
            <a:spLocks noGrp="1"/>
          </p:cNvSpPr>
          <p:nvPr/>
        </p:nvSpPr>
        <p:spPr>
          <a:xfrm>
            <a:off x="15220950" y="6086475"/>
            <a:ext cx="2324100" cy="390525"/>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기록과 판본 (RAM)</a:t>
            </a:r>
            <a:endParaRPr lang="ko-KR">
              <a:latin typeface="Calibri"/>
              <a:ea typeface="Calibri"/>
              <a:cs typeface="Calibri"/>
            </a:endParaRPr>
          </a:p>
        </p:txBody>
      </p:sp>
      <p:sp>
        <p:nvSpPr>
          <p:cNvPr id="88" name="edge:b-produce-allow">
            <a:extLst>
              <a:ext uri="{FF2B5EF4-FFF2-40B4-BE49-F238E27FC236}">
                <ns2:creationId id="{D539A05A-A224-477D-89A1-D2AA19250604}"/>
              </a:ext>
            </a:extLst>
          </p:cNvPr>
          <p:cNvSpPr>
            <a:spLocks noGrp="1"/>
          </p:cNvSpPr>
          <p:nvPr/>
        </p:nvSpPr>
        <p:spPr>
          <a:xfrm>
            <a:off x="13049250" y="3362325"/>
            <a:ext cx="5048250" cy="2219325"/>
          </a:xfrm>
          <a:custGeom>
            <a:pathLst>
              <a:path w="5048250" h="2219325">
                <a:moveTo>
                  <a:pt x="0" y="0"/>
                </a:moveTo>
                <a:lnTo>
                  <a:pt x="0" y="1038225"/>
                </a:lnTo>
                <a:lnTo>
                  <a:pt x="5048250" y="1038225"/>
                </a:lnTo>
                <a:lnTo>
                  <a:pt x="5048250" y="2219325"/>
                </a:lnTo>
                <a:lnTo>
                  <a:pt x="4495800" y="2219325"/>
                </a:lnTo>
              </a:path>
            </a:pathLst>
          </a:custGeom>
          <a:noFill/>
          <a:ln w="17145">
            <a:solidFill>
              <a:srgbClr val="32824A"/>
            </a:solidFill>
            <a:prstDash val="solid"/>
          </a:ln>
        </p:spPr>
      </p:sp>
      <p:sp>
        <p:nvSpPr>
          <p:cNvPr id="89" name="arrow:b-produce-allow">
            <a:extLst>
              <a:ext uri="{FF2B5EF4-FFF2-40B4-BE49-F238E27FC236}">
                <ns2:creationId id="{3E236220-5F68-4617-ADC2-ECB95D193976}"/>
              </a:ext>
            </a:extLst>
          </p:cNvPr>
          <p:cNvSpPr>
            <a:spLocks noGrp="1"/>
          </p:cNvSpPr>
          <p:nvPr/>
        </p:nvSpPr>
        <p:spPr>
          <a:xfrm>
            <a:off x="17545050" y="554355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90" name="label 3 최초 생산 / 확장 허가 + 원본">
            <a:extLst>
              <a:ext uri="{FF2B5EF4-FFF2-40B4-BE49-F238E27FC236}">
                <ns2:creationId id="{2EA09458-7539-4D27-8B9F-D5DCD37CD83F}"/>
              </a:ext>
            </a:extLst>
          </p:cNvPr>
          <p:cNvSpPr>
            <a:spLocks noGrp="1"/>
          </p:cNvSpPr>
          <p:nvPr/>
        </p:nvSpPr>
        <p:spPr>
          <a:xfrm>
            <a:off x="14478000" y="4419600"/>
            <a:ext cx="33337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최초 생산 / 확장 허가 + 원본</a:t>
            </a:r>
            <a:endParaRPr lang="ko-KR">
              <a:latin typeface="Calibri"/>
              <a:ea typeface="Calibri"/>
              <a:cs typeface="Calibri"/>
            </a:endParaRPr>
          </a:p>
        </p:txBody>
      </p:sp>
      <p:sp>
        <p:nvSpPr>
          <p:cNvPr id="91" name="edge:b-produce-return">
            <a:extLst>
              <a:ext uri="{FF2B5EF4-FFF2-40B4-BE49-F238E27FC236}">
                <ns2:creationId id="{C720A433-5869-444B-A08E-892DAD39B929}"/>
              </a:ext>
            </a:extLst>
          </p:cNvPr>
          <p:cNvSpPr>
            <a:spLocks noGrp="1"/>
          </p:cNvSpPr>
          <p:nvPr/>
        </p:nvSpPr>
        <p:spPr>
          <a:xfrm>
            <a:off x="13335000" y="3362325"/>
            <a:ext cx="1885950" cy="2352675"/>
          </a:xfrm>
          <a:custGeom>
            <a:pathLst>
              <a:path w="1885950" h="2352675">
                <a:moveTo>
                  <a:pt x="1885950" y="2352675"/>
                </a:moveTo>
                <a:lnTo>
                  <a:pt x="981075" y="2352675"/>
                </a:lnTo>
                <a:lnTo>
                  <a:pt x="981075" y="1352550"/>
                </a:lnTo>
                <a:lnTo>
                  <a:pt x="0" y="1352550"/>
                </a:lnTo>
                <a:lnTo>
                  <a:pt x="0" y="0"/>
                </a:lnTo>
              </a:path>
            </a:pathLst>
          </a:custGeom>
          <a:noFill/>
          <a:ln w="17145">
            <a:solidFill>
              <a:srgbClr val="32824A"/>
            </a:solidFill>
            <a:prstDash val="dash"/>
          </a:ln>
        </p:spPr>
      </p:sp>
      <p:sp>
        <p:nvSpPr>
          <p:cNvPr id="92" name="arrow:b-produce-return">
            <a:extLst>
              <a:ext uri="{FF2B5EF4-FFF2-40B4-BE49-F238E27FC236}">
                <ns2:creationId id="{EF4B2A4B-4511-4E06-92F9-B04B2C2B9BA5}"/>
              </a:ext>
            </a:extLst>
          </p:cNvPr>
          <p:cNvSpPr>
            <a:spLocks noGrp="1"/>
          </p:cNvSpPr>
          <p:nvPr/>
        </p:nvSpPr>
        <p:spPr>
          <a:xfrm>
            <a:off x="13296900" y="3362325"/>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93" name="label 4 후보 / 추가 원본 필요">
            <a:extLst>
              <a:ext uri="{FF2B5EF4-FFF2-40B4-BE49-F238E27FC236}">
                <ns2:creationId id="{1E2F835E-F0BC-4D95-AC01-CD573181D5F1}"/>
              </a:ext>
            </a:extLst>
          </p:cNvPr>
          <p:cNvSpPr>
            <a:spLocks noGrp="1"/>
          </p:cNvSpPr>
          <p:nvPr/>
        </p:nvSpPr>
        <p:spPr>
          <a:xfrm>
            <a:off x="13906500" y="4848225"/>
            <a:ext cx="3714750" cy="22860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4 후보 / 추가 원본 필요</a:t>
            </a:r>
            <a:endParaRPr lang="ko-KR">
              <a:latin typeface="Calibri"/>
              <a:ea typeface="Calibri"/>
              <a:cs typeface="Calibri"/>
            </a:endParaRPr>
          </a:p>
        </p:txBody>
      </p:sp>
      <p:sp>
        <p:nvSpPr>
          <p:cNvPr id="94" name="edge:b-candidate-save">
            <a:extLst>
              <a:ext uri="{FF2B5EF4-FFF2-40B4-BE49-F238E27FC236}">
                <ns2:creationId id="{3D9E78AF-DD6F-41A6-A940-D96707D27A57}"/>
              </a:ext>
            </a:extLst>
          </p:cNvPr>
          <p:cNvSpPr>
            <a:spLocks noGrp="1"/>
          </p:cNvSpPr>
          <p:nvPr/>
        </p:nvSpPr>
        <p:spPr>
          <a:xfrm>
            <a:off x="16383000" y="5953125"/>
            <a:ext cx="953" cy="133350"/>
          </a:xfrm>
          <a:custGeom>
            <a:pathLst>
              <a:path w="953" h="133350">
                <a:moveTo>
                  <a:pt x="0" y="0"/>
                </a:moveTo>
                <a:lnTo>
                  <a:pt x="0" y="133350"/>
                </a:lnTo>
              </a:path>
            </a:pathLst>
          </a:custGeom>
          <a:noFill/>
          <a:ln w="17145">
            <a:solidFill>
              <a:srgbClr val="32824A"/>
            </a:solidFill>
            <a:prstDash val="solid"/>
          </a:ln>
        </p:spPr>
      </p:sp>
      <p:sp>
        <p:nvSpPr>
          <p:cNvPr id="95" name="arrow:b-candidate-save">
            <a:extLst>
              <a:ext uri="{FF2B5EF4-FFF2-40B4-BE49-F238E27FC236}">
                <ns2:creationId id="{94CB97F4-3027-4B00-AB94-A438A80A7F8D}"/>
              </a:ext>
            </a:extLst>
          </p:cNvPr>
          <p:cNvSpPr>
            <a:spLocks noGrp="1"/>
          </p:cNvSpPr>
          <p:nvPr/>
        </p:nvSpPr>
        <p:spPr>
          <a:xfrm>
            <a:off x="16344900" y="6000750"/>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96" name="node:bma">
            <a:extLst>
              <a:ext uri="{FF2B5EF4-FFF2-40B4-BE49-F238E27FC236}">
                <ns2:creationId id="{D1507587-6DEA-454C-AD7A-A15787EFF23E}"/>
              </a:ext>
            </a:extLst>
          </p:cNvPr>
          <p:cNvSpPr>
            <a:spLocks noGrp="1"/>
          </p:cNvSpPr>
          <p:nvPr/>
        </p:nvSpPr>
        <p:spPr>
          <a:xfrm>
            <a:off x="9525000" y="7715250"/>
            <a:ext cx="4000500" cy="1285875"/>
          </a:xfrm>
          <a:prstGeom prst="rect">
            <a:avLst/>
          </a:prstGeom>
          <a:solidFill>
            <a:srgbClr val="FFF6DD"/>
          </a:solidFill>
          <a:ln w="16193">
            <a:solidFill>
              <a:srgbClr val="111111"/>
            </a:solidFill>
          </a:ln>
        </p:spPr>
        <p:txBody>
          <a:bodyPr wrap="none" lIns="47625" tIns="19050" rIns="47625" bIns="94297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Model Access (host 배치)</a:t>
            </a:r>
            <a:endParaRPr lang="ko-KR">
              <a:latin typeface="Calibri"/>
              <a:ea typeface="Calibri"/>
              <a:cs typeface="Calibri"/>
            </a:endParaRPr>
          </a:p>
        </p:txBody>
      </p:sp>
      <p:sp>
        <p:nvSpPr>
          <p:cNvPr id="97" name="divider bma">
            <a:extLst>
              <a:ext uri="{FF2B5EF4-FFF2-40B4-BE49-F238E27FC236}">
                <ns2:creationId id="{373C046C-612B-437E-A3D7-3DCB1AC8EBF9}"/>
              </a:ext>
            </a:extLst>
          </p:cNvPr>
          <p:cNvSpPr>
            <a:spLocks noGrp="1"/>
          </p:cNvSpPr>
          <p:nvPr/>
        </p:nvSpPr>
        <p:spPr>
          <a:xfrm>
            <a:off x="9525000" y="8077200"/>
            <a:ext cx="4000500" cy="953"/>
          </a:xfrm>
          <a:custGeom>
            <a:pathLst>
              <a:path w="4000500" h="953">
                <a:moveTo>
                  <a:pt x="0" y="0"/>
                </a:moveTo>
                <a:lnTo>
                  <a:pt x="4000500" y="0"/>
                </a:lnTo>
              </a:path>
            </a:pathLst>
          </a:custGeom>
          <a:noFill/>
          <a:ln w="9525">
            <a:solidFill>
              <a:srgbClr val="111111"/>
            </a:solidFill>
            <a:prstDash val="solid"/>
          </a:ln>
        </p:spPr>
      </p:sp>
      <p:sp>
        <p:nvSpPr>
          <p:cNvPr id="98" name="node:bcloud">
            <a:extLst>
              <a:ext uri="{FF2B5EF4-FFF2-40B4-BE49-F238E27FC236}">
                <ns2:creationId id="{E5AFA6FC-26A4-4608-AC1B-7EBDFC2C33F6}"/>
              </a:ext>
            </a:extLst>
          </p:cNvPr>
          <p:cNvSpPr>
            <a:spLocks noGrp="1"/>
          </p:cNvSpPr>
          <p:nvPr/>
        </p:nvSpPr>
        <p:spPr>
          <a:xfrm>
            <a:off x="9696450" y="8201025"/>
            <a:ext cx="1857375" cy="495300"/>
          </a:xfrm>
          <a:prstGeom prst="roundRect">
            <a:avLst>
              <a:gd name="adj" fmla="val 15385"/>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클라우드 호출기</a:t>
            </a:r>
            <a:endParaRPr lang="ko-KR">
              <a:latin typeface="Calibri"/>
              <a:ea typeface="Calibri"/>
              <a:cs typeface="Calibri"/>
            </a:endParaRPr>
          </a:p>
        </p:txBody>
      </p:sp>
      <p:sp>
        <p:nvSpPr>
          <p:cNvPr id="99" name="node:bcontrol">
            <a:extLst>
              <a:ext uri="{FF2B5EF4-FFF2-40B4-BE49-F238E27FC236}">
                <ns2:creationId id="{7D4C5EC1-00CA-437D-8D4F-FAC4DEC92421}"/>
              </a:ext>
            </a:extLst>
          </p:cNvPr>
          <p:cNvSpPr>
            <a:spLocks noGrp="1"/>
          </p:cNvSpPr>
          <p:nvPr/>
        </p:nvSpPr>
        <p:spPr>
          <a:xfrm>
            <a:off x="11782425" y="8201025"/>
            <a:ext cx="1571625" cy="495300"/>
          </a:xfrm>
          <a:prstGeom prst="roundRect">
            <a:avLst>
              <a:gd name="adj" fmla="val 15385"/>
            </a:avLst>
          </a:prstGeom>
          <a:solidFill>
            <a:srgbClr val="FFFFFF"/>
          </a:solidFill>
          <a:ln w="16193">
            <a:solidFill>
              <a:srgbClr val="32824A"/>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로컬 실행 제어기</a:t>
            </a:r>
            <a:endParaRPr lang="ko-KR">
              <a:latin typeface="Calibri"/>
              <a:ea typeface="Calibri"/>
              <a:cs typeface="Calibri"/>
            </a:endParaRPr>
          </a:p>
        </p:txBody>
      </p:sp>
      <p:sp>
        <p:nvSpPr>
          <p:cNvPr id="100" name="edge:b-infer">
            <a:extLst>
              <a:ext uri="{FF2B5EF4-FFF2-40B4-BE49-F238E27FC236}">
                <ns2:creationId id="{EED1F3F2-45DA-45BD-B254-A616E01EA23F}"/>
              </a:ext>
            </a:extLst>
          </p:cNvPr>
          <p:cNvSpPr>
            <a:spLocks noGrp="1"/>
          </p:cNvSpPr>
          <p:nvPr/>
        </p:nvSpPr>
        <p:spPr>
          <a:xfrm>
            <a:off x="9239250" y="5857875"/>
            <a:ext cx="476250" cy="2619375"/>
          </a:xfrm>
          <a:custGeom>
            <a:pathLst>
              <a:path w="476250" h="2619375">
                <a:moveTo>
                  <a:pt x="476250" y="0"/>
                </a:moveTo>
                <a:lnTo>
                  <a:pt x="0" y="0"/>
                </a:lnTo>
                <a:lnTo>
                  <a:pt x="0" y="2619375"/>
                </a:lnTo>
                <a:lnTo>
                  <a:pt x="457200" y="2619375"/>
                </a:lnTo>
              </a:path>
            </a:pathLst>
          </a:custGeom>
          <a:noFill/>
          <a:ln w="17145">
            <a:solidFill>
              <a:srgbClr val="32824A"/>
            </a:solidFill>
            <a:prstDash val="solid"/>
          </a:ln>
        </p:spPr>
      </p:sp>
      <p:sp>
        <p:nvSpPr>
          <p:cNvPr id="101" name="arrow:b-infer">
            <a:extLst>
              <a:ext uri="{FF2B5EF4-FFF2-40B4-BE49-F238E27FC236}">
                <ns2:creationId id="{74AB6C84-5F3E-429B-BBB2-904D7D9E6E86}"/>
              </a:ext>
            </a:extLst>
          </p:cNvPr>
          <p:cNvSpPr>
            <a:spLocks noGrp="1"/>
          </p:cNvSpPr>
          <p:nvPr/>
        </p:nvSpPr>
        <p:spPr>
          <a:xfrm>
            <a:off x="9610725" y="843915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02" name="label 6 전사 + 후보 + 원본 crop">
            <a:extLst>
              <a:ext uri="{FF2B5EF4-FFF2-40B4-BE49-F238E27FC236}">
                <ns2:creationId id="{0BB80CB9-25C0-47B1-82F4-B015543B8AE1}"/>
              </a:ext>
            </a:extLst>
          </p:cNvPr>
          <p:cNvSpPr>
            <a:spLocks noGrp="1"/>
          </p:cNvSpPr>
          <p:nvPr/>
        </p:nvSpPr>
        <p:spPr>
          <a:xfrm>
            <a:off x="9525000" y="6810375"/>
            <a:ext cx="2952750"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전사 + 후보 + 원본 crop</a:t>
            </a:r>
            <a:endParaRPr lang="ko-KR">
              <a:latin typeface="Calibri"/>
              <a:ea typeface="Calibri"/>
              <a:cs typeface="Calibri"/>
            </a:endParaRPr>
          </a:p>
        </p:txBody>
      </p:sp>
      <p:sp>
        <p:nvSpPr>
          <p:cNvPr id="103" name="edge:b-model-return">
            <a:extLst>
              <a:ext uri="{FF2B5EF4-FFF2-40B4-BE49-F238E27FC236}">
                <ns2:creationId id="{3E80F3A9-B480-4462-A78A-86396AD23258}"/>
              </a:ext>
            </a:extLst>
          </p:cNvPr>
          <p:cNvSpPr>
            <a:spLocks noGrp="1"/>
          </p:cNvSpPr>
          <p:nvPr/>
        </p:nvSpPr>
        <p:spPr>
          <a:xfrm>
            <a:off x="9382125" y="6000750"/>
            <a:ext cx="2095500" cy="2600325"/>
          </a:xfrm>
          <a:custGeom>
            <a:pathLst>
              <a:path w="2095500" h="2600325">
                <a:moveTo>
                  <a:pt x="314325" y="2600325"/>
                </a:moveTo>
                <a:lnTo>
                  <a:pt x="0" y="2600325"/>
                </a:lnTo>
                <a:lnTo>
                  <a:pt x="0" y="190500"/>
                </a:lnTo>
                <a:lnTo>
                  <a:pt x="2095500" y="190500"/>
                </a:lnTo>
                <a:lnTo>
                  <a:pt x="2095500" y="0"/>
                </a:lnTo>
              </a:path>
            </a:pathLst>
          </a:custGeom>
          <a:noFill/>
          <a:ln w="17145">
            <a:solidFill>
              <a:srgbClr val="32824A"/>
            </a:solidFill>
            <a:prstDash val="dash"/>
          </a:ln>
        </p:spPr>
      </p:sp>
      <p:sp>
        <p:nvSpPr>
          <p:cNvPr id="104" name="arrow:b-model-return">
            <a:extLst>
              <a:ext uri="{FF2B5EF4-FFF2-40B4-BE49-F238E27FC236}">
                <ns2:creationId id="{BB8748E0-D1EA-4673-84AF-988E0FAC8F83}"/>
              </a:ext>
            </a:extLst>
          </p:cNvPr>
          <p:cNvSpPr>
            <a:spLocks noGrp="1"/>
          </p:cNvSpPr>
          <p:nvPr/>
        </p:nvSpPr>
        <p:spPr>
          <a:xfrm>
            <a:off x="11439525" y="6000750"/>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105" name="label 7 해석 / 후보 부족">
            <a:extLst>
              <a:ext uri="{FF2B5EF4-FFF2-40B4-BE49-F238E27FC236}">
                <ns2:creationId id="{929AB7CC-BCFC-4333-A5E2-082BE3CF6144}"/>
              </a:ext>
            </a:extLst>
          </p:cNvPr>
          <p:cNvSpPr>
            <a:spLocks noGrp="1"/>
          </p:cNvSpPr>
          <p:nvPr/>
        </p:nvSpPr>
        <p:spPr>
          <a:xfrm>
            <a:off x="9525000" y="7162800"/>
            <a:ext cx="2952750" cy="28575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7 해석 / 후보 부족</a:t>
            </a:r>
            <a:endParaRPr lang="ko-KR">
              <a:latin typeface="Calibri"/>
              <a:ea typeface="Calibri"/>
              <a:cs typeface="Calibri"/>
            </a:endParaRPr>
          </a:p>
        </p:txBody>
      </p:sp>
      <p:sp>
        <p:nvSpPr>
          <p:cNvPr id="106" name="edge:b-visual-job">
            <a:extLst>
              <a:ext uri="{FF2B5EF4-FFF2-40B4-BE49-F238E27FC236}">
                <ns2:creationId id="{A4E02BAA-1B62-4E78-9D62-BACAB71A58D0}"/>
              </a:ext>
            </a:extLst>
          </p:cNvPr>
          <p:cNvSpPr>
            <a:spLocks noGrp="1"/>
          </p:cNvSpPr>
          <p:nvPr/>
        </p:nvSpPr>
        <p:spPr>
          <a:xfrm>
            <a:off x="13354050" y="5848350"/>
            <a:ext cx="1866900" cy="2438400"/>
          </a:xfrm>
          <a:custGeom>
            <a:pathLst>
              <a:path w="1866900" h="2438400">
                <a:moveTo>
                  <a:pt x="1866900" y="0"/>
                </a:moveTo>
                <a:lnTo>
                  <a:pt x="742950" y="0"/>
                </a:lnTo>
                <a:lnTo>
                  <a:pt x="742950" y="1152525"/>
                </a:lnTo>
                <a:lnTo>
                  <a:pt x="314325" y="1152525"/>
                </a:lnTo>
                <a:lnTo>
                  <a:pt x="314325" y="2438400"/>
                </a:lnTo>
                <a:lnTo>
                  <a:pt x="0" y="2438400"/>
                </a:lnTo>
              </a:path>
            </a:pathLst>
          </a:custGeom>
          <a:noFill/>
          <a:ln w="17145">
            <a:solidFill>
              <a:srgbClr val="32824A"/>
            </a:solidFill>
            <a:prstDash val="solid"/>
          </a:ln>
        </p:spPr>
      </p:sp>
      <p:sp>
        <p:nvSpPr>
          <p:cNvPr id="107" name="arrow:b-visual-job">
            <a:extLst>
              <a:ext uri="{FF2B5EF4-FFF2-40B4-BE49-F238E27FC236}">
                <ns2:creationId id="{1C2064A7-65D4-4CDE-8FEA-03EB7F272BA7}"/>
              </a:ext>
            </a:extLst>
          </p:cNvPr>
          <p:cNvSpPr>
            <a:spLocks noGrp="1"/>
          </p:cNvSpPr>
          <p:nvPr/>
        </p:nvSpPr>
        <p:spPr>
          <a:xfrm>
            <a:off x="13354050" y="824865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08" name="label 시각 필요 시 UI / 정밀 경계 필요 시 SAM">
            <a:extLst>
              <a:ext uri="{FF2B5EF4-FFF2-40B4-BE49-F238E27FC236}">
                <ns2:creationId id="{041E289F-30DB-4358-8EDD-3D13DAE592A7}"/>
              </a:ext>
            </a:extLst>
          </p:cNvPr>
          <p:cNvSpPr>
            <a:spLocks noGrp="1"/>
          </p:cNvSpPr>
          <p:nvPr/>
        </p:nvSpPr>
        <p:spPr>
          <a:xfrm>
            <a:off x="13668375" y="6667500"/>
            <a:ext cx="4143375" cy="2762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시각 필요 시 UI / 정밀 경계 필요 시 SAM</a:t>
            </a:r>
            <a:endParaRPr lang="ko-KR">
              <a:latin typeface="Calibri"/>
              <a:ea typeface="Calibri"/>
              <a:cs typeface="Calibri"/>
            </a:endParaRPr>
          </a:p>
        </p:txBody>
      </p:sp>
      <p:sp>
        <p:nvSpPr>
          <p:cNvPr id="109" name="edge:b-visual-result">
            <a:extLst>
              <a:ext uri="{FF2B5EF4-FFF2-40B4-BE49-F238E27FC236}">
                <ns2:creationId id="{4D96FC1B-F9A0-44DF-A3B5-702A88A40352}"/>
              </a:ext>
            </a:extLst>
          </p:cNvPr>
          <p:cNvSpPr>
            <a:spLocks noGrp="1"/>
          </p:cNvSpPr>
          <p:nvPr/>
        </p:nvSpPr>
        <p:spPr>
          <a:xfrm>
            <a:off x="13354050" y="5743575"/>
            <a:ext cx="4552950" cy="2828925"/>
          </a:xfrm>
          <a:custGeom>
            <a:pathLst>
              <a:path w="4552950" h="2828925">
                <a:moveTo>
                  <a:pt x="0" y="2828925"/>
                </a:moveTo>
                <a:lnTo>
                  <a:pt x="457200" y="2828925"/>
                </a:lnTo>
                <a:lnTo>
                  <a:pt x="457200" y="1685925"/>
                </a:lnTo>
                <a:lnTo>
                  <a:pt x="4552950" y="1685925"/>
                </a:lnTo>
                <a:lnTo>
                  <a:pt x="4552950" y="0"/>
                </a:lnTo>
                <a:lnTo>
                  <a:pt x="4191000" y="0"/>
                </a:lnTo>
              </a:path>
            </a:pathLst>
          </a:custGeom>
          <a:noFill/>
          <a:ln w="17145">
            <a:solidFill>
              <a:srgbClr val="32824A"/>
            </a:solidFill>
            <a:prstDash val="dash"/>
          </a:ln>
        </p:spPr>
      </p:sp>
      <p:sp>
        <p:nvSpPr>
          <p:cNvPr id="110" name="arrow:b-visual-result">
            <a:extLst>
              <a:ext uri="{FF2B5EF4-FFF2-40B4-BE49-F238E27FC236}">
                <ns2:creationId id="{C0AAF57F-13C8-49AD-AE03-CAC972C70DC9}"/>
              </a:ext>
            </a:extLst>
          </p:cNvPr>
          <p:cNvSpPr>
            <a:spLocks noGrp="1"/>
          </p:cNvSpPr>
          <p:nvPr/>
        </p:nvSpPr>
        <p:spPr>
          <a:xfrm>
            <a:off x="17545050" y="57054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11" name="label 검출 / 경계 / 추적 결과">
            <a:extLst>
              <a:ext uri="{FF2B5EF4-FFF2-40B4-BE49-F238E27FC236}">
                <ns2:creationId id="{3EB71B96-A4EC-46F4-A777-1C2E9B86F421}"/>
              </a:ext>
            </a:extLst>
          </p:cNvPr>
          <p:cNvSpPr>
            <a:spLocks noGrp="1"/>
          </p:cNvSpPr>
          <p:nvPr/>
        </p:nvSpPr>
        <p:spPr>
          <a:xfrm>
            <a:off x="14573250" y="7153275"/>
            <a:ext cx="31432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검출 / 경계 / 추적 결과</a:t>
            </a:r>
            <a:endParaRPr lang="ko-KR">
              <a:latin typeface="Calibri"/>
              <a:ea typeface="Calibri"/>
              <a:cs typeface="Calibri"/>
            </a:endParaRPr>
          </a:p>
        </p:txBody>
      </p:sp>
      <p:sp>
        <p:nvSpPr>
          <p:cNvPr id="112" name="node:bllm">
            <a:extLst>
              <a:ext uri="{FF2B5EF4-FFF2-40B4-BE49-F238E27FC236}">
                <ns2:creationId id="{B8865248-8813-42D4-B2AC-0F804CF5EEDB}"/>
              </a:ext>
            </a:extLst>
          </p:cNvPr>
          <p:cNvSpPr>
            <a:spLocks noGrp="1"/>
          </p:cNvSpPr>
          <p:nvPr/>
        </p:nvSpPr>
        <p:spPr>
          <a:xfrm>
            <a:off x="9525000" y="9382125"/>
            <a:ext cx="2286000" cy="52387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113" name="edge:b-cloud">
            <a:extLst>
              <a:ext uri="{FF2B5EF4-FFF2-40B4-BE49-F238E27FC236}">
                <ns2:creationId id="{E713A84C-6721-475E-96B7-924ABCAFEBE7}"/>
              </a:ext>
            </a:extLst>
          </p:cNvPr>
          <p:cNvSpPr>
            <a:spLocks noGrp="1"/>
          </p:cNvSpPr>
          <p:nvPr/>
        </p:nvSpPr>
        <p:spPr>
          <a:xfrm>
            <a:off x="10096500" y="8696325"/>
            <a:ext cx="953" cy="685800"/>
          </a:xfrm>
          <a:custGeom>
            <a:pathLst>
              <a:path w="953" h="685800">
                <a:moveTo>
                  <a:pt x="0" y="0"/>
                </a:moveTo>
                <a:lnTo>
                  <a:pt x="0" y="685800"/>
                </a:lnTo>
              </a:path>
            </a:pathLst>
          </a:custGeom>
          <a:noFill/>
          <a:ln w="17145">
            <a:solidFill>
              <a:srgbClr val="111111"/>
            </a:solidFill>
            <a:prstDash val="solid"/>
          </a:ln>
        </p:spPr>
      </p:sp>
      <p:sp>
        <p:nvSpPr>
          <p:cNvPr id="114" name="arrow:b-cloud">
            <a:extLst>
              <a:ext uri="{FF2B5EF4-FFF2-40B4-BE49-F238E27FC236}">
                <ns2:creationId id="{45A5FBB1-C33B-4561-BA75-F219DB55CFE0}"/>
              </a:ext>
            </a:extLst>
          </p:cNvPr>
          <p:cNvSpPr>
            <a:spLocks noGrp="1"/>
          </p:cNvSpPr>
          <p:nvPr/>
        </p:nvSpPr>
        <p:spPr>
          <a:xfrm>
            <a:off x="10058400" y="929640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5" name="label 요청">
            <a:extLst>
              <a:ext uri="{FF2B5EF4-FFF2-40B4-BE49-F238E27FC236}">
                <ns2:creationId id="{225FD1CC-A493-4CCC-85C2-0A568EFBD972}"/>
              </a:ext>
            </a:extLst>
          </p:cNvPr>
          <p:cNvSpPr>
            <a:spLocks noGrp="1"/>
          </p:cNvSpPr>
          <p:nvPr/>
        </p:nvSpPr>
        <p:spPr>
          <a:xfrm>
            <a:off x="9525000" y="9048750"/>
            <a:ext cx="762000" cy="2571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요청</a:t>
            </a:r>
            <a:endParaRPr lang="ko-KR">
              <a:latin typeface="Calibri"/>
              <a:ea typeface="Calibri"/>
              <a:cs typeface="Calibri"/>
            </a:endParaRPr>
          </a:p>
        </p:txBody>
      </p:sp>
      <p:sp>
        <p:nvSpPr>
          <p:cNvPr id="116" name="edge:b-cloud-return">
            <a:extLst>
              <a:ext uri="{FF2B5EF4-FFF2-40B4-BE49-F238E27FC236}">
                <ns2:creationId id="{29E5C641-B63F-4A08-83F4-FBDAF30ADCDE}"/>
              </a:ext>
            </a:extLst>
          </p:cNvPr>
          <p:cNvSpPr>
            <a:spLocks noGrp="1"/>
          </p:cNvSpPr>
          <p:nvPr/>
        </p:nvSpPr>
        <p:spPr>
          <a:xfrm>
            <a:off x="11239500" y="8696325"/>
            <a:ext cx="953" cy="685800"/>
          </a:xfrm>
          <a:custGeom>
            <a:pathLst>
              <a:path w="953" h="685800">
                <a:moveTo>
                  <a:pt x="0" y="685800"/>
                </a:moveTo>
                <a:lnTo>
                  <a:pt x="0" y="0"/>
                </a:lnTo>
              </a:path>
            </a:pathLst>
          </a:custGeom>
          <a:noFill/>
          <a:ln w="17145">
            <a:solidFill>
              <a:srgbClr val="111111"/>
            </a:solidFill>
            <a:prstDash val="dash"/>
          </a:ln>
        </p:spPr>
      </p:sp>
      <p:sp>
        <p:nvSpPr>
          <p:cNvPr id="117" name="arrow:b-cloud-return">
            <a:extLst>
              <a:ext uri="{FF2B5EF4-FFF2-40B4-BE49-F238E27FC236}">
                <ns2:creationId id="{80B28FB6-1FBA-416E-A22C-10C36851A39F}"/>
              </a:ext>
            </a:extLst>
          </p:cNvPr>
          <p:cNvSpPr>
            <a:spLocks noGrp="1"/>
          </p:cNvSpPr>
          <p:nvPr/>
        </p:nvSpPr>
        <p:spPr>
          <a:xfrm>
            <a:off x="11201400" y="86963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8" name="label 결과">
            <a:extLst>
              <a:ext uri="{FF2B5EF4-FFF2-40B4-BE49-F238E27FC236}">
                <ns2:creationId id="{4C3C8410-0A89-4286-B864-4439F1C3EC03}"/>
              </a:ext>
            </a:extLst>
          </p:cNvPr>
          <p:cNvSpPr>
            <a:spLocks noGrp="1"/>
          </p:cNvSpPr>
          <p:nvPr/>
        </p:nvSpPr>
        <p:spPr>
          <a:xfrm>
            <a:off x="10858500" y="9048750"/>
            <a:ext cx="857250" cy="2571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결과</a:t>
            </a:r>
            <a:endParaRPr lang="ko-KR">
              <a:latin typeface="Calibri"/>
              <a:ea typeface="Calibri"/>
              <a:cs typeface="Calibri"/>
            </a:endParaRPr>
          </a:p>
        </p:txBody>
      </p:sp>
      <p:sp>
        <p:nvSpPr>
          <p:cNvPr id="119" name="node:bw">
            <a:extLst>
              <a:ext uri="{FF2B5EF4-FFF2-40B4-BE49-F238E27FC236}">
                <ns2:creationId id="{69D709D5-5D19-49BD-9161-0C681DA297BE}"/>
              </a:ext>
            </a:extLst>
          </p:cNvPr>
          <p:cNvSpPr>
            <a:spLocks noGrp="1"/>
          </p:cNvSpPr>
          <p:nvPr/>
        </p:nvSpPr>
        <p:spPr>
          <a:xfrm>
            <a:off x="14287500" y="7686675"/>
            <a:ext cx="3524250" cy="2257425"/>
          </a:xfrm>
          <a:prstGeom prst="rect">
            <a:avLst/>
          </a:prstGeom>
          <a:noFill/>
          <a:ln w="17145">
            <a:solidFill>
              <a:srgbClr val="72777D"/>
            </a:solidFill>
            <a:prstDash val="dash"/>
          </a:ln>
        </p:spPr>
        <p:txBody>
          <a:bodyPr wrap="none" lIns="114300" tIns="19050" rIns="76200" bIns="1952625"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R1 Vision Worker process</a:t>
            </a:r>
            <a:endParaRPr lang="ko-KR">
              <a:latin typeface="Calibri"/>
              <a:ea typeface="Calibri"/>
              <a:cs typeface="Calibri"/>
            </a:endParaRPr>
          </a:p>
        </p:txBody>
      </p:sp>
      <p:sp>
        <p:nvSpPr>
          <p:cNvPr id="120" name="node:bwma">
            <a:extLst>
              <a:ext uri="{FF2B5EF4-FFF2-40B4-BE49-F238E27FC236}">
                <ns2:creationId id="{B08076CC-D9AA-455E-A118-845F7E55F591}"/>
              </a:ext>
            </a:extLst>
          </p:cNvPr>
          <p:cNvSpPr>
            <a:spLocks noGrp="1"/>
          </p:cNvSpPr>
          <p:nvPr/>
        </p:nvSpPr>
        <p:spPr>
          <a:xfrm>
            <a:off x="14430375" y="8096250"/>
            <a:ext cx="3238500" cy="1704975"/>
          </a:xfrm>
          <a:prstGeom prst="rect">
            <a:avLst/>
          </a:prstGeom>
          <a:solidFill>
            <a:srgbClr val="FFF6DD"/>
          </a:solidFill>
          <a:ln w="16193">
            <a:solidFill>
              <a:srgbClr val="32824A"/>
            </a:solidFill>
          </a:ln>
        </p:spPr>
        <p:txBody>
          <a:bodyPr wrap="none" lIns="47625" tIns="19050" rIns="47625" bIns="136207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121" name="divider bwma">
            <a:extLst>
              <a:ext uri="{FF2B5EF4-FFF2-40B4-BE49-F238E27FC236}">
                <ns2:creationId id="{9F5D7791-70A5-401F-A390-AFA52C1D067B}"/>
              </a:ext>
            </a:extLst>
          </p:cNvPr>
          <p:cNvSpPr>
            <a:spLocks noGrp="1"/>
          </p:cNvSpPr>
          <p:nvPr/>
        </p:nvSpPr>
        <p:spPr>
          <a:xfrm>
            <a:off x="14430375" y="8458200"/>
            <a:ext cx="3238500" cy="953"/>
          </a:xfrm>
          <a:custGeom>
            <a:pathLst>
              <a:path w="3238500" h="953">
                <a:moveTo>
                  <a:pt x="0" y="0"/>
                </a:moveTo>
                <a:lnTo>
                  <a:pt x="3238500" y="0"/>
                </a:lnTo>
              </a:path>
            </a:pathLst>
          </a:custGeom>
          <a:noFill/>
          <a:ln w="9525">
            <a:solidFill>
              <a:srgbClr val="111111"/>
            </a:solidFill>
            <a:prstDash val="solid"/>
          </a:ln>
        </p:spPr>
      </p:sp>
      <p:sp>
        <p:nvSpPr>
          <p:cNvPr id="122" name="node:bipc">
            <a:extLst>
              <a:ext uri="{FF2B5EF4-FFF2-40B4-BE49-F238E27FC236}">
                <ns2:creationId id="{3466A9B3-1442-453A-8A50-A26A2D3C5AD3}"/>
              </a:ext>
            </a:extLst>
          </p:cNvPr>
          <p:cNvSpPr>
            <a:spLocks noGrp="1"/>
          </p:cNvSpPr>
          <p:nvPr/>
        </p:nvSpPr>
        <p:spPr>
          <a:xfrm>
            <a:off x="14573250" y="8477250"/>
            <a:ext cx="1381125" cy="381000"/>
          </a:xfrm>
          <a:prstGeom prst="roundRect">
            <a:avLst>
              <a:gd name="adj" fmla="val 20000"/>
            </a:avLst>
          </a:prstGeom>
          <a:solidFill>
            <a:srgbClr val="FFFFFF"/>
          </a:solidFill>
          <a:ln w="16193">
            <a:solidFill>
              <a:srgbClr val="32824A"/>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IPC 수신기</a:t>
            </a:r>
            <a:endParaRPr lang="ko-KR">
              <a:latin typeface="Calibri"/>
              <a:ea typeface="Calibri"/>
              <a:cs typeface="Calibri"/>
            </a:endParaRPr>
          </a:p>
        </p:txBody>
      </p:sp>
      <p:sp>
        <p:nvSpPr>
          <p:cNvPr id="123" name="node:bexec">
            <a:extLst>
              <a:ext uri="{FF2B5EF4-FFF2-40B4-BE49-F238E27FC236}">
                <ns2:creationId id="{61492977-D4E5-4152-B6C6-4F1F22CFE7CA}"/>
              </a:ext>
            </a:extLst>
          </p:cNvPr>
          <p:cNvSpPr>
            <a:spLocks noGrp="1"/>
          </p:cNvSpPr>
          <p:nvPr/>
        </p:nvSpPr>
        <p:spPr>
          <a:xfrm>
            <a:off x="16097250" y="8477250"/>
            <a:ext cx="1428750" cy="381000"/>
          </a:xfrm>
          <a:prstGeom prst="roundRect">
            <a:avLst>
              <a:gd name="adj" fmla="val 20000"/>
            </a:avLst>
          </a:prstGeom>
          <a:solidFill>
            <a:srgbClr val="FFFFFF"/>
          </a:solidFill>
          <a:ln w="16193">
            <a:solidFill>
              <a:srgbClr val="32824A"/>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CPU 시각 실행기</a:t>
            </a:r>
            <a:endParaRPr lang="ko-KR">
              <a:latin typeface="Calibri"/>
              <a:ea typeface="Calibri"/>
              <a:cs typeface="Calibri"/>
            </a:endParaRPr>
          </a:p>
        </p:txBody>
      </p:sp>
      <p:sp>
        <p:nvSpPr>
          <p:cNvPr id="124" name="node:bmodel">
            <a:extLst>
              <a:ext uri="{FF2B5EF4-FFF2-40B4-BE49-F238E27FC236}">
                <ns2:creationId id="{FF3A41C2-7EF6-4EB4-AC87-2874A89196BD}"/>
              </a:ext>
            </a:extLst>
          </p:cNvPr>
          <p:cNvSpPr>
            <a:spLocks noGrp="1"/>
          </p:cNvSpPr>
          <p:nvPr/>
        </p:nvSpPr>
        <p:spPr>
          <a:xfrm>
            <a:off x="14573250" y="9191625"/>
            <a:ext cx="1381125" cy="49530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모델</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(RAM)</a:t>
            </a:r>
            <a:endParaRPr lang="ko-KR">
              <a:latin typeface="Calibri"/>
              <a:ea typeface="Calibri"/>
              <a:cs typeface="Calibri"/>
            </a:endParaRPr>
          </a:p>
        </p:txBody>
      </p:sp>
      <p:sp>
        <p:nvSpPr>
          <p:cNvPr id="125" name="node:bepisode">
            <a:extLst>
              <a:ext uri="{FF2B5EF4-FFF2-40B4-BE49-F238E27FC236}">
                <ns2:creationId id="{5453BA12-116E-4D5C-963E-A84142608291}"/>
              </a:ext>
            </a:extLst>
          </p:cNvPr>
          <p:cNvSpPr>
            <a:spLocks noGrp="1"/>
          </p:cNvSpPr>
          <p:nvPr/>
        </p:nvSpPr>
        <p:spPr>
          <a:xfrm>
            <a:off x="16097250" y="9191625"/>
            <a:ext cx="1428750" cy="49530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추적 상태</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(RAM)</a:t>
            </a:r>
            <a:endParaRPr lang="ko-KR">
              <a:latin typeface="Calibri"/>
              <a:ea typeface="Calibri"/>
              <a:cs typeface="Calibri"/>
            </a:endParaRPr>
          </a:p>
        </p:txBody>
      </p:sp>
      <p:sp>
        <p:nvSpPr>
          <p:cNvPr id="126" name="edge:b-ipc-job">
            <a:extLst>
              <a:ext uri="{FF2B5EF4-FFF2-40B4-BE49-F238E27FC236}">
                <ns2:creationId id="{0C04F579-B060-45F2-BE61-B79C27EC45C5}"/>
              </a:ext>
            </a:extLst>
          </p:cNvPr>
          <p:cNvSpPr>
            <a:spLocks noGrp="1"/>
          </p:cNvSpPr>
          <p:nvPr/>
        </p:nvSpPr>
        <p:spPr>
          <a:xfrm>
            <a:off x="12096750" y="8572500"/>
            <a:ext cx="2476500" cy="685800"/>
          </a:xfrm>
          <a:custGeom>
            <a:pathLst>
              <a:path w="2476500" h="685800">
                <a:moveTo>
                  <a:pt x="0" y="123825"/>
                </a:moveTo>
                <a:lnTo>
                  <a:pt x="0" y="685800"/>
                </a:lnTo>
                <a:lnTo>
                  <a:pt x="2047875" y="685800"/>
                </a:lnTo>
                <a:lnTo>
                  <a:pt x="2047875" y="0"/>
                </a:lnTo>
                <a:lnTo>
                  <a:pt x="2476500" y="0"/>
                </a:lnTo>
              </a:path>
            </a:pathLst>
          </a:custGeom>
          <a:noFill/>
          <a:ln w="17145">
            <a:solidFill>
              <a:srgbClr val="32824A"/>
            </a:solidFill>
            <a:prstDash val="solid"/>
          </a:ln>
        </p:spPr>
      </p:sp>
      <p:sp>
        <p:nvSpPr>
          <p:cNvPr id="127" name="arrow:b-ipc-job">
            <a:extLst>
              <a:ext uri="{FF2B5EF4-FFF2-40B4-BE49-F238E27FC236}">
                <ns2:creationId id="{8792C301-0B77-4747-9C82-0F90DD88470D}"/>
              </a:ext>
            </a:extLst>
          </p:cNvPr>
          <p:cNvSpPr>
            <a:spLocks noGrp="1"/>
          </p:cNvSpPr>
          <p:nvPr/>
        </p:nvSpPr>
        <p:spPr>
          <a:xfrm>
            <a:off x="14487525" y="853440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28" name="label IPC 요청">
            <a:extLst>
              <a:ext uri="{FF2B5EF4-FFF2-40B4-BE49-F238E27FC236}">
                <ns2:creationId id="{C73B969A-B34A-46F2-9AB0-FA2EC270C42A}"/>
              </a:ext>
            </a:extLst>
          </p:cNvPr>
          <p:cNvSpPr>
            <a:spLocks noGrp="1"/>
          </p:cNvSpPr>
          <p:nvPr/>
        </p:nvSpPr>
        <p:spPr>
          <a:xfrm>
            <a:off x="12334875" y="8972550"/>
            <a:ext cx="1524000" cy="257175"/>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IPC 요청</a:t>
            </a:r>
            <a:endParaRPr lang="ko-KR">
              <a:latin typeface="Calibri"/>
              <a:ea typeface="Calibri"/>
              <a:cs typeface="Calibri"/>
            </a:endParaRPr>
          </a:p>
        </p:txBody>
      </p:sp>
      <p:sp>
        <p:nvSpPr>
          <p:cNvPr id="129" name="edge:b-ipc-result">
            <a:extLst>
              <a:ext uri="{FF2B5EF4-FFF2-40B4-BE49-F238E27FC236}">
                <ns2:creationId id="{BFBEE9BF-F22B-42E1-B44C-B1C31B663054}"/>
              </a:ext>
            </a:extLst>
          </p:cNvPr>
          <p:cNvSpPr>
            <a:spLocks noGrp="1"/>
          </p:cNvSpPr>
          <p:nvPr/>
        </p:nvSpPr>
        <p:spPr>
          <a:xfrm>
            <a:off x="13239750" y="8696325"/>
            <a:ext cx="1333500" cy="876300"/>
          </a:xfrm>
          <a:custGeom>
            <a:pathLst>
              <a:path w="1333500" h="876300">
                <a:moveTo>
                  <a:pt x="1333500" y="47625"/>
                </a:moveTo>
                <a:lnTo>
                  <a:pt x="733425" y="47625"/>
                </a:lnTo>
                <a:lnTo>
                  <a:pt x="733425" y="876300"/>
                </a:lnTo>
                <a:lnTo>
                  <a:pt x="0" y="876300"/>
                </a:lnTo>
                <a:lnTo>
                  <a:pt x="0" y="0"/>
                </a:lnTo>
              </a:path>
            </a:pathLst>
          </a:custGeom>
          <a:noFill/>
          <a:ln w="17145">
            <a:solidFill>
              <a:srgbClr val="32824A"/>
            </a:solidFill>
            <a:prstDash val="dash"/>
          </a:ln>
        </p:spPr>
      </p:sp>
      <p:sp>
        <p:nvSpPr>
          <p:cNvPr id="130" name="arrow:b-ipc-result">
            <a:extLst>
              <a:ext uri="{FF2B5EF4-FFF2-40B4-BE49-F238E27FC236}">
                <ns2:creationId id="{C3AB716C-96A5-4449-86D7-E4E2AEAF62CF}"/>
              </a:ext>
            </a:extLst>
          </p:cNvPr>
          <p:cNvSpPr>
            <a:spLocks noGrp="1"/>
          </p:cNvSpPr>
          <p:nvPr/>
        </p:nvSpPr>
        <p:spPr>
          <a:xfrm>
            <a:off x="13201650" y="8696325"/>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131" name="label 완료 / 오류">
            <a:extLst>
              <a:ext uri="{FF2B5EF4-FFF2-40B4-BE49-F238E27FC236}">
                <ns2:creationId id="{1747B9DC-B5EB-41AC-965D-CF867155D965}"/>
              </a:ext>
            </a:extLst>
          </p:cNvPr>
          <p:cNvSpPr>
            <a:spLocks noGrp="1"/>
          </p:cNvSpPr>
          <p:nvPr/>
        </p:nvSpPr>
        <p:spPr>
          <a:xfrm>
            <a:off x="12049125" y="9620250"/>
            <a:ext cx="2047875" cy="257175"/>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완료 / 오류</a:t>
            </a:r>
            <a:endParaRPr lang="ko-KR">
              <a:latin typeface="Calibri"/>
              <a:ea typeface="Calibri"/>
              <a:cs typeface="Calibri"/>
            </a:endParaRPr>
          </a:p>
        </p:txBody>
      </p:sp>
      <p:sp>
        <p:nvSpPr>
          <p:cNvPr id="132" name="edge:b-local-exec">
            <a:extLst>
              <a:ext uri="{FF2B5EF4-FFF2-40B4-BE49-F238E27FC236}">
                <ns2:creationId id="{DD9CD5E7-BFA7-41B6-BAA0-14DD9FDABC16}"/>
              </a:ext>
            </a:extLst>
          </p:cNvPr>
          <p:cNvSpPr>
            <a:spLocks noGrp="1"/>
          </p:cNvSpPr>
          <p:nvPr/>
        </p:nvSpPr>
        <p:spPr>
          <a:xfrm>
            <a:off x="15954375" y="8572500"/>
            <a:ext cx="142875" cy="953"/>
          </a:xfrm>
          <a:custGeom>
            <a:pathLst>
              <a:path w="142875" h="953">
                <a:moveTo>
                  <a:pt x="0" y="0"/>
                </a:moveTo>
                <a:lnTo>
                  <a:pt x="142875" y="0"/>
                </a:lnTo>
              </a:path>
            </a:pathLst>
          </a:custGeom>
          <a:noFill/>
          <a:ln w="17145">
            <a:solidFill>
              <a:srgbClr val="32824A"/>
            </a:solidFill>
            <a:prstDash val="solid"/>
          </a:ln>
        </p:spPr>
      </p:sp>
      <p:sp>
        <p:nvSpPr>
          <p:cNvPr id="133" name="arrow:b-local-exec">
            <a:extLst>
              <a:ext uri="{FF2B5EF4-FFF2-40B4-BE49-F238E27FC236}">
                <ns2:creationId id="{502237E5-3330-4D03-A62E-EF274771A711}"/>
              </a:ext>
            </a:extLst>
          </p:cNvPr>
          <p:cNvSpPr>
            <a:spLocks noGrp="1"/>
          </p:cNvSpPr>
          <p:nvPr/>
        </p:nvSpPr>
        <p:spPr>
          <a:xfrm>
            <a:off x="16011525" y="853440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34" name="edge:b-local-result">
            <a:extLst>
              <a:ext uri="{FF2B5EF4-FFF2-40B4-BE49-F238E27FC236}">
                <ns2:creationId id="{7E38E9A8-C593-4AF2-8B07-9FFBADEFC106}"/>
              </a:ext>
            </a:extLst>
          </p:cNvPr>
          <p:cNvSpPr>
            <a:spLocks noGrp="1"/>
          </p:cNvSpPr>
          <p:nvPr/>
        </p:nvSpPr>
        <p:spPr>
          <a:xfrm>
            <a:off x="15954375" y="8763000"/>
            <a:ext cx="142875" cy="953"/>
          </a:xfrm>
          <a:custGeom>
            <a:pathLst>
              <a:path w="142875" h="953">
                <a:moveTo>
                  <a:pt x="142875" y="0"/>
                </a:moveTo>
                <a:lnTo>
                  <a:pt x="0" y="0"/>
                </a:lnTo>
              </a:path>
            </a:pathLst>
          </a:custGeom>
          <a:noFill/>
          <a:ln w="17145">
            <a:solidFill>
              <a:srgbClr val="32824A"/>
            </a:solidFill>
            <a:prstDash val="dash"/>
          </a:ln>
        </p:spPr>
      </p:sp>
      <p:sp>
        <p:nvSpPr>
          <p:cNvPr id="135" name="arrow:b-local-result">
            <a:extLst>
              <a:ext uri="{FF2B5EF4-FFF2-40B4-BE49-F238E27FC236}">
                <ns2:creationId id="{0F2177B1-BF2E-4DED-BA9E-3C1AE05FE447}"/>
              </a:ext>
            </a:extLst>
          </p:cNvPr>
          <p:cNvSpPr>
            <a:spLocks noGrp="1"/>
          </p:cNvSpPr>
          <p:nvPr/>
        </p:nvSpPr>
        <p:spPr>
          <a:xfrm>
            <a:off x="15954375" y="872490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36" name="edge:b-model-use">
            <a:extLst>
              <a:ext uri="{FF2B5EF4-FFF2-40B4-BE49-F238E27FC236}">
                <ns2:creationId id="{BD8E953F-4C66-47F3-86BD-2D16BCD4A72B}"/>
              </a:ext>
            </a:extLst>
          </p:cNvPr>
          <p:cNvSpPr>
            <a:spLocks noGrp="1"/>
          </p:cNvSpPr>
          <p:nvPr/>
        </p:nvSpPr>
        <p:spPr>
          <a:xfrm>
            <a:off x="15240000" y="8858250"/>
            <a:ext cx="1190625" cy="333375"/>
          </a:xfrm>
          <a:custGeom>
            <a:pathLst>
              <a:path w="1190625" h="333375">
                <a:moveTo>
                  <a:pt x="1190625" y="0"/>
                </a:moveTo>
                <a:lnTo>
                  <a:pt x="1190625" y="171450"/>
                </a:lnTo>
                <a:lnTo>
                  <a:pt x="0" y="171450"/>
                </a:lnTo>
                <a:lnTo>
                  <a:pt x="0" y="333375"/>
                </a:lnTo>
              </a:path>
            </a:pathLst>
          </a:custGeom>
          <a:noFill/>
          <a:ln w="17145">
            <a:solidFill>
              <a:srgbClr val="32824A"/>
            </a:solidFill>
            <a:prstDash val="solid"/>
          </a:ln>
        </p:spPr>
      </p:sp>
      <p:sp>
        <p:nvSpPr>
          <p:cNvPr id="137" name="arrow:b-model-use">
            <a:extLst>
              <a:ext uri="{FF2B5EF4-FFF2-40B4-BE49-F238E27FC236}">
                <ns2:creationId id="{E138819C-7B02-4370-AACB-772D021E1AF9}"/>
              </a:ext>
            </a:extLst>
          </p:cNvPr>
          <p:cNvSpPr>
            <a:spLocks noGrp="1"/>
          </p:cNvSpPr>
          <p:nvPr/>
        </p:nvSpPr>
        <p:spPr>
          <a:xfrm>
            <a:off x="15201900" y="9105900"/>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38" name="edge:b-episode-use">
            <a:extLst>
              <a:ext uri="{FF2B5EF4-FFF2-40B4-BE49-F238E27FC236}">
                <ns2:creationId id="{C0BA2749-0B4E-4EF8-A70D-362E787AD6C5}"/>
              </a:ext>
            </a:extLst>
          </p:cNvPr>
          <p:cNvSpPr>
            <a:spLocks noGrp="1"/>
          </p:cNvSpPr>
          <p:nvPr/>
        </p:nvSpPr>
        <p:spPr>
          <a:xfrm>
            <a:off x="17145000" y="8858250"/>
            <a:ext cx="953" cy="333375"/>
          </a:xfrm>
          <a:custGeom>
            <a:pathLst>
              <a:path w="953" h="333375">
                <a:moveTo>
                  <a:pt x="0" y="0"/>
                </a:moveTo>
                <a:lnTo>
                  <a:pt x="0" y="333375"/>
                </a:lnTo>
              </a:path>
            </a:pathLst>
          </a:custGeom>
          <a:noFill/>
          <a:ln w="17145">
            <a:solidFill>
              <a:srgbClr val="32824A"/>
            </a:solidFill>
            <a:prstDash val="solid"/>
          </a:ln>
        </p:spPr>
      </p:sp>
      <p:sp>
        <p:nvSpPr>
          <p:cNvPr id="139" name="arrow:b-episode-use">
            <a:extLst>
              <a:ext uri="{FF2B5EF4-FFF2-40B4-BE49-F238E27FC236}">
                <ns2:creationId id="{0B06C8C9-7EA4-401E-8057-A50C1FC80662}"/>
              </a:ext>
            </a:extLst>
          </p:cNvPr>
          <p:cNvSpPr>
            <a:spLocks noGrp="1"/>
          </p:cNvSpPr>
          <p:nvPr/>
        </p:nvSpPr>
        <p:spPr>
          <a:xfrm>
            <a:off x="17106900" y="9105900"/>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Tree>
    <p:extLst>
      <p:ext uri="{BB962C8B-B14F-4D97-AF65-F5344CB8AC3E}">
        <p14:creationId val="1635394855"/>
      </p:ext>
    </p:extLst>
  </p:cSld>
</p:sld>
</file>

<file path=ppt/slides/slide5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50" name="label DP3. 화면 지칭 해석 구조 (2/2)">
            <a:extLst>
              <a:ext uri="{FF2B5EF4-FFF2-40B4-BE49-F238E27FC236}">
                <ns2:creationId id="{E2479148-8671-4FF7-B742-3EAFCB9CC40A}"/>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(2/2)</a:t>
            </a:r>
            <a:endParaRPr lang="ko-KR">
              <a:latin typeface="Calibri"/>
              <a:ea typeface="Calibri"/>
              <a:cs typeface="Calibri"/>
            </a:endParaRPr>
          </a:p>
        </p:txBody>
      </p:sp>
      <p:sp>
        <p:nvSpPr>
          <p:cNvPr id="2" name="stage 0">
            <a:extLst>
              <a:ext uri="{FF2B5EF4-FFF2-40B4-BE49-F238E27FC236}">
                <ns2:creationId id="{C66B2D3E-8D18-4A85-9C48-6086FC7AC729}"/>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FDF5F77D-85F5-4816-861C-5BE309B342FD}"/>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E55472C6-E390-45FA-A5B4-6457E9FD99C9}"/>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326BAAA0-A99B-450A-81A7-7340245B97FF}"/>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B17967AC-BBFB-4756-9A44-BEB0A4017E56}"/>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03D0747C-17AD-4FB6-90BB-DD6D101B56DC}"/>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같은 후보 생산과 의미 결합 / 시각 CPU 총 4 thread / 한 번에 한 단계 / Model Access는 같은 Component의 분산 배치">
            <a:extLst>
              <a:ext uri="{FF2B5EF4-FFF2-40B4-BE49-F238E27FC236}">
                <ns2:creationId id="{548C7873-0E00-48B1-84B4-E3F41DFE0909}"/>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후보 생산과 의미 결합 / 시각 CPU 총 4 thread / 한 번에 한 단계 / Model Access는 같은 Component의 분산 배치</a:t>
            </a:r>
            <a:endParaRPr lang="ko-KR">
              <a:latin typeface="Calibri"/>
              <a:ea typeface="Calibri"/>
              <a:cs typeface="Calibri"/>
            </a:endParaRPr>
          </a:p>
        </p:txBody>
      </p:sp>
      <p:sp>
        <p:nvSpPr>
          <p:cNvPr id="9" name="Continuous slide number">
            <a:extLst>
              <a:ext uri="{FF2B5EF4-FFF2-40B4-BE49-F238E27FC236}">
                <ns2:creationId id="{D1AF70E0-9BD5-4B56-87C1-9559B441D1B0}"/>
              </a:ext>
            </a:extLst>
          </p:cNvPr>
          <p:cNvSpPr>
            <a:spLocks noGrp="1"/>
          </p:cNvSpPr>
          <p:nvPr/>
        </p:nvSpPr>
        <p:spPr>
          <a:xfrm>
            <a:off x="17487900" y="10020300"/>
            <a:ext cx="590550" cy="200025"/>
          </a:xfrm>
          <a:prstGeom prst="rect">
            <a:avLst/>
          </a:prstGeom>
          <a:noFill/>
          <a:ln w="0">
            <a:noFill/>
          </a:ln>
        </p:spPr>
        <p:txBody>
          <a:bodyPr wrap="none" lIns="47625" tIns="19050" rIns="47625" bIns="1905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36</a:t>
            </a:r>
            <a:endParaRPr lang="ko-KR">
              <a:latin typeface="Calibri"/>
              <a:ea typeface="Calibri"/>
              <a:cs typeface="Calibri"/>
            </a:endParaRPr>
          </a:p>
        </p:txBody>
      </p:sp>
      <p:sp>
        <p:nvSpPr>
          <p:cNvPr id="10" name="node:undefined">
            <a:extLst>
              <a:ext uri="{FF2B5EF4-FFF2-40B4-BE49-F238E27FC236}">
                <ns2:creationId id="{A69975F2-E84A-49AB-8B1D-B6D12F0CDCCB}"/>
              </a:ext>
            </a:extLst>
          </p:cNvPr>
          <p:cNvSpPr>
            <a:spLocks noGrp="1"/>
          </p:cNvSpPr>
          <p:nvPr/>
        </p:nvSpPr>
        <p:spPr>
          <a:xfrm>
            <a:off x="571500" y="1905000"/>
            <a:ext cx="828675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B-R2  한 worker에 사용한 모델 유지</a:t>
            </a:r>
            <a:endParaRPr lang="ko-KR">
              <a:latin typeface="Calibri"/>
              <a:ea typeface="Calibri"/>
              <a:cs typeface="Calibri"/>
            </a:endParaRPr>
          </a:p>
        </p:txBody>
      </p:sp>
      <p:sp>
        <p:nvSpPr>
          <p:cNvPr id="11" name="node:undefined">
            <a:extLst>
              <a:ext uri="{FF2B5EF4-FFF2-40B4-BE49-F238E27FC236}">
                <ns2:creationId id="{D61F5FF5-52AF-4DAE-97B0-EE4A00AC6DE2}"/>
              </a:ext>
            </a:extLst>
          </p:cNvPr>
          <p:cNvSpPr>
            <a:spLocks noGrp="1"/>
          </p:cNvSpPr>
          <p:nvPr/>
        </p:nvSpPr>
        <p:spPr>
          <a:xfrm>
            <a:off x="9429750" y="1905000"/>
            <a:ext cx="828675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B-R3  UI와 SAM worker에 각각 유지</a:t>
            </a:r>
            <a:endParaRPr lang="ko-KR">
              <a:latin typeface="Calibri"/>
              <a:ea typeface="Calibri"/>
              <a:cs typeface="Calibri"/>
            </a:endParaRPr>
          </a:p>
        </p:txBody>
      </p:sp>
      <p:sp>
        <p:nvSpPr>
          <p:cNvPr id="12" name="node:r2host">
            <a:extLst>
              <a:ext uri="{FF2B5EF4-FFF2-40B4-BE49-F238E27FC236}">
                <ns2:creationId id="{1A05DEAD-4FA6-434D-B193-93C00EF35F57}"/>
              </a:ext>
            </a:extLst>
          </p:cNvPr>
          <p:cNvSpPr>
            <a:spLocks noGrp="1"/>
          </p:cNvSpPr>
          <p:nvPr/>
        </p:nvSpPr>
        <p:spPr>
          <a:xfrm>
            <a:off x="571500" y="2524125"/>
            <a:ext cx="8286750" cy="2238375"/>
          </a:xfrm>
          <a:prstGeom prst="rect">
            <a:avLst/>
          </a:prstGeom>
          <a:noFill/>
          <a:ln w="17145">
            <a:solidFill>
              <a:srgbClr val="72777D"/>
            </a:solidFill>
            <a:prstDash val="dash"/>
          </a:ln>
        </p:spPr>
        <p:txBody>
          <a:bodyPr wrap="none" lIns="114300" tIns="19050" rIns="76200" bIns="1933575"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VIA Host process</a:t>
            </a:r>
            <a:endParaRPr lang="ko-KR">
              <a:latin typeface="Calibri"/>
              <a:ea typeface="Calibri"/>
              <a:cs typeface="Calibri"/>
            </a:endParaRPr>
          </a:p>
        </p:txBody>
      </p:sp>
      <p:sp>
        <p:nvSpPr>
          <p:cNvPr id="13" name="node:r2producer">
            <a:extLst>
              <a:ext uri="{FF2B5EF4-FFF2-40B4-BE49-F238E27FC236}">
                <ns2:creationId id="{FFFA3511-AC68-4624-AF75-BD0F7E6FF5D2}"/>
              </a:ext>
            </a:extLst>
          </p:cNvPr>
          <p:cNvSpPr>
            <a:spLocks noGrp="1"/>
          </p:cNvSpPr>
          <p:nvPr/>
        </p:nvSpPr>
        <p:spPr>
          <a:xfrm>
            <a:off x="742950" y="2924175"/>
            <a:ext cx="3238500" cy="1647825"/>
          </a:xfrm>
          <a:prstGeom prst="rect">
            <a:avLst/>
          </a:prstGeom>
          <a:solidFill>
            <a:srgbClr val="FFF6DD"/>
          </a:solidFill>
          <a:ln w="16193">
            <a:solidFill>
              <a:srgbClr val="111111"/>
            </a:solidFill>
          </a:ln>
        </p:spPr>
        <p:txBody>
          <a:bodyPr wrap="none" lIns="47625" tIns="19050" rIns="47625" bIns="13049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14" name="divider r2producer">
            <a:extLst>
              <a:ext uri="{FF2B5EF4-FFF2-40B4-BE49-F238E27FC236}">
                <ns2:creationId id="{CB9CD51B-33EC-4713-ADFD-8989679F398B}"/>
              </a:ext>
            </a:extLst>
          </p:cNvPr>
          <p:cNvSpPr>
            <a:spLocks noGrp="1"/>
          </p:cNvSpPr>
          <p:nvPr/>
        </p:nvSpPr>
        <p:spPr>
          <a:xfrm>
            <a:off x="742950" y="3286125"/>
            <a:ext cx="3238500" cy="953"/>
          </a:xfrm>
          <a:custGeom>
            <a:pathLst>
              <a:path w="3238500" h="953">
                <a:moveTo>
                  <a:pt x="0" y="0"/>
                </a:moveTo>
                <a:lnTo>
                  <a:pt x="3238500" y="0"/>
                </a:lnTo>
              </a:path>
            </a:pathLst>
          </a:custGeom>
          <a:noFill/>
          <a:ln w="9525">
            <a:solidFill>
              <a:srgbClr val="111111"/>
            </a:solidFill>
            <a:prstDash val="solid"/>
          </a:ln>
        </p:spPr>
      </p:sp>
      <p:sp>
        <p:nvSpPr>
          <p:cNvPr id="15" name="node:r2assembler">
            <a:extLst>
              <a:ext uri="{FF2B5EF4-FFF2-40B4-BE49-F238E27FC236}">
                <ns2:creationId id="{768F69F4-DD52-4902-8989-BF21235DBEB6}"/>
              </a:ext>
            </a:extLst>
          </p:cNvPr>
          <p:cNvSpPr>
            <a:spLocks noGrp="1"/>
          </p:cNvSpPr>
          <p:nvPr/>
        </p:nvSpPr>
        <p:spPr>
          <a:xfrm>
            <a:off x="895350" y="3352800"/>
            <a:ext cx="2933700" cy="457200"/>
          </a:xfrm>
          <a:prstGeom prst="roundRect">
            <a:avLst>
              <a:gd name="adj" fmla="val 16667"/>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 구성기</a:t>
            </a:r>
            <a:endParaRPr lang="ko-KR">
              <a:latin typeface="Calibri"/>
              <a:ea typeface="Calibri"/>
              <a:cs typeface="Calibri"/>
            </a:endParaRPr>
          </a:p>
        </p:txBody>
      </p:sp>
      <p:sp>
        <p:nvSpPr>
          <p:cNvPr id="16" name="node:r2candidates">
            <a:extLst>
              <a:ext uri="{FF2B5EF4-FFF2-40B4-BE49-F238E27FC236}">
                <ns2:creationId id="{F299A28A-56F2-4185-A143-EBCCCF3B9F7C}"/>
              </a:ext>
            </a:extLst>
          </p:cNvPr>
          <p:cNvSpPr>
            <a:spLocks noGrp="1"/>
          </p:cNvSpPr>
          <p:nvPr/>
        </p:nvSpPr>
        <p:spPr>
          <a:xfrm>
            <a:off x="895350" y="4095750"/>
            <a:ext cx="2933700" cy="3810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후보 기록 (RAM)</a:t>
            </a:r>
            <a:endParaRPr lang="ko-KR">
              <a:latin typeface="Calibri"/>
              <a:ea typeface="Calibri"/>
              <a:cs typeface="Calibri"/>
            </a:endParaRPr>
          </a:p>
        </p:txBody>
      </p:sp>
      <p:sp>
        <p:nvSpPr>
          <p:cNvPr id="17" name="node:r2hostma">
            <a:extLst>
              <a:ext uri="{FF2B5EF4-FFF2-40B4-BE49-F238E27FC236}">
                <ns2:creationId id="{E39EC259-A071-4DF1-8D95-98BB010DA26C}"/>
              </a:ext>
            </a:extLst>
          </p:cNvPr>
          <p:cNvSpPr>
            <a:spLocks noGrp="1"/>
          </p:cNvSpPr>
          <p:nvPr/>
        </p:nvSpPr>
        <p:spPr>
          <a:xfrm>
            <a:off x="5048250" y="2924175"/>
            <a:ext cx="3638550" cy="1647825"/>
          </a:xfrm>
          <a:prstGeom prst="rect">
            <a:avLst/>
          </a:prstGeom>
          <a:solidFill>
            <a:srgbClr val="FFF6DD"/>
          </a:solidFill>
          <a:ln w="16193">
            <a:solidFill>
              <a:srgbClr val="111111"/>
            </a:solidFill>
          </a:ln>
        </p:spPr>
        <p:txBody>
          <a:bodyPr wrap="none" lIns="47625" tIns="19050" rIns="47625" bIns="13049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18" name="divider r2hostma">
            <a:extLst>
              <a:ext uri="{FF2B5EF4-FFF2-40B4-BE49-F238E27FC236}">
                <ns2:creationId id="{993A912B-1568-45EF-858C-18E4049C222A}"/>
              </a:ext>
            </a:extLst>
          </p:cNvPr>
          <p:cNvSpPr>
            <a:spLocks noGrp="1"/>
          </p:cNvSpPr>
          <p:nvPr/>
        </p:nvSpPr>
        <p:spPr>
          <a:xfrm>
            <a:off x="5048250" y="3286125"/>
            <a:ext cx="3638550" cy="953"/>
          </a:xfrm>
          <a:custGeom>
            <a:pathLst>
              <a:path w="3638550" h="953">
                <a:moveTo>
                  <a:pt x="0" y="0"/>
                </a:moveTo>
                <a:lnTo>
                  <a:pt x="3638550" y="0"/>
                </a:lnTo>
              </a:path>
            </a:pathLst>
          </a:custGeom>
          <a:noFill/>
          <a:ln w="9525">
            <a:solidFill>
              <a:srgbClr val="111111"/>
            </a:solidFill>
            <a:prstDash val="solid"/>
          </a:ln>
        </p:spPr>
      </p:sp>
      <p:sp>
        <p:nvSpPr>
          <p:cNvPr id="19" name="node:r2control">
            <a:extLst>
              <a:ext uri="{FF2B5EF4-FFF2-40B4-BE49-F238E27FC236}">
                <ns2:creationId id="{28A0C574-C65D-43E1-937A-8E90313D5CB5}"/>
              </a:ext>
            </a:extLst>
          </p:cNvPr>
          <p:cNvSpPr>
            <a:spLocks noGrp="1"/>
          </p:cNvSpPr>
          <p:nvPr/>
        </p:nvSpPr>
        <p:spPr>
          <a:xfrm>
            <a:off x="5200650" y="3352800"/>
            <a:ext cx="3333750" cy="457200"/>
          </a:xfrm>
          <a:prstGeom prst="roundRect">
            <a:avLst>
              <a:gd name="adj" fmla="val 16667"/>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로컬 실행 제어기</a:t>
            </a:r>
            <a:endParaRPr lang="ko-KR">
              <a:latin typeface="Calibri"/>
              <a:ea typeface="Calibri"/>
              <a:cs typeface="Calibri"/>
            </a:endParaRPr>
          </a:p>
        </p:txBody>
      </p:sp>
      <p:sp>
        <p:nvSpPr>
          <p:cNvPr id="20" name="node:r2jobs">
            <a:extLst>
              <a:ext uri="{FF2B5EF4-FFF2-40B4-BE49-F238E27FC236}">
                <ns2:creationId id="{779C4AE2-81D8-481F-AE72-D20E8B9C596C}"/>
              </a:ext>
            </a:extLst>
          </p:cNvPr>
          <p:cNvSpPr>
            <a:spLocks noGrp="1"/>
          </p:cNvSpPr>
          <p:nvPr/>
        </p:nvSpPr>
        <p:spPr>
          <a:xfrm>
            <a:off x="5619750" y="4095750"/>
            <a:ext cx="2476500" cy="3810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작업과 실행 세대 (RAM)</a:t>
            </a:r>
            <a:endParaRPr lang="ko-KR">
              <a:latin typeface="Calibri"/>
              <a:ea typeface="Calibri"/>
              <a:cs typeface="Calibri"/>
            </a:endParaRPr>
          </a:p>
        </p:txBody>
      </p:sp>
      <p:sp>
        <p:nvSpPr>
          <p:cNvPr id="21" name="edge:r2submit">
            <a:extLst>
              <a:ext uri="{FF2B5EF4-FFF2-40B4-BE49-F238E27FC236}">
                <ns2:creationId id="{1B51462E-D160-49B9-8D0A-5A81CC885773}"/>
              </a:ext>
            </a:extLst>
          </p:cNvPr>
          <p:cNvSpPr>
            <a:spLocks noGrp="1"/>
          </p:cNvSpPr>
          <p:nvPr/>
        </p:nvSpPr>
        <p:spPr>
          <a:xfrm>
            <a:off x="3829050" y="3476625"/>
            <a:ext cx="1371600" cy="953"/>
          </a:xfrm>
          <a:custGeom>
            <a:pathLst>
              <a:path w="1371600" h="953">
                <a:moveTo>
                  <a:pt x="0" y="0"/>
                </a:moveTo>
                <a:lnTo>
                  <a:pt x="1371600" y="0"/>
                </a:lnTo>
              </a:path>
            </a:pathLst>
          </a:custGeom>
          <a:noFill/>
          <a:ln w="17145">
            <a:solidFill>
              <a:srgbClr val="111111"/>
            </a:solidFill>
            <a:prstDash val="solid"/>
          </a:ln>
        </p:spPr>
      </p:sp>
      <p:sp>
        <p:nvSpPr>
          <p:cNvPr id="22" name="arrow:r2submit">
            <a:extLst>
              <a:ext uri="{FF2B5EF4-FFF2-40B4-BE49-F238E27FC236}">
                <ns2:creationId id="{BA3207B8-E699-496B-BB05-22716F10CAC4}"/>
              </a:ext>
            </a:extLst>
          </p:cNvPr>
          <p:cNvSpPr>
            <a:spLocks noGrp="1"/>
          </p:cNvSpPr>
          <p:nvPr/>
        </p:nvSpPr>
        <p:spPr>
          <a:xfrm>
            <a:off x="5114925" y="34385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3" name="label 1 UI / 4 SAM">
            <a:extLst>
              <a:ext uri="{FF2B5EF4-FFF2-40B4-BE49-F238E27FC236}">
                <ns2:creationId id="{31E193FF-B94C-47F6-B779-7AC7EB18C30A}"/>
              </a:ext>
            </a:extLst>
          </p:cNvPr>
          <p:cNvSpPr>
            <a:spLocks noGrp="1"/>
          </p:cNvSpPr>
          <p:nvPr/>
        </p:nvSpPr>
        <p:spPr>
          <a:xfrm>
            <a:off x="3905250" y="3162300"/>
            <a:ext cx="121920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1 UI / 4 SAM</a:t>
            </a:r>
            <a:endParaRPr lang="ko-KR">
              <a:latin typeface="Calibri"/>
              <a:ea typeface="Calibri"/>
              <a:cs typeface="Calibri"/>
            </a:endParaRPr>
          </a:p>
        </p:txBody>
      </p:sp>
      <p:sp>
        <p:nvSpPr>
          <p:cNvPr id="24" name="edge:r2observations">
            <a:extLst>
              <a:ext uri="{FF2B5EF4-FFF2-40B4-BE49-F238E27FC236}">
                <ns2:creationId id="{4A06C77B-B754-4A93-991A-26579512C148}"/>
              </a:ext>
            </a:extLst>
          </p:cNvPr>
          <p:cNvSpPr>
            <a:spLocks noGrp="1"/>
          </p:cNvSpPr>
          <p:nvPr/>
        </p:nvSpPr>
        <p:spPr>
          <a:xfrm>
            <a:off x="3829050" y="3714750"/>
            <a:ext cx="1371600" cy="953"/>
          </a:xfrm>
          <a:custGeom>
            <a:pathLst>
              <a:path w="1371600" h="953">
                <a:moveTo>
                  <a:pt x="1371600" y="0"/>
                </a:moveTo>
                <a:lnTo>
                  <a:pt x="0" y="0"/>
                </a:lnTo>
              </a:path>
            </a:pathLst>
          </a:custGeom>
          <a:noFill/>
          <a:ln w="17145">
            <a:solidFill>
              <a:srgbClr val="111111"/>
            </a:solidFill>
            <a:prstDash val="dash"/>
          </a:ln>
        </p:spPr>
      </p:sp>
      <p:sp>
        <p:nvSpPr>
          <p:cNvPr id="25" name="arrow:r2observations">
            <a:extLst>
              <a:ext uri="{FF2B5EF4-FFF2-40B4-BE49-F238E27FC236}">
                <ns2:creationId id="{5C18A3CF-B523-4AC4-A0D4-4ACE1E5A047D}"/>
              </a:ext>
            </a:extLst>
          </p:cNvPr>
          <p:cNvSpPr>
            <a:spLocks noGrp="1"/>
          </p:cNvSpPr>
          <p:nvPr/>
        </p:nvSpPr>
        <p:spPr>
          <a:xfrm>
            <a:off x="3829050" y="367665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26" name="label 3 UI / 6 SAM">
            <a:extLst>
              <a:ext uri="{FF2B5EF4-FFF2-40B4-BE49-F238E27FC236}">
                <ns2:creationId id="{5445A6E3-5EA9-4197-B2BC-FC46EAE5289D}"/>
              </a:ext>
            </a:extLst>
          </p:cNvPr>
          <p:cNvSpPr>
            <a:spLocks noGrp="1"/>
          </p:cNvSpPr>
          <p:nvPr/>
        </p:nvSpPr>
        <p:spPr>
          <a:xfrm>
            <a:off x="3886200" y="3790950"/>
            <a:ext cx="129540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3 UI / 6 SAM</a:t>
            </a:r>
            <a:endParaRPr lang="ko-KR">
              <a:latin typeface="Calibri"/>
              <a:ea typeface="Calibri"/>
              <a:cs typeface="Calibri"/>
            </a:endParaRPr>
          </a:p>
        </p:txBody>
      </p:sp>
      <p:sp>
        <p:nvSpPr>
          <p:cNvPr id="27" name="edge:r2writecandidate">
            <a:extLst>
              <a:ext uri="{FF2B5EF4-FFF2-40B4-BE49-F238E27FC236}">
                <ns2:creationId id="{564B7B58-EB0D-4675-95C0-4C5818B04E5F}"/>
              </a:ext>
            </a:extLst>
          </p:cNvPr>
          <p:cNvSpPr>
            <a:spLocks noGrp="1"/>
          </p:cNvSpPr>
          <p:nvPr/>
        </p:nvSpPr>
        <p:spPr>
          <a:xfrm>
            <a:off x="2362200" y="3810000"/>
            <a:ext cx="953" cy="285750"/>
          </a:xfrm>
          <a:custGeom>
            <a:pathLst>
              <a:path w="953" h="285750">
                <a:moveTo>
                  <a:pt x="0" y="0"/>
                </a:moveTo>
                <a:lnTo>
                  <a:pt x="0" y="285750"/>
                </a:lnTo>
              </a:path>
            </a:pathLst>
          </a:custGeom>
          <a:noFill/>
          <a:ln w="17145">
            <a:solidFill>
              <a:srgbClr val="111111"/>
            </a:solidFill>
            <a:prstDash val="solid"/>
          </a:ln>
        </p:spPr>
      </p:sp>
      <p:sp>
        <p:nvSpPr>
          <p:cNvPr id="28" name="arrow:r2writecandidate">
            <a:extLst>
              <a:ext uri="{FF2B5EF4-FFF2-40B4-BE49-F238E27FC236}">
                <ns2:creationId id="{C910024C-26A9-4B8B-B4C2-0DC07B90E93E}"/>
              </a:ext>
            </a:extLst>
          </p:cNvPr>
          <p:cNvSpPr>
            <a:spLocks noGrp="1"/>
          </p:cNvSpPr>
          <p:nvPr/>
        </p:nvSpPr>
        <p:spPr>
          <a:xfrm>
            <a:off x="2324100" y="4010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29" name="edge:r2writejobs">
            <a:extLst>
              <a:ext uri="{FF2B5EF4-FFF2-40B4-BE49-F238E27FC236}">
                <ns2:creationId id="{0247E208-5D0D-4131-821E-8AFCBEE8CECB}"/>
              </a:ext>
            </a:extLst>
          </p:cNvPr>
          <p:cNvSpPr>
            <a:spLocks noGrp="1"/>
          </p:cNvSpPr>
          <p:nvPr/>
        </p:nvSpPr>
        <p:spPr>
          <a:xfrm>
            <a:off x="6858000" y="3810000"/>
            <a:ext cx="953" cy="285750"/>
          </a:xfrm>
          <a:custGeom>
            <a:pathLst>
              <a:path w="953" h="285750">
                <a:moveTo>
                  <a:pt x="0" y="0"/>
                </a:moveTo>
                <a:lnTo>
                  <a:pt x="0" y="285750"/>
                </a:lnTo>
              </a:path>
            </a:pathLst>
          </a:custGeom>
          <a:noFill/>
          <a:ln w="17145">
            <a:solidFill>
              <a:srgbClr val="111111"/>
            </a:solidFill>
            <a:prstDash val="solid"/>
          </a:ln>
        </p:spPr>
      </p:sp>
      <p:sp>
        <p:nvSpPr>
          <p:cNvPr id="30" name="arrow:r2writejobs">
            <a:extLst>
              <a:ext uri="{FF2B5EF4-FFF2-40B4-BE49-F238E27FC236}">
                <ns2:creationId id="{CA7B18A2-F502-4775-B38E-5314779BA0AC}"/>
              </a:ext>
            </a:extLst>
          </p:cNvPr>
          <p:cNvSpPr>
            <a:spLocks noGrp="1"/>
          </p:cNvSpPr>
          <p:nvPr/>
        </p:nvSpPr>
        <p:spPr>
          <a:xfrm>
            <a:off x="6819900" y="4010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31" name="node:r3host">
            <a:extLst>
              <a:ext uri="{FF2B5EF4-FFF2-40B4-BE49-F238E27FC236}">
                <ns2:creationId id="{F460A5AA-4FC9-4810-B1F1-C35BA27A4AB1}"/>
              </a:ext>
            </a:extLst>
          </p:cNvPr>
          <p:cNvSpPr>
            <a:spLocks noGrp="1"/>
          </p:cNvSpPr>
          <p:nvPr/>
        </p:nvSpPr>
        <p:spPr>
          <a:xfrm>
            <a:off x="9429750" y="2524125"/>
            <a:ext cx="8286750" cy="2238375"/>
          </a:xfrm>
          <a:prstGeom prst="rect">
            <a:avLst/>
          </a:prstGeom>
          <a:noFill/>
          <a:ln w="17145">
            <a:solidFill>
              <a:srgbClr val="72777D"/>
            </a:solidFill>
            <a:prstDash val="dash"/>
          </a:ln>
        </p:spPr>
        <p:txBody>
          <a:bodyPr wrap="none" lIns="114300" tIns="19050" rIns="76200" bIns="1933575"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VIA Host process</a:t>
            </a:r>
            <a:endParaRPr lang="ko-KR">
              <a:latin typeface="Calibri"/>
              <a:ea typeface="Calibri"/>
              <a:cs typeface="Calibri"/>
            </a:endParaRPr>
          </a:p>
        </p:txBody>
      </p:sp>
      <p:sp>
        <p:nvSpPr>
          <p:cNvPr id="32" name="node:r3producer">
            <a:extLst>
              <a:ext uri="{FF2B5EF4-FFF2-40B4-BE49-F238E27FC236}">
                <ns2:creationId id="{CDA6137B-5A11-4B79-947A-E0F042CDC924}"/>
              </a:ext>
            </a:extLst>
          </p:cNvPr>
          <p:cNvSpPr>
            <a:spLocks noGrp="1"/>
          </p:cNvSpPr>
          <p:nvPr/>
        </p:nvSpPr>
        <p:spPr>
          <a:xfrm>
            <a:off x="9601200" y="2924175"/>
            <a:ext cx="3238500" cy="1647825"/>
          </a:xfrm>
          <a:prstGeom prst="rect">
            <a:avLst/>
          </a:prstGeom>
          <a:solidFill>
            <a:srgbClr val="FFF6DD"/>
          </a:solidFill>
          <a:ln w="16193">
            <a:solidFill>
              <a:srgbClr val="111111"/>
            </a:solidFill>
          </a:ln>
        </p:spPr>
        <p:txBody>
          <a:bodyPr wrap="none" lIns="47625" tIns="19050" rIns="47625" bIns="13049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33" name="divider r3producer">
            <a:extLst>
              <a:ext uri="{FF2B5EF4-FFF2-40B4-BE49-F238E27FC236}">
                <ns2:creationId id="{547A1F52-AEFC-4F5E-A160-5F4B98A384B9}"/>
              </a:ext>
            </a:extLst>
          </p:cNvPr>
          <p:cNvSpPr>
            <a:spLocks noGrp="1"/>
          </p:cNvSpPr>
          <p:nvPr/>
        </p:nvSpPr>
        <p:spPr>
          <a:xfrm>
            <a:off x="9601200" y="3286125"/>
            <a:ext cx="3238500" cy="953"/>
          </a:xfrm>
          <a:custGeom>
            <a:pathLst>
              <a:path w="3238500" h="953">
                <a:moveTo>
                  <a:pt x="0" y="0"/>
                </a:moveTo>
                <a:lnTo>
                  <a:pt x="3238500" y="0"/>
                </a:lnTo>
              </a:path>
            </a:pathLst>
          </a:custGeom>
          <a:noFill/>
          <a:ln w="9525">
            <a:solidFill>
              <a:srgbClr val="111111"/>
            </a:solidFill>
            <a:prstDash val="solid"/>
          </a:ln>
        </p:spPr>
      </p:sp>
      <p:sp>
        <p:nvSpPr>
          <p:cNvPr id="34" name="node:r3assembler">
            <a:extLst>
              <a:ext uri="{FF2B5EF4-FFF2-40B4-BE49-F238E27FC236}">
                <ns2:creationId id="{52030A59-EBDC-4E34-B448-D3A4DE80853F}"/>
              </a:ext>
            </a:extLst>
          </p:cNvPr>
          <p:cNvSpPr>
            <a:spLocks noGrp="1"/>
          </p:cNvSpPr>
          <p:nvPr/>
        </p:nvSpPr>
        <p:spPr>
          <a:xfrm>
            <a:off x="9753600" y="3352800"/>
            <a:ext cx="2933700" cy="457200"/>
          </a:xfrm>
          <a:prstGeom prst="roundRect">
            <a:avLst>
              <a:gd name="adj" fmla="val 16667"/>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 구성기</a:t>
            </a:r>
            <a:endParaRPr lang="ko-KR">
              <a:latin typeface="Calibri"/>
              <a:ea typeface="Calibri"/>
              <a:cs typeface="Calibri"/>
            </a:endParaRPr>
          </a:p>
        </p:txBody>
      </p:sp>
      <p:sp>
        <p:nvSpPr>
          <p:cNvPr id="35" name="node:r3candidates">
            <a:extLst>
              <a:ext uri="{FF2B5EF4-FFF2-40B4-BE49-F238E27FC236}">
                <ns2:creationId id="{5BE5B07C-1968-48CB-9644-9B9A9DAB4FFC}"/>
              </a:ext>
            </a:extLst>
          </p:cNvPr>
          <p:cNvSpPr>
            <a:spLocks noGrp="1"/>
          </p:cNvSpPr>
          <p:nvPr/>
        </p:nvSpPr>
        <p:spPr>
          <a:xfrm>
            <a:off x="9753600" y="4095750"/>
            <a:ext cx="2933700" cy="3810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후보 기록 (RAM)</a:t>
            </a:r>
            <a:endParaRPr lang="ko-KR">
              <a:latin typeface="Calibri"/>
              <a:ea typeface="Calibri"/>
              <a:cs typeface="Calibri"/>
            </a:endParaRPr>
          </a:p>
        </p:txBody>
      </p:sp>
      <p:sp>
        <p:nvSpPr>
          <p:cNvPr id="36" name="node:r3hostma">
            <a:extLst>
              <a:ext uri="{FF2B5EF4-FFF2-40B4-BE49-F238E27FC236}">
                <ns2:creationId id="{95427897-296C-4FBF-A2D4-C7507D1434A4}"/>
              </a:ext>
            </a:extLst>
          </p:cNvPr>
          <p:cNvSpPr>
            <a:spLocks noGrp="1"/>
          </p:cNvSpPr>
          <p:nvPr/>
        </p:nvSpPr>
        <p:spPr>
          <a:xfrm>
            <a:off x="13906500" y="2924175"/>
            <a:ext cx="3638550" cy="1647825"/>
          </a:xfrm>
          <a:prstGeom prst="rect">
            <a:avLst/>
          </a:prstGeom>
          <a:solidFill>
            <a:srgbClr val="FFF6DD"/>
          </a:solidFill>
          <a:ln w="16193">
            <a:solidFill>
              <a:srgbClr val="111111"/>
            </a:solidFill>
          </a:ln>
        </p:spPr>
        <p:txBody>
          <a:bodyPr wrap="none" lIns="47625" tIns="19050" rIns="47625" bIns="13049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37" name="divider r3hostma">
            <a:extLst>
              <a:ext uri="{FF2B5EF4-FFF2-40B4-BE49-F238E27FC236}">
                <ns2:creationId id="{1D68329F-89F7-4B18-9967-483513C0F186}"/>
              </a:ext>
            </a:extLst>
          </p:cNvPr>
          <p:cNvSpPr>
            <a:spLocks noGrp="1"/>
          </p:cNvSpPr>
          <p:nvPr/>
        </p:nvSpPr>
        <p:spPr>
          <a:xfrm>
            <a:off x="13906500" y="3286125"/>
            <a:ext cx="3638550" cy="953"/>
          </a:xfrm>
          <a:custGeom>
            <a:pathLst>
              <a:path w="3638550" h="953">
                <a:moveTo>
                  <a:pt x="0" y="0"/>
                </a:moveTo>
                <a:lnTo>
                  <a:pt x="3638550" y="0"/>
                </a:lnTo>
              </a:path>
            </a:pathLst>
          </a:custGeom>
          <a:noFill/>
          <a:ln w="9525">
            <a:solidFill>
              <a:srgbClr val="111111"/>
            </a:solidFill>
            <a:prstDash val="solid"/>
          </a:ln>
        </p:spPr>
      </p:sp>
      <p:sp>
        <p:nvSpPr>
          <p:cNvPr id="38" name="node:r3control">
            <a:extLst>
              <a:ext uri="{FF2B5EF4-FFF2-40B4-BE49-F238E27FC236}">
                <ns2:creationId id="{CA5FFCAC-B45E-491C-9B9C-0E28AE1E2C1B}"/>
              </a:ext>
            </a:extLst>
          </p:cNvPr>
          <p:cNvSpPr>
            <a:spLocks noGrp="1"/>
          </p:cNvSpPr>
          <p:nvPr/>
        </p:nvSpPr>
        <p:spPr>
          <a:xfrm>
            <a:off x="14058900" y="3352800"/>
            <a:ext cx="3333750" cy="457200"/>
          </a:xfrm>
          <a:prstGeom prst="roundRect">
            <a:avLst>
              <a:gd name="adj" fmla="val 16667"/>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로컬 실행 제어기</a:t>
            </a:r>
            <a:endParaRPr lang="ko-KR">
              <a:latin typeface="Calibri"/>
              <a:ea typeface="Calibri"/>
              <a:cs typeface="Calibri"/>
            </a:endParaRPr>
          </a:p>
        </p:txBody>
      </p:sp>
      <p:sp>
        <p:nvSpPr>
          <p:cNvPr id="39" name="node:r3jobs">
            <a:extLst>
              <a:ext uri="{FF2B5EF4-FFF2-40B4-BE49-F238E27FC236}">
                <ns2:creationId id="{91798892-EE82-48FE-9A71-A014ED936541}"/>
              </a:ext>
            </a:extLst>
          </p:cNvPr>
          <p:cNvSpPr>
            <a:spLocks noGrp="1"/>
          </p:cNvSpPr>
          <p:nvPr/>
        </p:nvSpPr>
        <p:spPr>
          <a:xfrm>
            <a:off x="14478000" y="4095750"/>
            <a:ext cx="2476500" cy="3810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작업과 실행 세대 (RAM)</a:t>
            </a:r>
            <a:endParaRPr lang="ko-KR">
              <a:latin typeface="Calibri"/>
              <a:ea typeface="Calibri"/>
              <a:cs typeface="Calibri"/>
            </a:endParaRPr>
          </a:p>
        </p:txBody>
      </p:sp>
      <p:sp>
        <p:nvSpPr>
          <p:cNvPr id="40" name="edge:r3submit">
            <a:extLst>
              <a:ext uri="{FF2B5EF4-FFF2-40B4-BE49-F238E27FC236}">
                <ns2:creationId id="{29FAA331-ECC7-4EC8-801C-4591544D46C5}"/>
              </a:ext>
            </a:extLst>
          </p:cNvPr>
          <p:cNvSpPr>
            <a:spLocks noGrp="1"/>
          </p:cNvSpPr>
          <p:nvPr/>
        </p:nvSpPr>
        <p:spPr>
          <a:xfrm>
            <a:off x="12687300" y="3476625"/>
            <a:ext cx="1371600" cy="953"/>
          </a:xfrm>
          <a:custGeom>
            <a:pathLst>
              <a:path w="1371600" h="953">
                <a:moveTo>
                  <a:pt x="0" y="0"/>
                </a:moveTo>
                <a:lnTo>
                  <a:pt x="1371600" y="0"/>
                </a:lnTo>
              </a:path>
            </a:pathLst>
          </a:custGeom>
          <a:noFill/>
          <a:ln w="17145">
            <a:solidFill>
              <a:srgbClr val="111111"/>
            </a:solidFill>
            <a:prstDash val="solid"/>
          </a:ln>
        </p:spPr>
      </p:sp>
      <p:sp>
        <p:nvSpPr>
          <p:cNvPr id="41" name="arrow:r3submit">
            <a:extLst>
              <a:ext uri="{FF2B5EF4-FFF2-40B4-BE49-F238E27FC236}">
                <ns2:creationId id="{E774118E-03B6-47D8-9FC7-F1C777895100}"/>
              </a:ext>
            </a:extLst>
          </p:cNvPr>
          <p:cNvSpPr>
            <a:spLocks noGrp="1"/>
          </p:cNvSpPr>
          <p:nvPr/>
        </p:nvSpPr>
        <p:spPr>
          <a:xfrm>
            <a:off x="13973175" y="34385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42" name="label 1 UI / 4 SAM">
            <a:extLst>
              <a:ext uri="{FF2B5EF4-FFF2-40B4-BE49-F238E27FC236}">
                <ns2:creationId id="{19ACA8FA-500A-4C17-A8C7-4962761BF98D}"/>
              </a:ext>
            </a:extLst>
          </p:cNvPr>
          <p:cNvSpPr>
            <a:spLocks noGrp="1"/>
          </p:cNvSpPr>
          <p:nvPr/>
        </p:nvSpPr>
        <p:spPr>
          <a:xfrm>
            <a:off x="12763500" y="3162300"/>
            <a:ext cx="121920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1 UI / 4 SAM</a:t>
            </a:r>
            <a:endParaRPr lang="ko-KR">
              <a:latin typeface="Calibri"/>
              <a:ea typeface="Calibri"/>
              <a:cs typeface="Calibri"/>
            </a:endParaRPr>
          </a:p>
        </p:txBody>
      </p:sp>
      <p:sp>
        <p:nvSpPr>
          <p:cNvPr id="43" name="edge:r3observations">
            <a:extLst>
              <a:ext uri="{FF2B5EF4-FFF2-40B4-BE49-F238E27FC236}">
                <ns2:creationId id="{F27C36F6-02FA-45BB-836E-5BB6F09C3852}"/>
              </a:ext>
            </a:extLst>
          </p:cNvPr>
          <p:cNvSpPr>
            <a:spLocks noGrp="1"/>
          </p:cNvSpPr>
          <p:nvPr/>
        </p:nvSpPr>
        <p:spPr>
          <a:xfrm>
            <a:off x="12687300" y="3714750"/>
            <a:ext cx="1371600" cy="953"/>
          </a:xfrm>
          <a:custGeom>
            <a:pathLst>
              <a:path w="1371600" h="953">
                <a:moveTo>
                  <a:pt x="1371600" y="0"/>
                </a:moveTo>
                <a:lnTo>
                  <a:pt x="0" y="0"/>
                </a:lnTo>
              </a:path>
            </a:pathLst>
          </a:custGeom>
          <a:noFill/>
          <a:ln w="17145">
            <a:solidFill>
              <a:srgbClr val="111111"/>
            </a:solidFill>
            <a:prstDash val="dash"/>
          </a:ln>
        </p:spPr>
      </p:sp>
      <p:sp>
        <p:nvSpPr>
          <p:cNvPr id="44" name="arrow:r3observations">
            <a:extLst>
              <a:ext uri="{FF2B5EF4-FFF2-40B4-BE49-F238E27FC236}">
                <ns2:creationId id="{89BFE8AA-42D4-4438-B7A4-ACFD5303D46C}"/>
              </a:ext>
            </a:extLst>
          </p:cNvPr>
          <p:cNvSpPr>
            <a:spLocks noGrp="1"/>
          </p:cNvSpPr>
          <p:nvPr/>
        </p:nvSpPr>
        <p:spPr>
          <a:xfrm>
            <a:off x="12687300" y="367665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45" name="label 3 UI / 6 SAM">
            <a:extLst>
              <a:ext uri="{FF2B5EF4-FFF2-40B4-BE49-F238E27FC236}">
                <ns2:creationId id="{583117BC-B4DE-4024-A02E-546F82F05444}"/>
              </a:ext>
            </a:extLst>
          </p:cNvPr>
          <p:cNvSpPr>
            <a:spLocks noGrp="1"/>
          </p:cNvSpPr>
          <p:nvPr/>
        </p:nvSpPr>
        <p:spPr>
          <a:xfrm>
            <a:off x="12744450" y="3790950"/>
            <a:ext cx="129540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3 UI / 6 SAM</a:t>
            </a:r>
            <a:endParaRPr lang="ko-KR">
              <a:latin typeface="Calibri"/>
              <a:ea typeface="Calibri"/>
              <a:cs typeface="Calibri"/>
            </a:endParaRPr>
          </a:p>
        </p:txBody>
      </p:sp>
      <p:sp>
        <p:nvSpPr>
          <p:cNvPr id="46" name="edge:r3writecandidate">
            <a:extLst>
              <a:ext uri="{FF2B5EF4-FFF2-40B4-BE49-F238E27FC236}">
                <ns2:creationId id="{A822B4F9-A57B-4F10-8E61-3373E7B3AB9D}"/>
              </a:ext>
            </a:extLst>
          </p:cNvPr>
          <p:cNvSpPr>
            <a:spLocks noGrp="1"/>
          </p:cNvSpPr>
          <p:nvPr/>
        </p:nvSpPr>
        <p:spPr>
          <a:xfrm>
            <a:off x="11220450" y="3810000"/>
            <a:ext cx="953" cy="285750"/>
          </a:xfrm>
          <a:custGeom>
            <a:pathLst>
              <a:path w="953" h="285750">
                <a:moveTo>
                  <a:pt x="0" y="0"/>
                </a:moveTo>
                <a:lnTo>
                  <a:pt x="0" y="285750"/>
                </a:lnTo>
              </a:path>
            </a:pathLst>
          </a:custGeom>
          <a:noFill/>
          <a:ln w="17145">
            <a:solidFill>
              <a:srgbClr val="111111"/>
            </a:solidFill>
            <a:prstDash val="solid"/>
          </a:ln>
        </p:spPr>
      </p:sp>
      <p:sp>
        <p:nvSpPr>
          <p:cNvPr id="47" name="arrow:r3writecandidate">
            <a:extLst>
              <a:ext uri="{FF2B5EF4-FFF2-40B4-BE49-F238E27FC236}">
                <ns2:creationId id="{153D5C43-D036-4240-A935-4705E7489709}"/>
              </a:ext>
            </a:extLst>
          </p:cNvPr>
          <p:cNvSpPr>
            <a:spLocks noGrp="1"/>
          </p:cNvSpPr>
          <p:nvPr/>
        </p:nvSpPr>
        <p:spPr>
          <a:xfrm>
            <a:off x="11182350" y="4010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48" name="edge:r3writejobs">
            <a:extLst>
              <a:ext uri="{FF2B5EF4-FFF2-40B4-BE49-F238E27FC236}">
                <ns2:creationId id="{0202507B-334F-46EC-BF39-E579C42A84D0}"/>
              </a:ext>
            </a:extLst>
          </p:cNvPr>
          <p:cNvSpPr>
            <a:spLocks noGrp="1"/>
          </p:cNvSpPr>
          <p:nvPr/>
        </p:nvSpPr>
        <p:spPr>
          <a:xfrm>
            <a:off x="15716250" y="3810000"/>
            <a:ext cx="953" cy="285750"/>
          </a:xfrm>
          <a:custGeom>
            <a:pathLst>
              <a:path w="953" h="285750">
                <a:moveTo>
                  <a:pt x="0" y="0"/>
                </a:moveTo>
                <a:lnTo>
                  <a:pt x="0" y="285750"/>
                </a:lnTo>
              </a:path>
            </a:pathLst>
          </a:custGeom>
          <a:noFill/>
          <a:ln w="17145">
            <a:solidFill>
              <a:srgbClr val="111111"/>
            </a:solidFill>
            <a:prstDash val="solid"/>
          </a:ln>
        </p:spPr>
      </p:sp>
      <p:sp>
        <p:nvSpPr>
          <p:cNvPr id="49" name="arrow:r3writejobs">
            <a:extLst>
              <a:ext uri="{FF2B5EF4-FFF2-40B4-BE49-F238E27FC236}">
                <ns2:creationId id="{91AE5650-1F37-4B93-B434-A64103713A65}"/>
              </a:ext>
            </a:extLst>
          </p:cNvPr>
          <p:cNvSpPr>
            <a:spLocks noGrp="1"/>
          </p:cNvSpPr>
          <p:nvPr/>
        </p:nvSpPr>
        <p:spPr>
          <a:xfrm>
            <a:off x="15678150" y="4010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50" name="node:r2worker">
            <a:extLst>
              <a:ext uri="{FF2B5EF4-FFF2-40B4-BE49-F238E27FC236}">
                <ns2:creationId id="{F9BC96BC-654E-4732-99D6-1E6ECEB34C50}"/>
              </a:ext>
            </a:extLst>
          </p:cNvPr>
          <p:cNvSpPr>
            <a:spLocks noGrp="1"/>
          </p:cNvSpPr>
          <p:nvPr/>
        </p:nvSpPr>
        <p:spPr>
          <a:xfrm>
            <a:off x="571500" y="5905500"/>
            <a:ext cx="8286750" cy="3790950"/>
          </a:xfrm>
          <a:prstGeom prst="rect">
            <a:avLst/>
          </a:prstGeom>
          <a:noFill/>
          <a:ln w="17145">
            <a:solidFill>
              <a:srgbClr val="72777D"/>
            </a:solidFill>
            <a:prstDash val="dash"/>
          </a:ln>
        </p:spPr>
        <p:txBody>
          <a:bodyPr wrap="none" lIns="114300" tIns="19050" rIns="76200" bIns="348615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Vision Worker process</a:t>
            </a:r>
            <a:endParaRPr lang="ko-KR">
              <a:latin typeface="Calibri"/>
              <a:ea typeface="Calibri"/>
              <a:cs typeface="Calibri"/>
            </a:endParaRPr>
          </a:p>
        </p:txBody>
      </p:sp>
      <p:sp>
        <p:nvSpPr>
          <p:cNvPr id="51" name="node:r2workerma">
            <a:extLst>
              <a:ext uri="{FF2B5EF4-FFF2-40B4-BE49-F238E27FC236}">
                <ns2:creationId id="{EE67FE2B-20BF-41B1-84E1-54486816DFA1}"/>
              </a:ext>
            </a:extLst>
          </p:cNvPr>
          <p:cNvSpPr>
            <a:spLocks noGrp="1"/>
          </p:cNvSpPr>
          <p:nvPr/>
        </p:nvSpPr>
        <p:spPr>
          <a:xfrm>
            <a:off x="742950" y="6296025"/>
            <a:ext cx="7943850" cy="3219450"/>
          </a:xfrm>
          <a:prstGeom prst="rect">
            <a:avLst/>
          </a:prstGeom>
          <a:solidFill>
            <a:srgbClr val="FFF6DD"/>
          </a:solidFill>
          <a:ln w="16193">
            <a:solidFill>
              <a:srgbClr val="111111"/>
            </a:solidFill>
          </a:ln>
        </p:spPr>
        <p:txBody>
          <a:bodyPr wrap="none" lIns="47625" tIns="19050" rIns="47625" bIns="28765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52" name="divider r2workerma">
            <a:extLst>
              <a:ext uri="{FF2B5EF4-FFF2-40B4-BE49-F238E27FC236}">
                <ns2:creationId id="{415857A1-5F08-40D4-8583-86B435DE4A5A}"/>
              </a:ext>
            </a:extLst>
          </p:cNvPr>
          <p:cNvSpPr>
            <a:spLocks noGrp="1"/>
          </p:cNvSpPr>
          <p:nvPr/>
        </p:nvSpPr>
        <p:spPr>
          <a:xfrm>
            <a:off x="742950" y="6657975"/>
            <a:ext cx="7943850" cy="953"/>
          </a:xfrm>
          <a:custGeom>
            <a:pathLst>
              <a:path w="7943850" h="953">
                <a:moveTo>
                  <a:pt x="0" y="0"/>
                </a:moveTo>
                <a:lnTo>
                  <a:pt x="7943850" y="0"/>
                </a:lnTo>
              </a:path>
            </a:pathLst>
          </a:custGeom>
          <a:noFill/>
          <a:ln w="9525">
            <a:solidFill>
              <a:srgbClr val="111111"/>
            </a:solidFill>
            <a:prstDash val="solid"/>
          </a:ln>
        </p:spPr>
      </p:sp>
      <p:sp>
        <p:nvSpPr>
          <p:cNvPr id="53" name="node:r2ipc">
            <a:extLst>
              <a:ext uri="{FF2B5EF4-FFF2-40B4-BE49-F238E27FC236}">
                <ns2:creationId id="{1DDB4408-45BF-478E-A026-8DFC1287E64A}"/>
              </a:ext>
            </a:extLst>
          </p:cNvPr>
          <p:cNvSpPr>
            <a:spLocks noGrp="1"/>
          </p:cNvSpPr>
          <p:nvPr/>
        </p:nvSpPr>
        <p:spPr>
          <a:xfrm>
            <a:off x="1047750" y="6724650"/>
            <a:ext cx="209550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IPC 수신기</a:t>
            </a:r>
            <a:endParaRPr lang="ko-KR">
              <a:latin typeface="Calibri"/>
              <a:ea typeface="Calibri"/>
              <a:cs typeface="Calibri"/>
            </a:endParaRPr>
          </a:p>
        </p:txBody>
      </p:sp>
      <p:sp>
        <p:nvSpPr>
          <p:cNvPr id="54" name="node:r2queue">
            <a:extLst>
              <a:ext uri="{FF2B5EF4-FFF2-40B4-BE49-F238E27FC236}">
                <ns2:creationId id="{3FED8961-748A-4774-9A90-12D795342AE7}"/>
              </a:ext>
            </a:extLst>
          </p:cNvPr>
          <p:cNvSpPr>
            <a:spLocks noGrp="1"/>
          </p:cNvSpPr>
          <p:nvPr/>
        </p:nvSpPr>
        <p:spPr>
          <a:xfrm>
            <a:off x="4000500" y="6677025"/>
            <a:ext cx="2476500" cy="5238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실행 대기열 (RAM)</a:t>
            </a:r>
            <a:endParaRPr lang="ko-KR">
              <a:latin typeface="Calibri"/>
              <a:ea typeface="Calibri"/>
              <a:cs typeface="Calibri"/>
            </a:endParaRPr>
          </a:p>
        </p:txBody>
      </p:sp>
      <p:sp>
        <p:nvSpPr>
          <p:cNvPr id="55" name="node:r2ui">
            <a:extLst>
              <a:ext uri="{FF2B5EF4-FFF2-40B4-BE49-F238E27FC236}">
                <ns2:creationId id="{D35D93BD-5A03-466E-A069-6303384E8BBC}"/>
              </a:ext>
            </a:extLst>
          </p:cNvPr>
          <p:cNvSpPr>
            <a:spLocks noGrp="1"/>
          </p:cNvSpPr>
          <p:nvPr/>
        </p:nvSpPr>
        <p:spPr>
          <a:xfrm>
            <a:off x="1619250" y="7639050"/>
            <a:ext cx="23812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어댑터</a:t>
            </a:r>
            <a:endParaRPr lang="ko-KR">
              <a:latin typeface="Calibri"/>
              <a:ea typeface="Calibri"/>
              <a:cs typeface="Calibri"/>
            </a:endParaRPr>
          </a:p>
        </p:txBody>
      </p:sp>
      <p:sp>
        <p:nvSpPr>
          <p:cNvPr id="56" name="node:r2sam">
            <a:extLst>
              <a:ext uri="{FF2B5EF4-FFF2-40B4-BE49-F238E27FC236}">
                <ns2:creationId id="{EA5B5A2B-04C2-4A48-89B4-F3A5E19548EF}"/>
              </a:ext>
            </a:extLst>
          </p:cNvPr>
          <p:cNvSpPr>
            <a:spLocks noGrp="1"/>
          </p:cNvSpPr>
          <p:nvPr/>
        </p:nvSpPr>
        <p:spPr>
          <a:xfrm>
            <a:off x="5905500" y="7639050"/>
            <a:ext cx="23812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어댑터</a:t>
            </a:r>
            <a:endParaRPr lang="ko-KR">
              <a:latin typeface="Calibri"/>
              <a:ea typeface="Calibri"/>
              <a:cs typeface="Calibri"/>
            </a:endParaRPr>
          </a:p>
        </p:txBody>
      </p:sp>
      <p:sp>
        <p:nvSpPr>
          <p:cNvPr id="57" name="node:r2runtime">
            <a:extLst>
              <a:ext uri="{FF2B5EF4-FFF2-40B4-BE49-F238E27FC236}">
                <ns2:creationId id="{770AAF33-4CE3-48F5-9CF9-BE47CAD91444}"/>
              </a:ext>
            </a:extLst>
          </p:cNvPr>
          <p:cNvSpPr>
            <a:spLocks noGrp="1"/>
          </p:cNvSpPr>
          <p:nvPr/>
        </p:nvSpPr>
        <p:spPr>
          <a:xfrm>
            <a:off x="3762375" y="8420100"/>
            <a:ext cx="23812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CPU 추론 런타임</a:t>
            </a:r>
            <a:endParaRPr lang="ko-KR">
              <a:latin typeface="Calibri"/>
              <a:ea typeface="Calibri"/>
              <a:cs typeface="Calibri"/>
            </a:endParaRPr>
          </a:p>
        </p:txBody>
      </p:sp>
      <p:sp>
        <p:nvSpPr>
          <p:cNvPr id="58" name="node:r2models">
            <a:extLst>
              <a:ext uri="{FF2B5EF4-FFF2-40B4-BE49-F238E27FC236}">
                <ns2:creationId id="{0B5C1AB8-FBB9-474E-9A9E-ECD3CDCC3FA3}"/>
              </a:ext>
            </a:extLst>
          </p:cNvPr>
          <p:cNvSpPr>
            <a:spLocks noGrp="1"/>
          </p:cNvSpPr>
          <p:nvPr/>
        </p:nvSpPr>
        <p:spPr>
          <a:xfrm>
            <a:off x="1047750" y="9048750"/>
            <a:ext cx="3619500"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UI + SAM 모델 세션 (RAM)</a:t>
            </a:r>
            <a:endParaRPr lang="ko-KR">
              <a:latin typeface="Calibri"/>
              <a:ea typeface="Calibri"/>
              <a:cs typeface="Calibri"/>
            </a:endParaRPr>
          </a:p>
        </p:txBody>
      </p:sp>
      <p:sp>
        <p:nvSpPr>
          <p:cNvPr id="59" name="node:r2episode">
            <a:extLst>
              <a:ext uri="{FF2B5EF4-FFF2-40B4-BE49-F238E27FC236}">
                <ns2:creationId id="{657E2C05-3C07-4BDE-AD9D-67BC47E78E6D}"/>
              </a:ext>
            </a:extLst>
          </p:cNvPr>
          <p:cNvSpPr>
            <a:spLocks noGrp="1"/>
          </p:cNvSpPr>
          <p:nvPr/>
        </p:nvSpPr>
        <p:spPr>
          <a:xfrm>
            <a:off x="5715000" y="9048750"/>
            <a:ext cx="2571750"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영상 작업 상태 (RAM)</a:t>
            </a:r>
            <a:endParaRPr lang="ko-KR">
              <a:latin typeface="Calibri"/>
              <a:ea typeface="Calibri"/>
              <a:cs typeface="Calibri"/>
            </a:endParaRPr>
          </a:p>
        </p:txBody>
      </p:sp>
      <p:sp>
        <p:nvSpPr>
          <p:cNvPr id="60" name="edge:r2ipcqueue">
            <a:extLst>
              <a:ext uri="{FF2B5EF4-FFF2-40B4-BE49-F238E27FC236}">
                <ns2:creationId id="{503FE47D-EEFB-4C72-814C-91DFCDDBC6B9}"/>
              </a:ext>
            </a:extLst>
          </p:cNvPr>
          <p:cNvSpPr>
            <a:spLocks noGrp="1"/>
          </p:cNvSpPr>
          <p:nvPr/>
        </p:nvSpPr>
        <p:spPr>
          <a:xfrm>
            <a:off x="3143250" y="6934200"/>
            <a:ext cx="857250" cy="953"/>
          </a:xfrm>
          <a:custGeom>
            <a:pathLst>
              <a:path w="857250" h="953">
                <a:moveTo>
                  <a:pt x="0" y="0"/>
                </a:moveTo>
                <a:lnTo>
                  <a:pt x="857250" y="0"/>
                </a:lnTo>
              </a:path>
            </a:pathLst>
          </a:custGeom>
          <a:noFill/>
          <a:ln w="17145">
            <a:solidFill>
              <a:srgbClr val="111111"/>
            </a:solidFill>
            <a:prstDash val="solid"/>
          </a:ln>
        </p:spPr>
      </p:sp>
      <p:sp>
        <p:nvSpPr>
          <p:cNvPr id="61" name="arrow:r2ipcqueue">
            <a:extLst>
              <a:ext uri="{FF2B5EF4-FFF2-40B4-BE49-F238E27FC236}">
                <ns2:creationId id="{AF42DBB5-6081-4401-8C7F-26C406BEC62A}"/>
              </a:ext>
            </a:extLst>
          </p:cNvPr>
          <p:cNvSpPr>
            <a:spLocks noGrp="1"/>
          </p:cNvSpPr>
          <p:nvPr/>
        </p:nvSpPr>
        <p:spPr>
          <a:xfrm>
            <a:off x="3914775" y="68961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62" name="label 접수">
            <a:extLst>
              <a:ext uri="{FF2B5EF4-FFF2-40B4-BE49-F238E27FC236}">
                <ns2:creationId id="{9F99583F-B425-4A76-BBCA-45EE3B18BF42}"/>
              </a:ext>
            </a:extLst>
          </p:cNvPr>
          <p:cNvSpPr>
            <a:spLocks noGrp="1"/>
          </p:cNvSpPr>
          <p:nvPr/>
        </p:nvSpPr>
        <p:spPr>
          <a:xfrm>
            <a:off x="3219450" y="6648450"/>
            <a:ext cx="704850" cy="238125"/>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접수</a:t>
            </a:r>
            <a:endParaRPr lang="ko-KR">
              <a:latin typeface="Calibri"/>
              <a:ea typeface="Calibri"/>
              <a:cs typeface="Calibri"/>
            </a:endParaRPr>
          </a:p>
        </p:txBody>
      </p:sp>
      <p:sp>
        <p:nvSpPr>
          <p:cNvPr id="63" name="edge:r2queueui">
            <a:extLst>
              <a:ext uri="{FF2B5EF4-FFF2-40B4-BE49-F238E27FC236}">
                <ns2:creationId id="{BFCEC3A2-AAA0-4BCC-9ED4-B8DF00448197}"/>
              </a:ext>
            </a:extLst>
          </p:cNvPr>
          <p:cNvSpPr>
            <a:spLocks noGrp="1"/>
          </p:cNvSpPr>
          <p:nvPr/>
        </p:nvSpPr>
        <p:spPr>
          <a:xfrm>
            <a:off x="2809875" y="7200900"/>
            <a:ext cx="1762125" cy="438150"/>
          </a:xfrm>
          <a:custGeom>
            <a:pathLst>
              <a:path w="1762125" h="438150">
                <a:moveTo>
                  <a:pt x="1762125" y="0"/>
                </a:moveTo>
                <a:lnTo>
                  <a:pt x="1762125" y="209550"/>
                </a:lnTo>
                <a:lnTo>
                  <a:pt x="0" y="209550"/>
                </a:lnTo>
                <a:lnTo>
                  <a:pt x="0" y="438150"/>
                </a:lnTo>
              </a:path>
            </a:pathLst>
          </a:custGeom>
          <a:noFill/>
          <a:ln w="17145">
            <a:solidFill>
              <a:srgbClr val="111111"/>
            </a:solidFill>
            <a:prstDash val="solid"/>
          </a:ln>
        </p:spPr>
      </p:sp>
      <p:sp>
        <p:nvSpPr>
          <p:cNvPr id="64" name="arrow:r2queueui">
            <a:extLst>
              <a:ext uri="{FF2B5EF4-FFF2-40B4-BE49-F238E27FC236}">
                <ns2:creationId id="{F788E841-BF90-4DCB-9085-C7B05EF638F7}"/>
              </a:ext>
            </a:extLst>
          </p:cNvPr>
          <p:cNvSpPr>
            <a:spLocks noGrp="1"/>
          </p:cNvSpPr>
          <p:nvPr/>
        </p:nvSpPr>
        <p:spPr>
          <a:xfrm>
            <a:off x="2771775" y="75533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65" name="label UI 차례">
            <a:extLst>
              <a:ext uri="{FF2B5EF4-FFF2-40B4-BE49-F238E27FC236}">
                <ns2:creationId id="{F7895BE5-B654-40A6-9D8F-72D733418BF3}"/>
              </a:ext>
            </a:extLst>
          </p:cNvPr>
          <p:cNvSpPr>
            <a:spLocks noGrp="1"/>
          </p:cNvSpPr>
          <p:nvPr/>
        </p:nvSpPr>
        <p:spPr>
          <a:xfrm>
            <a:off x="3095625" y="7181850"/>
            <a:ext cx="1257300" cy="2286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차례</a:t>
            </a:r>
            <a:endParaRPr lang="ko-KR">
              <a:latin typeface="Calibri"/>
              <a:ea typeface="Calibri"/>
              <a:cs typeface="Calibri"/>
            </a:endParaRPr>
          </a:p>
        </p:txBody>
      </p:sp>
      <p:sp>
        <p:nvSpPr>
          <p:cNvPr id="66" name="edge:r2queuesam">
            <a:extLst>
              <a:ext uri="{FF2B5EF4-FFF2-40B4-BE49-F238E27FC236}">
                <ns2:creationId id="{66D5E718-7AE4-4162-BFC9-09C9595DD280}"/>
              </a:ext>
            </a:extLst>
          </p:cNvPr>
          <p:cNvSpPr>
            <a:spLocks noGrp="1"/>
          </p:cNvSpPr>
          <p:nvPr/>
        </p:nvSpPr>
        <p:spPr>
          <a:xfrm>
            <a:off x="5905500" y="7200900"/>
            <a:ext cx="1190625" cy="438150"/>
          </a:xfrm>
          <a:custGeom>
            <a:pathLst>
              <a:path w="1190625" h="438150">
                <a:moveTo>
                  <a:pt x="0" y="0"/>
                </a:moveTo>
                <a:lnTo>
                  <a:pt x="0" y="209550"/>
                </a:lnTo>
                <a:lnTo>
                  <a:pt x="1190625" y="209550"/>
                </a:lnTo>
                <a:lnTo>
                  <a:pt x="1190625" y="438150"/>
                </a:lnTo>
              </a:path>
            </a:pathLst>
          </a:custGeom>
          <a:noFill/>
          <a:ln w="17145">
            <a:solidFill>
              <a:srgbClr val="111111"/>
            </a:solidFill>
            <a:prstDash val="solid"/>
          </a:ln>
        </p:spPr>
      </p:sp>
      <p:sp>
        <p:nvSpPr>
          <p:cNvPr id="67" name="arrow:r2queuesam">
            <a:extLst>
              <a:ext uri="{FF2B5EF4-FFF2-40B4-BE49-F238E27FC236}">
                <ns2:creationId id="{EFDE6646-D552-47CE-B923-CD17F9267D12}"/>
              </a:ext>
            </a:extLst>
          </p:cNvPr>
          <p:cNvSpPr>
            <a:spLocks noGrp="1"/>
          </p:cNvSpPr>
          <p:nvPr/>
        </p:nvSpPr>
        <p:spPr>
          <a:xfrm>
            <a:off x="7058025" y="75533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68" name="label SAM 차례">
            <a:extLst>
              <a:ext uri="{FF2B5EF4-FFF2-40B4-BE49-F238E27FC236}">
                <ns2:creationId id="{F67F2744-2C39-47DE-92AB-9FC9CDCA4878}"/>
              </a:ext>
            </a:extLst>
          </p:cNvPr>
          <p:cNvSpPr>
            <a:spLocks noGrp="1"/>
          </p:cNvSpPr>
          <p:nvPr/>
        </p:nvSpPr>
        <p:spPr>
          <a:xfrm>
            <a:off x="6067425" y="7181850"/>
            <a:ext cx="1190625" cy="2286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차례</a:t>
            </a:r>
            <a:endParaRPr lang="ko-KR">
              <a:latin typeface="Calibri"/>
              <a:ea typeface="Calibri"/>
              <a:cs typeface="Calibri"/>
            </a:endParaRPr>
          </a:p>
        </p:txBody>
      </p:sp>
      <p:sp>
        <p:nvSpPr>
          <p:cNvPr id="69" name="edge:r2uiruntime">
            <a:extLst>
              <a:ext uri="{FF2B5EF4-FFF2-40B4-BE49-F238E27FC236}">
                <ns2:creationId id="{325E9338-F4DF-4ADE-BEA5-C69AEBF3F217}"/>
              </a:ext>
            </a:extLst>
          </p:cNvPr>
          <p:cNvSpPr>
            <a:spLocks noGrp="1"/>
          </p:cNvSpPr>
          <p:nvPr/>
        </p:nvSpPr>
        <p:spPr>
          <a:xfrm>
            <a:off x="2809875" y="8067675"/>
            <a:ext cx="1476375" cy="352425"/>
          </a:xfrm>
          <a:custGeom>
            <a:pathLst>
              <a:path w="1476375" h="352425">
                <a:moveTo>
                  <a:pt x="0" y="0"/>
                </a:moveTo>
                <a:lnTo>
                  <a:pt x="0" y="152400"/>
                </a:lnTo>
                <a:lnTo>
                  <a:pt x="1476375" y="152400"/>
                </a:lnTo>
                <a:lnTo>
                  <a:pt x="1476375" y="352425"/>
                </a:lnTo>
              </a:path>
            </a:pathLst>
          </a:custGeom>
          <a:noFill/>
          <a:ln w="17145">
            <a:solidFill>
              <a:srgbClr val="111111"/>
            </a:solidFill>
            <a:prstDash val="solid"/>
          </a:ln>
        </p:spPr>
      </p:sp>
      <p:sp>
        <p:nvSpPr>
          <p:cNvPr id="70" name="arrow:r2uiruntime">
            <a:extLst>
              <a:ext uri="{FF2B5EF4-FFF2-40B4-BE49-F238E27FC236}">
                <ns2:creationId id="{11C86FCF-C095-4F44-86C0-0FA7392F02C1}"/>
              </a:ext>
            </a:extLst>
          </p:cNvPr>
          <p:cNvSpPr>
            <a:spLocks noGrp="1"/>
          </p:cNvSpPr>
          <p:nvPr/>
        </p:nvSpPr>
        <p:spPr>
          <a:xfrm>
            <a:off x="4248150" y="83343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1" name="edge:r2samruntime">
            <a:extLst>
              <a:ext uri="{FF2B5EF4-FFF2-40B4-BE49-F238E27FC236}">
                <ns2:creationId id="{A0C41751-9A4F-4CF9-AB5E-619678EA5F30}"/>
              </a:ext>
            </a:extLst>
          </p:cNvPr>
          <p:cNvSpPr>
            <a:spLocks noGrp="1"/>
          </p:cNvSpPr>
          <p:nvPr/>
        </p:nvSpPr>
        <p:spPr>
          <a:xfrm>
            <a:off x="5619750" y="8067675"/>
            <a:ext cx="1476375" cy="352425"/>
          </a:xfrm>
          <a:custGeom>
            <a:pathLst>
              <a:path w="1476375" h="352425">
                <a:moveTo>
                  <a:pt x="1476375" y="0"/>
                </a:moveTo>
                <a:lnTo>
                  <a:pt x="1476375" y="152400"/>
                </a:lnTo>
                <a:lnTo>
                  <a:pt x="0" y="152400"/>
                </a:lnTo>
                <a:lnTo>
                  <a:pt x="0" y="352425"/>
                </a:lnTo>
              </a:path>
            </a:pathLst>
          </a:custGeom>
          <a:noFill/>
          <a:ln w="17145">
            <a:solidFill>
              <a:srgbClr val="111111"/>
            </a:solidFill>
            <a:prstDash val="solid"/>
          </a:ln>
        </p:spPr>
      </p:sp>
      <p:sp>
        <p:nvSpPr>
          <p:cNvPr id="72" name="arrow:r2samruntime">
            <a:extLst>
              <a:ext uri="{FF2B5EF4-FFF2-40B4-BE49-F238E27FC236}">
                <ns2:creationId id="{3D922495-F807-4FF5-A4C0-E413E350F80A}"/>
              </a:ext>
            </a:extLst>
          </p:cNvPr>
          <p:cNvSpPr>
            <a:spLocks noGrp="1"/>
          </p:cNvSpPr>
          <p:nvPr/>
        </p:nvSpPr>
        <p:spPr>
          <a:xfrm>
            <a:off x="5581650" y="83343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3" name="edge:r2runtimeweights">
            <a:extLst>
              <a:ext uri="{FF2B5EF4-FFF2-40B4-BE49-F238E27FC236}">
                <ns2:creationId id="{CE139F8E-F8F5-45A9-9701-276E0A18639F}"/>
              </a:ext>
            </a:extLst>
          </p:cNvPr>
          <p:cNvSpPr>
            <a:spLocks noGrp="1"/>
          </p:cNvSpPr>
          <p:nvPr/>
        </p:nvSpPr>
        <p:spPr>
          <a:xfrm>
            <a:off x="2857500" y="8848725"/>
            <a:ext cx="1238250" cy="200025"/>
          </a:xfrm>
          <a:custGeom>
            <a:pathLst>
              <a:path w="1238250" h="200025">
                <a:moveTo>
                  <a:pt x="1238250" y="0"/>
                </a:moveTo>
                <a:lnTo>
                  <a:pt x="1238250" y="104775"/>
                </a:lnTo>
                <a:lnTo>
                  <a:pt x="0" y="104775"/>
                </a:lnTo>
                <a:lnTo>
                  <a:pt x="0" y="200025"/>
                </a:lnTo>
              </a:path>
            </a:pathLst>
          </a:custGeom>
          <a:noFill/>
          <a:ln w="17145">
            <a:solidFill>
              <a:srgbClr val="111111"/>
            </a:solidFill>
            <a:prstDash val="solid"/>
          </a:ln>
        </p:spPr>
      </p:sp>
      <p:sp>
        <p:nvSpPr>
          <p:cNvPr id="74" name="arrow:r2runtimeweights">
            <a:extLst>
              <a:ext uri="{FF2B5EF4-FFF2-40B4-BE49-F238E27FC236}">
                <ns2:creationId id="{BC935A02-EDBB-4E7C-A376-3B46540CB011}"/>
              </a:ext>
            </a:extLst>
          </p:cNvPr>
          <p:cNvSpPr>
            <a:spLocks noGrp="1"/>
          </p:cNvSpPr>
          <p:nvPr/>
        </p:nvSpPr>
        <p:spPr>
          <a:xfrm>
            <a:off x="281940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5" name="edge:r2samstate">
            <a:extLst>
              <a:ext uri="{FF2B5EF4-FFF2-40B4-BE49-F238E27FC236}">
                <ns2:creationId id="{6ECD1465-4711-4FE9-BE64-AC140FAE9BE5}"/>
              </a:ext>
            </a:extLst>
          </p:cNvPr>
          <p:cNvSpPr>
            <a:spLocks noGrp="1"/>
          </p:cNvSpPr>
          <p:nvPr/>
        </p:nvSpPr>
        <p:spPr>
          <a:xfrm>
            <a:off x="7000875" y="7858125"/>
            <a:ext cx="1476375" cy="1190625"/>
          </a:xfrm>
          <a:custGeom>
            <a:pathLst>
              <a:path w="1476375" h="1190625">
                <a:moveTo>
                  <a:pt x="1285875" y="0"/>
                </a:moveTo>
                <a:lnTo>
                  <a:pt x="1476375" y="0"/>
                </a:lnTo>
                <a:lnTo>
                  <a:pt x="1476375" y="1047750"/>
                </a:lnTo>
                <a:lnTo>
                  <a:pt x="0" y="1047750"/>
                </a:lnTo>
                <a:lnTo>
                  <a:pt x="0" y="1190625"/>
                </a:lnTo>
              </a:path>
            </a:pathLst>
          </a:custGeom>
          <a:noFill/>
          <a:ln w="17145">
            <a:solidFill>
              <a:srgbClr val="111111"/>
            </a:solidFill>
            <a:prstDash val="solid"/>
          </a:ln>
        </p:spPr>
      </p:sp>
      <p:sp>
        <p:nvSpPr>
          <p:cNvPr id="76" name="arrow:r2samstate">
            <a:extLst>
              <a:ext uri="{FF2B5EF4-FFF2-40B4-BE49-F238E27FC236}">
                <ns2:creationId id="{ABA741A8-266F-4847-B2A9-9787695BB856}"/>
              </a:ext>
            </a:extLst>
          </p:cNvPr>
          <p:cNvSpPr>
            <a:spLocks noGrp="1"/>
          </p:cNvSpPr>
          <p:nvPr/>
        </p:nvSpPr>
        <p:spPr>
          <a:xfrm>
            <a:off x="6962775"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7" name="edge:r2uiinferreturn">
            <a:extLst>
              <a:ext uri="{FF2B5EF4-FFF2-40B4-BE49-F238E27FC236}">
                <ns2:creationId id="{AB001359-309F-4721-8BA1-EB0EC6D10D13}"/>
              </a:ext>
            </a:extLst>
          </p:cNvPr>
          <p:cNvSpPr>
            <a:spLocks noGrp="1"/>
          </p:cNvSpPr>
          <p:nvPr/>
        </p:nvSpPr>
        <p:spPr>
          <a:xfrm>
            <a:off x="1905000" y="8067675"/>
            <a:ext cx="2095500" cy="352425"/>
          </a:xfrm>
          <a:custGeom>
            <a:pathLst>
              <a:path w="2095500" h="352425">
                <a:moveTo>
                  <a:pt x="2095500" y="352425"/>
                </a:moveTo>
                <a:lnTo>
                  <a:pt x="2095500" y="247650"/>
                </a:lnTo>
                <a:lnTo>
                  <a:pt x="0" y="247650"/>
                </a:lnTo>
                <a:lnTo>
                  <a:pt x="0" y="0"/>
                </a:lnTo>
              </a:path>
            </a:pathLst>
          </a:custGeom>
          <a:noFill/>
          <a:ln w="17145">
            <a:solidFill>
              <a:srgbClr val="111111"/>
            </a:solidFill>
            <a:prstDash val="dash"/>
          </a:ln>
        </p:spPr>
      </p:sp>
      <p:sp>
        <p:nvSpPr>
          <p:cNvPr id="78" name="arrow:r2uiinferreturn">
            <a:extLst>
              <a:ext uri="{FF2B5EF4-FFF2-40B4-BE49-F238E27FC236}">
                <ns2:creationId id="{DF433CF1-CDD2-4080-B90B-9E091124A4EC}"/>
              </a:ext>
            </a:extLst>
          </p:cNvPr>
          <p:cNvSpPr>
            <a:spLocks noGrp="1"/>
          </p:cNvSpPr>
          <p:nvPr/>
        </p:nvSpPr>
        <p:spPr>
          <a:xfrm>
            <a:off x="1866900" y="8067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79" name="edge:r2saminferreturn">
            <a:extLst>
              <a:ext uri="{FF2B5EF4-FFF2-40B4-BE49-F238E27FC236}">
                <ns2:creationId id="{C9093828-3AB9-4DF6-BA2A-1805EE173321}"/>
              </a:ext>
            </a:extLst>
          </p:cNvPr>
          <p:cNvSpPr>
            <a:spLocks noGrp="1"/>
          </p:cNvSpPr>
          <p:nvPr/>
        </p:nvSpPr>
        <p:spPr>
          <a:xfrm>
            <a:off x="5905500" y="8067675"/>
            <a:ext cx="2095500" cy="352425"/>
          </a:xfrm>
          <a:custGeom>
            <a:pathLst>
              <a:path w="2095500" h="352425">
                <a:moveTo>
                  <a:pt x="0" y="352425"/>
                </a:moveTo>
                <a:lnTo>
                  <a:pt x="0" y="247650"/>
                </a:lnTo>
                <a:lnTo>
                  <a:pt x="2095500" y="247650"/>
                </a:lnTo>
                <a:lnTo>
                  <a:pt x="2095500" y="0"/>
                </a:lnTo>
              </a:path>
            </a:pathLst>
          </a:custGeom>
          <a:noFill/>
          <a:ln w="17145">
            <a:solidFill>
              <a:srgbClr val="111111"/>
            </a:solidFill>
            <a:prstDash val="dash"/>
          </a:ln>
        </p:spPr>
      </p:sp>
      <p:sp>
        <p:nvSpPr>
          <p:cNvPr id="80" name="arrow:r2saminferreturn">
            <a:extLst>
              <a:ext uri="{FF2B5EF4-FFF2-40B4-BE49-F238E27FC236}">
                <ns2:creationId id="{407B2189-4587-4315-B320-C1B9A6AAC29F}"/>
              </a:ext>
            </a:extLst>
          </p:cNvPr>
          <p:cNvSpPr>
            <a:spLocks noGrp="1"/>
          </p:cNvSpPr>
          <p:nvPr/>
        </p:nvSpPr>
        <p:spPr>
          <a:xfrm>
            <a:off x="7962900" y="8067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81" name="edge:r2uicompletion">
            <a:extLst>
              <a:ext uri="{FF2B5EF4-FFF2-40B4-BE49-F238E27FC236}">
                <ns2:creationId id="{B8DD1FA0-417C-4A41-A940-6CD31BF80C13}"/>
              </a:ext>
            </a:extLst>
          </p:cNvPr>
          <p:cNvSpPr>
            <a:spLocks noGrp="1"/>
          </p:cNvSpPr>
          <p:nvPr/>
        </p:nvSpPr>
        <p:spPr>
          <a:xfrm>
            <a:off x="1190625" y="7153275"/>
            <a:ext cx="428625" cy="704850"/>
          </a:xfrm>
          <a:custGeom>
            <a:pathLst>
              <a:path w="428625" h="704850">
                <a:moveTo>
                  <a:pt x="428625" y="704850"/>
                </a:moveTo>
                <a:lnTo>
                  <a:pt x="161925" y="704850"/>
                </a:lnTo>
                <a:lnTo>
                  <a:pt x="161925" y="228600"/>
                </a:lnTo>
                <a:lnTo>
                  <a:pt x="0" y="228600"/>
                </a:lnTo>
                <a:lnTo>
                  <a:pt x="0" y="0"/>
                </a:lnTo>
              </a:path>
            </a:pathLst>
          </a:custGeom>
          <a:noFill/>
          <a:ln w="17145">
            <a:solidFill>
              <a:srgbClr val="111111"/>
            </a:solidFill>
            <a:prstDash val="dash"/>
          </a:ln>
        </p:spPr>
      </p:sp>
      <p:sp>
        <p:nvSpPr>
          <p:cNvPr id="82" name="arrow:r2uicompletion">
            <a:extLst>
              <a:ext uri="{FF2B5EF4-FFF2-40B4-BE49-F238E27FC236}">
                <ns2:creationId id="{236A4BC0-A2E2-42BA-8EAC-270480373311}"/>
              </a:ext>
            </a:extLst>
          </p:cNvPr>
          <p:cNvSpPr>
            <a:spLocks noGrp="1"/>
          </p:cNvSpPr>
          <p:nvPr/>
        </p:nvSpPr>
        <p:spPr>
          <a:xfrm>
            <a:off x="1152525" y="71532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83" name="edge:r2samcompletion">
            <a:extLst>
              <a:ext uri="{FF2B5EF4-FFF2-40B4-BE49-F238E27FC236}">
                <ns2:creationId id="{8A9849DE-4E9A-49FE-B2EA-C8C3F4DBBBE7}"/>
              </a:ext>
            </a:extLst>
          </p:cNvPr>
          <p:cNvSpPr>
            <a:spLocks noGrp="1"/>
          </p:cNvSpPr>
          <p:nvPr/>
        </p:nvSpPr>
        <p:spPr>
          <a:xfrm>
            <a:off x="3000375" y="7153275"/>
            <a:ext cx="5553075" cy="800100"/>
          </a:xfrm>
          <a:custGeom>
            <a:pathLst>
              <a:path w="5553075" h="800100">
                <a:moveTo>
                  <a:pt x="5286375" y="800100"/>
                </a:moveTo>
                <a:lnTo>
                  <a:pt x="5553075" y="800100"/>
                </a:lnTo>
                <a:lnTo>
                  <a:pt x="5553075" y="333375"/>
                </a:lnTo>
                <a:lnTo>
                  <a:pt x="0" y="333375"/>
                </a:lnTo>
                <a:lnTo>
                  <a:pt x="0" y="0"/>
                </a:lnTo>
              </a:path>
            </a:pathLst>
          </a:custGeom>
          <a:noFill/>
          <a:ln w="17145">
            <a:solidFill>
              <a:srgbClr val="111111"/>
            </a:solidFill>
            <a:prstDash val="dash"/>
          </a:ln>
        </p:spPr>
      </p:sp>
      <p:sp>
        <p:nvSpPr>
          <p:cNvPr id="84" name="arrow:r2samcompletion">
            <a:extLst>
              <a:ext uri="{FF2B5EF4-FFF2-40B4-BE49-F238E27FC236}">
                <ns2:creationId id="{095D343A-81C7-49E7-A68B-BBCCDD53613C}"/>
              </a:ext>
            </a:extLst>
          </p:cNvPr>
          <p:cNvSpPr>
            <a:spLocks noGrp="1"/>
          </p:cNvSpPr>
          <p:nvPr/>
        </p:nvSpPr>
        <p:spPr>
          <a:xfrm>
            <a:off x="2962275" y="71532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85" name="edge:r2request">
            <a:extLst>
              <a:ext uri="{FF2B5EF4-FFF2-40B4-BE49-F238E27FC236}">
                <ns2:creationId id="{E44B307B-C1B9-4A13-828A-E8A80AAD7449}"/>
              </a:ext>
            </a:extLst>
          </p:cNvPr>
          <p:cNvSpPr>
            <a:spLocks noGrp="1"/>
          </p:cNvSpPr>
          <p:nvPr/>
        </p:nvSpPr>
        <p:spPr>
          <a:xfrm>
            <a:off x="647700" y="3810000"/>
            <a:ext cx="4686300" cy="3028950"/>
          </a:xfrm>
          <a:custGeom>
            <a:pathLst>
              <a:path w="4686300" h="3028950">
                <a:moveTo>
                  <a:pt x="4686300" y="0"/>
                </a:moveTo>
                <a:lnTo>
                  <a:pt x="4686300" y="1333500"/>
                </a:lnTo>
                <a:lnTo>
                  <a:pt x="0" y="1333500"/>
                </a:lnTo>
                <a:lnTo>
                  <a:pt x="0" y="3028950"/>
                </a:lnTo>
                <a:lnTo>
                  <a:pt x="400050" y="3028950"/>
                </a:lnTo>
              </a:path>
            </a:pathLst>
          </a:custGeom>
          <a:noFill/>
          <a:ln w="17145">
            <a:solidFill>
              <a:srgbClr val="111111"/>
            </a:solidFill>
            <a:prstDash val="solid"/>
          </a:ln>
        </p:spPr>
      </p:sp>
      <p:sp>
        <p:nvSpPr>
          <p:cNvPr id="86" name="arrow:r2request">
            <a:extLst>
              <a:ext uri="{FF2B5EF4-FFF2-40B4-BE49-F238E27FC236}">
                <ns2:creationId id="{BAE37139-BD46-429E-8CB7-C0F05620C750}"/>
              </a:ext>
            </a:extLst>
          </p:cNvPr>
          <p:cNvSpPr>
            <a:spLocks noGrp="1"/>
          </p:cNvSpPr>
          <p:nvPr/>
        </p:nvSpPr>
        <p:spPr>
          <a:xfrm>
            <a:off x="962025" y="6800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87" name="label 2 UI 실행 → 반환 후 5 필요한 SAM 실행">
            <a:extLst>
              <a:ext uri="{FF2B5EF4-FFF2-40B4-BE49-F238E27FC236}">
                <ns2:creationId id="{673DE339-8902-4DD9-94BA-BA7839E3FCDD}"/>
              </a:ext>
            </a:extLst>
          </p:cNvPr>
          <p:cNvSpPr>
            <a:spLocks noGrp="1"/>
          </p:cNvSpPr>
          <p:nvPr/>
        </p:nvSpPr>
        <p:spPr>
          <a:xfrm>
            <a:off x="762000" y="4857750"/>
            <a:ext cx="438150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UI 실행 → 반환 후 5 필요한 SAM 실행</a:t>
            </a:r>
            <a:endParaRPr lang="ko-KR">
              <a:latin typeface="Calibri"/>
              <a:ea typeface="Calibri"/>
              <a:cs typeface="Calibri"/>
            </a:endParaRPr>
          </a:p>
        </p:txBody>
      </p:sp>
      <p:sp>
        <p:nvSpPr>
          <p:cNvPr id="88" name="edge:r2response">
            <a:extLst>
              <a:ext uri="{FF2B5EF4-FFF2-40B4-BE49-F238E27FC236}">
                <ns2:creationId id="{DC8528F7-E457-4B18-86F8-D765622B9259}"/>
              </a:ext>
            </a:extLst>
          </p:cNvPr>
          <p:cNvSpPr>
            <a:spLocks noGrp="1"/>
          </p:cNvSpPr>
          <p:nvPr/>
        </p:nvSpPr>
        <p:spPr>
          <a:xfrm>
            <a:off x="457200" y="3810000"/>
            <a:ext cx="7877175" cy="3257550"/>
          </a:xfrm>
          <a:custGeom>
            <a:pathLst>
              <a:path w="7877175" h="3257550">
                <a:moveTo>
                  <a:pt x="590550" y="3257550"/>
                </a:moveTo>
                <a:lnTo>
                  <a:pt x="0" y="3257550"/>
                </a:lnTo>
                <a:lnTo>
                  <a:pt x="0" y="1714500"/>
                </a:lnTo>
                <a:lnTo>
                  <a:pt x="7877175" y="1714500"/>
                </a:lnTo>
                <a:lnTo>
                  <a:pt x="7877175" y="0"/>
                </a:lnTo>
              </a:path>
            </a:pathLst>
          </a:custGeom>
          <a:noFill/>
          <a:ln w="17145">
            <a:solidFill>
              <a:srgbClr val="111111"/>
            </a:solidFill>
            <a:prstDash val="dash"/>
          </a:ln>
        </p:spPr>
      </p:sp>
      <p:sp>
        <p:nvSpPr>
          <p:cNvPr id="89" name="arrow:r2response">
            <a:extLst>
              <a:ext uri="{FF2B5EF4-FFF2-40B4-BE49-F238E27FC236}">
                <ns2:creationId id="{A2D8927E-6416-496F-8C5C-9B4547BA19A0}"/>
              </a:ext>
            </a:extLst>
          </p:cNvPr>
          <p:cNvSpPr>
            <a:spLocks noGrp="1"/>
          </p:cNvSpPr>
          <p:nvPr/>
        </p:nvSpPr>
        <p:spPr>
          <a:xfrm>
            <a:off x="8296275" y="38100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90" name="label UI 결과 / SAM 결과를 host로 반환">
            <a:extLst>
              <a:ext uri="{FF2B5EF4-FFF2-40B4-BE49-F238E27FC236}">
                <ns2:creationId id="{CF3A441D-D462-4843-8928-9DBD481E2BDF}"/>
              </a:ext>
            </a:extLst>
          </p:cNvPr>
          <p:cNvSpPr>
            <a:spLocks noGrp="1"/>
          </p:cNvSpPr>
          <p:nvPr/>
        </p:nvSpPr>
        <p:spPr>
          <a:xfrm>
            <a:off x="3333750" y="5562600"/>
            <a:ext cx="46672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UI 결과 / SAM 결과를 host로 반환</a:t>
            </a:r>
            <a:endParaRPr lang="ko-KR">
              <a:latin typeface="Calibri"/>
              <a:ea typeface="Calibri"/>
              <a:cs typeface="Calibri"/>
            </a:endParaRPr>
          </a:p>
        </p:txBody>
      </p:sp>
      <p:sp>
        <p:nvSpPr>
          <p:cNvPr id="91" name="node:uiworker">
            <a:extLst>
              <a:ext uri="{FF2B5EF4-FFF2-40B4-BE49-F238E27FC236}">
                <ns2:creationId id="{8D037BBE-C3A2-4AB3-84E1-7D4A439210A0}"/>
              </a:ext>
            </a:extLst>
          </p:cNvPr>
          <p:cNvSpPr>
            <a:spLocks noGrp="1"/>
          </p:cNvSpPr>
          <p:nvPr/>
        </p:nvSpPr>
        <p:spPr>
          <a:xfrm>
            <a:off x="9429750" y="5905500"/>
            <a:ext cx="4000500" cy="3790950"/>
          </a:xfrm>
          <a:prstGeom prst="rect">
            <a:avLst/>
          </a:prstGeom>
          <a:noFill/>
          <a:ln w="17145">
            <a:solidFill>
              <a:srgbClr val="72777D"/>
            </a:solidFill>
            <a:prstDash val="dash"/>
          </a:ln>
        </p:spPr>
        <p:txBody>
          <a:bodyPr wrap="none" lIns="114300" tIns="19050" rIns="76200" bIns="348615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UI Worker process</a:t>
            </a:r>
            <a:endParaRPr lang="ko-KR">
              <a:latin typeface="Calibri"/>
              <a:ea typeface="Calibri"/>
              <a:cs typeface="Calibri"/>
            </a:endParaRPr>
          </a:p>
        </p:txBody>
      </p:sp>
      <p:sp>
        <p:nvSpPr>
          <p:cNvPr id="92" name="node:uima">
            <a:extLst>
              <a:ext uri="{FF2B5EF4-FFF2-40B4-BE49-F238E27FC236}">
                <ns2:creationId id="{488D5F40-A3C9-4AEC-94FF-35414543C1C6}"/>
              </a:ext>
            </a:extLst>
          </p:cNvPr>
          <p:cNvSpPr>
            <a:spLocks noGrp="1"/>
          </p:cNvSpPr>
          <p:nvPr/>
        </p:nvSpPr>
        <p:spPr>
          <a:xfrm>
            <a:off x="9601200" y="6296025"/>
            <a:ext cx="3657600" cy="3219450"/>
          </a:xfrm>
          <a:prstGeom prst="rect">
            <a:avLst/>
          </a:prstGeom>
          <a:solidFill>
            <a:srgbClr val="FFF6DD"/>
          </a:solidFill>
          <a:ln w="16193">
            <a:solidFill>
              <a:srgbClr val="111111"/>
            </a:solidFill>
          </a:ln>
        </p:spPr>
        <p:txBody>
          <a:bodyPr wrap="none" lIns="47625" tIns="19050" rIns="47625" bIns="287655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Model Access</a:t>
            </a:r>
            <a:endParaRPr lang="ko-KR">
              <a:latin typeface="Calibri"/>
              <a:ea typeface="Calibri"/>
              <a:cs typeface="Calibri"/>
            </a:endParaRPr>
          </a:p>
        </p:txBody>
      </p:sp>
      <p:sp>
        <p:nvSpPr>
          <p:cNvPr id="93" name="divider uima">
            <a:extLst>
              <a:ext uri="{FF2B5EF4-FFF2-40B4-BE49-F238E27FC236}">
                <ns2:creationId id="{D06764EE-D2FD-4875-81C5-BB1DB71BAD5F}"/>
              </a:ext>
            </a:extLst>
          </p:cNvPr>
          <p:cNvSpPr>
            <a:spLocks noGrp="1"/>
          </p:cNvSpPr>
          <p:nvPr/>
        </p:nvSpPr>
        <p:spPr>
          <a:xfrm>
            <a:off x="9601200" y="6657975"/>
            <a:ext cx="3657600" cy="953"/>
          </a:xfrm>
          <a:custGeom>
            <a:pathLst>
              <a:path w="3657600" h="953">
                <a:moveTo>
                  <a:pt x="0" y="0"/>
                </a:moveTo>
                <a:lnTo>
                  <a:pt x="3657600" y="0"/>
                </a:lnTo>
              </a:path>
            </a:pathLst>
          </a:custGeom>
          <a:noFill/>
          <a:ln w="9525">
            <a:solidFill>
              <a:srgbClr val="111111"/>
            </a:solidFill>
            <a:prstDash val="solid"/>
          </a:ln>
        </p:spPr>
      </p:sp>
      <p:sp>
        <p:nvSpPr>
          <p:cNvPr id="94" name="node:uiipc">
            <a:extLst>
              <a:ext uri="{FF2B5EF4-FFF2-40B4-BE49-F238E27FC236}">
                <ns2:creationId id="{877366EC-C8DE-401C-8A46-DD434DE5B0A6}"/>
              </a:ext>
            </a:extLst>
          </p:cNvPr>
          <p:cNvSpPr>
            <a:spLocks noGrp="1"/>
          </p:cNvSpPr>
          <p:nvPr/>
        </p:nvSpPr>
        <p:spPr>
          <a:xfrm>
            <a:off x="9753600" y="6724650"/>
            <a:ext cx="1571625"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수신기</a:t>
            </a:r>
            <a:endParaRPr lang="ko-KR">
              <a:latin typeface="Calibri"/>
              <a:ea typeface="Calibri"/>
              <a:cs typeface="Calibri"/>
            </a:endParaRPr>
          </a:p>
        </p:txBody>
      </p:sp>
      <p:sp>
        <p:nvSpPr>
          <p:cNvPr id="95" name="node:uiqueue">
            <a:extLst>
              <a:ext uri="{FF2B5EF4-FFF2-40B4-BE49-F238E27FC236}">
                <ns2:creationId id="{6C57BA46-2366-49C1-A901-ADDE8DC519E2}"/>
              </a:ext>
            </a:extLst>
          </p:cNvPr>
          <p:cNvSpPr>
            <a:spLocks noGrp="1"/>
          </p:cNvSpPr>
          <p:nvPr/>
        </p:nvSpPr>
        <p:spPr>
          <a:xfrm>
            <a:off x="11706225" y="6677025"/>
            <a:ext cx="1381125" cy="5238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대기열 (RAM)</a:t>
            </a:r>
            <a:endParaRPr lang="ko-KR">
              <a:latin typeface="Calibri"/>
              <a:ea typeface="Calibri"/>
              <a:cs typeface="Calibri"/>
            </a:endParaRPr>
          </a:p>
        </p:txBody>
      </p:sp>
      <p:sp>
        <p:nvSpPr>
          <p:cNvPr id="96" name="node:uiadapter">
            <a:extLst>
              <a:ext uri="{FF2B5EF4-FFF2-40B4-BE49-F238E27FC236}">
                <ns2:creationId id="{7A269DE5-D87C-4F21-9FAF-8412387ACAA6}"/>
              </a:ext>
            </a:extLst>
          </p:cNvPr>
          <p:cNvSpPr>
            <a:spLocks noGrp="1"/>
          </p:cNvSpPr>
          <p:nvPr/>
        </p:nvSpPr>
        <p:spPr>
          <a:xfrm>
            <a:off x="10382250" y="7639050"/>
            <a:ext cx="21907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어댑터</a:t>
            </a:r>
            <a:endParaRPr lang="ko-KR">
              <a:latin typeface="Calibri"/>
              <a:ea typeface="Calibri"/>
              <a:cs typeface="Calibri"/>
            </a:endParaRPr>
          </a:p>
        </p:txBody>
      </p:sp>
      <p:sp>
        <p:nvSpPr>
          <p:cNvPr id="97" name="node:uiruntime">
            <a:extLst>
              <a:ext uri="{FF2B5EF4-FFF2-40B4-BE49-F238E27FC236}">
                <ns2:creationId id="{7BBCFDB3-8A51-4110-BBE6-C31185D287AE}"/>
              </a:ext>
            </a:extLst>
          </p:cNvPr>
          <p:cNvSpPr>
            <a:spLocks noGrp="1"/>
          </p:cNvSpPr>
          <p:nvPr/>
        </p:nvSpPr>
        <p:spPr>
          <a:xfrm>
            <a:off x="10382250" y="8420100"/>
            <a:ext cx="21907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CPU 추론 런타임</a:t>
            </a:r>
            <a:endParaRPr lang="ko-KR">
              <a:latin typeface="Calibri"/>
              <a:ea typeface="Calibri"/>
              <a:cs typeface="Calibri"/>
            </a:endParaRPr>
          </a:p>
        </p:txBody>
      </p:sp>
      <p:sp>
        <p:nvSpPr>
          <p:cNvPr id="98" name="node:uimodels">
            <a:extLst>
              <a:ext uri="{FF2B5EF4-FFF2-40B4-BE49-F238E27FC236}">
                <ns2:creationId id="{BCD877E0-E5D5-48EF-BCF7-60CAE20F9A77}"/>
              </a:ext>
            </a:extLst>
          </p:cNvPr>
          <p:cNvSpPr>
            <a:spLocks noGrp="1"/>
          </p:cNvSpPr>
          <p:nvPr/>
        </p:nvSpPr>
        <p:spPr>
          <a:xfrm>
            <a:off x="9753600" y="9048750"/>
            <a:ext cx="1571625"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세션 RAM</a:t>
            </a:r>
            <a:endParaRPr lang="ko-KR">
              <a:latin typeface="Calibri"/>
              <a:ea typeface="Calibri"/>
              <a:cs typeface="Calibri"/>
            </a:endParaRPr>
          </a:p>
        </p:txBody>
      </p:sp>
      <p:sp>
        <p:nvSpPr>
          <p:cNvPr id="99" name="node:uistate">
            <a:extLst>
              <a:ext uri="{FF2B5EF4-FFF2-40B4-BE49-F238E27FC236}">
                <ns2:creationId id="{3E6B7FF4-5EEA-4277-AFC5-59C9A3737D98}"/>
              </a:ext>
            </a:extLst>
          </p:cNvPr>
          <p:cNvSpPr>
            <a:spLocks noGrp="1"/>
          </p:cNvSpPr>
          <p:nvPr/>
        </p:nvSpPr>
        <p:spPr>
          <a:xfrm>
            <a:off x="11706225" y="9048750"/>
            <a:ext cx="1381125"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상태 RAM</a:t>
            </a:r>
            <a:endParaRPr lang="ko-KR">
              <a:latin typeface="Calibri"/>
              <a:ea typeface="Calibri"/>
              <a:cs typeface="Calibri"/>
            </a:endParaRPr>
          </a:p>
        </p:txBody>
      </p:sp>
      <p:sp>
        <p:nvSpPr>
          <p:cNvPr id="100" name="edge:uienqueue">
            <a:extLst>
              <a:ext uri="{FF2B5EF4-FFF2-40B4-BE49-F238E27FC236}">
                <ns2:creationId id="{08BB7F43-79A5-4789-88D7-7D4CB06EEE74}"/>
              </a:ext>
            </a:extLst>
          </p:cNvPr>
          <p:cNvSpPr>
            <a:spLocks noGrp="1"/>
          </p:cNvSpPr>
          <p:nvPr/>
        </p:nvSpPr>
        <p:spPr>
          <a:xfrm>
            <a:off x="11325225" y="6934200"/>
            <a:ext cx="381000" cy="953"/>
          </a:xfrm>
          <a:custGeom>
            <a:pathLst>
              <a:path w="381000" h="953">
                <a:moveTo>
                  <a:pt x="0" y="0"/>
                </a:moveTo>
                <a:lnTo>
                  <a:pt x="381000" y="0"/>
                </a:lnTo>
              </a:path>
            </a:pathLst>
          </a:custGeom>
          <a:noFill/>
          <a:ln w="17145">
            <a:solidFill>
              <a:srgbClr val="111111"/>
            </a:solidFill>
            <a:prstDash val="solid"/>
          </a:ln>
        </p:spPr>
      </p:sp>
      <p:sp>
        <p:nvSpPr>
          <p:cNvPr id="101" name="arrow:uienqueue">
            <a:extLst>
              <a:ext uri="{FF2B5EF4-FFF2-40B4-BE49-F238E27FC236}">
                <ns2:creationId id="{9BD0F153-823F-4822-9569-0E6A9B12803D}"/>
              </a:ext>
            </a:extLst>
          </p:cNvPr>
          <p:cNvSpPr>
            <a:spLocks noGrp="1"/>
          </p:cNvSpPr>
          <p:nvPr/>
        </p:nvSpPr>
        <p:spPr>
          <a:xfrm>
            <a:off x="11620500" y="68961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02" name="edge:uidequeue">
            <a:extLst>
              <a:ext uri="{FF2B5EF4-FFF2-40B4-BE49-F238E27FC236}">
                <ns2:creationId id="{6257835E-B6B7-4142-A601-49CC57877DC8}"/>
              </a:ext>
            </a:extLst>
          </p:cNvPr>
          <p:cNvSpPr>
            <a:spLocks noGrp="1"/>
          </p:cNvSpPr>
          <p:nvPr/>
        </p:nvSpPr>
        <p:spPr>
          <a:xfrm>
            <a:off x="11477625" y="7200900"/>
            <a:ext cx="904875" cy="438150"/>
          </a:xfrm>
          <a:custGeom>
            <a:pathLst>
              <a:path w="904875" h="438150">
                <a:moveTo>
                  <a:pt x="904875" y="0"/>
                </a:moveTo>
                <a:lnTo>
                  <a:pt x="904875" y="209550"/>
                </a:lnTo>
                <a:lnTo>
                  <a:pt x="0" y="209550"/>
                </a:lnTo>
                <a:lnTo>
                  <a:pt x="0" y="438150"/>
                </a:lnTo>
              </a:path>
            </a:pathLst>
          </a:custGeom>
          <a:noFill/>
          <a:ln w="17145">
            <a:solidFill>
              <a:srgbClr val="111111"/>
            </a:solidFill>
            <a:prstDash val="solid"/>
          </a:ln>
        </p:spPr>
      </p:sp>
      <p:sp>
        <p:nvSpPr>
          <p:cNvPr id="103" name="arrow:uidequeue">
            <a:extLst>
              <a:ext uri="{FF2B5EF4-FFF2-40B4-BE49-F238E27FC236}">
                <ns2:creationId id="{EC2A964D-11C6-479B-8FF1-B4569B5BF04E}"/>
              </a:ext>
            </a:extLst>
          </p:cNvPr>
          <p:cNvSpPr>
            <a:spLocks noGrp="1"/>
          </p:cNvSpPr>
          <p:nvPr/>
        </p:nvSpPr>
        <p:spPr>
          <a:xfrm>
            <a:off x="11439525" y="75533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4" name="edge:uirun">
            <a:extLst>
              <a:ext uri="{FF2B5EF4-FFF2-40B4-BE49-F238E27FC236}">
                <ns2:creationId id="{ECA3E543-C907-4DF3-9A83-7A9A22F868D8}"/>
              </a:ext>
            </a:extLst>
          </p:cNvPr>
          <p:cNvSpPr>
            <a:spLocks noGrp="1"/>
          </p:cNvSpPr>
          <p:nvPr/>
        </p:nvSpPr>
        <p:spPr>
          <a:xfrm>
            <a:off x="11477625" y="8067675"/>
            <a:ext cx="953" cy="352425"/>
          </a:xfrm>
          <a:custGeom>
            <a:pathLst>
              <a:path w="953" h="352425">
                <a:moveTo>
                  <a:pt x="0" y="0"/>
                </a:moveTo>
                <a:lnTo>
                  <a:pt x="0" y="352425"/>
                </a:lnTo>
              </a:path>
            </a:pathLst>
          </a:custGeom>
          <a:noFill/>
          <a:ln w="17145">
            <a:solidFill>
              <a:srgbClr val="111111"/>
            </a:solidFill>
            <a:prstDash val="solid"/>
          </a:ln>
        </p:spPr>
      </p:sp>
      <p:sp>
        <p:nvSpPr>
          <p:cNvPr id="105" name="arrow:uirun">
            <a:extLst>
              <a:ext uri="{FF2B5EF4-FFF2-40B4-BE49-F238E27FC236}">
                <ns2:creationId id="{AD3B762D-0D06-4F8B-9B32-9B3AF2496705}"/>
              </a:ext>
            </a:extLst>
          </p:cNvPr>
          <p:cNvSpPr>
            <a:spLocks noGrp="1"/>
          </p:cNvSpPr>
          <p:nvPr/>
        </p:nvSpPr>
        <p:spPr>
          <a:xfrm>
            <a:off x="11439525" y="83343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6" name="edge:uiweights">
            <a:extLst>
              <a:ext uri="{FF2B5EF4-FFF2-40B4-BE49-F238E27FC236}">
                <ns2:creationId id="{2C281D1F-B264-49F1-AB16-8BB2FAC38C0A}"/>
              </a:ext>
            </a:extLst>
          </p:cNvPr>
          <p:cNvSpPr>
            <a:spLocks noGrp="1"/>
          </p:cNvSpPr>
          <p:nvPr/>
        </p:nvSpPr>
        <p:spPr>
          <a:xfrm>
            <a:off x="10763250" y="8848725"/>
            <a:ext cx="953" cy="200025"/>
          </a:xfrm>
          <a:custGeom>
            <a:pathLst>
              <a:path w="953" h="200025">
                <a:moveTo>
                  <a:pt x="0" y="0"/>
                </a:moveTo>
                <a:lnTo>
                  <a:pt x="0" y="200025"/>
                </a:lnTo>
              </a:path>
            </a:pathLst>
          </a:custGeom>
          <a:noFill/>
          <a:ln w="17145">
            <a:solidFill>
              <a:srgbClr val="111111"/>
            </a:solidFill>
            <a:prstDash val="solid"/>
          </a:ln>
        </p:spPr>
      </p:sp>
      <p:sp>
        <p:nvSpPr>
          <p:cNvPr id="107" name="arrow:uiweights">
            <a:extLst>
              <a:ext uri="{FF2B5EF4-FFF2-40B4-BE49-F238E27FC236}">
                <ns2:creationId id="{8D5FA8C5-9D11-43D4-B3AE-8DFE8605EFA5}"/>
              </a:ext>
            </a:extLst>
          </p:cNvPr>
          <p:cNvSpPr>
            <a:spLocks noGrp="1"/>
          </p:cNvSpPr>
          <p:nvPr/>
        </p:nvSpPr>
        <p:spPr>
          <a:xfrm>
            <a:off x="1072515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8" name="edge:uistateflow">
            <a:extLst>
              <a:ext uri="{FF2B5EF4-FFF2-40B4-BE49-F238E27FC236}">
                <ns2:creationId id="{92C835D1-0081-4E60-95D7-EAF76F1A54DE}"/>
              </a:ext>
            </a:extLst>
          </p:cNvPr>
          <p:cNvSpPr>
            <a:spLocks noGrp="1"/>
          </p:cNvSpPr>
          <p:nvPr/>
        </p:nvSpPr>
        <p:spPr>
          <a:xfrm>
            <a:off x="12382500" y="7858125"/>
            <a:ext cx="762000" cy="1190625"/>
          </a:xfrm>
          <a:custGeom>
            <a:pathLst>
              <a:path w="762000" h="1190625">
                <a:moveTo>
                  <a:pt x="190500" y="0"/>
                </a:moveTo>
                <a:lnTo>
                  <a:pt x="762000" y="0"/>
                </a:lnTo>
                <a:lnTo>
                  <a:pt x="762000" y="1095375"/>
                </a:lnTo>
                <a:lnTo>
                  <a:pt x="0" y="1095375"/>
                </a:lnTo>
                <a:lnTo>
                  <a:pt x="0" y="1190625"/>
                </a:lnTo>
              </a:path>
            </a:pathLst>
          </a:custGeom>
          <a:noFill/>
          <a:ln w="17145">
            <a:solidFill>
              <a:srgbClr val="111111"/>
            </a:solidFill>
            <a:prstDash val="solid"/>
          </a:ln>
        </p:spPr>
      </p:sp>
      <p:sp>
        <p:nvSpPr>
          <p:cNvPr id="109" name="arrow:uistateflow">
            <a:extLst>
              <a:ext uri="{FF2B5EF4-FFF2-40B4-BE49-F238E27FC236}">
                <ns2:creationId id="{18FF9B52-A2E7-429E-B084-8C6BC5D9CC20}"/>
              </a:ext>
            </a:extLst>
          </p:cNvPr>
          <p:cNvSpPr>
            <a:spLocks noGrp="1"/>
          </p:cNvSpPr>
          <p:nvPr/>
        </p:nvSpPr>
        <p:spPr>
          <a:xfrm>
            <a:off x="1234440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0" name="edge:uiinferreturn">
            <a:extLst>
              <a:ext uri="{FF2B5EF4-FFF2-40B4-BE49-F238E27FC236}">
                <ns2:creationId id="{CA12E6D6-8674-48B5-8900-B44BA58CEC0D}"/>
              </a:ext>
            </a:extLst>
          </p:cNvPr>
          <p:cNvSpPr>
            <a:spLocks noGrp="1"/>
          </p:cNvSpPr>
          <p:nvPr/>
        </p:nvSpPr>
        <p:spPr>
          <a:xfrm>
            <a:off x="12239625" y="8067675"/>
            <a:ext cx="953" cy="352425"/>
          </a:xfrm>
          <a:custGeom>
            <a:pathLst>
              <a:path w="953" h="352425">
                <a:moveTo>
                  <a:pt x="0" y="352425"/>
                </a:moveTo>
                <a:lnTo>
                  <a:pt x="0" y="0"/>
                </a:lnTo>
              </a:path>
            </a:pathLst>
          </a:custGeom>
          <a:noFill/>
          <a:ln w="17145">
            <a:solidFill>
              <a:srgbClr val="111111"/>
            </a:solidFill>
            <a:prstDash val="dash"/>
          </a:ln>
        </p:spPr>
      </p:sp>
      <p:sp>
        <p:nvSpPr>
          <p:cNvPr id="111" name="arrow:uiinferreturn">
            <a:extLst>
              <a:ext uri="{FF2B5EF4-FFF2-40B4-BE49-F238E27FC236}">
                <ns2:creationId id="{064AF390-011A-4984-97FD-808B851F55B3}"/>
              </a:ext>
            </a:extLst>
          </p:cNvPr>
          <p:cNvSpPr>
            <a:spLocks noGrp="1"/>
          </p:cNvSpPr>
          <p:nvPr/>
        </p:nvSpPr>
        <p:spPr>
          <a:xfrm>
            <a:off x="12201525" y="8067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2" name="edge:uicompletion">
            <a:extLst>
              <a:ext uri="{FF2B5EF4-FFF2-40B4-BE49-F238E27FC236}">
                <ns2:creationId id="{F29EADB0-BA46-4456-9333-CA2DCE266DFB}"/>
              </a:ext>
            </a:extLst>
          </p:cNvPr>
          <p:cNvSpPr>
            <a:spLocks noGrp="1"/>
          </p:cNvSpPr>
          <p:nvPr/>
        </p:nvSpPr>
        <p:spPr>
          <a:xfrm>
            <a:off x="9667875" y="6943725"/>
            <a:ext cx="714375" cy="914400"/>
          </a:xfrm>
          <a:custGeom>
            <a:pathLst>
              <a:path w="714375" h="914400">
                <a:moveTo>
                  <a:pt x="714375" y="914400"/>
                </a:moveTo>
                <a:lnTo>
                  <a:pt x="0" y="914400"/>
                </a:lnTo>
                <a:lnTo>
                  <a:pt x="0" y="0"/>
                </a:lnTo>
                <a:lnTo>
                  <a:pt x="85725" y="0"/>
                </a:lnTo>
              </a:path>
            </a:pathLst>
          </a:custGeom>
          <a:noFill/>
          <a:ln w="17145">
            <a:solidFill>
              <a:srgbClr val="111111"/>
            </a:solidFill>
            <a:prstDash val="dash"/>
          </a:ln>
        </p:spPr>
      </p:sp>
      <p:sp>
        <p:nvSpPr>
          <p:cNvPr id="113" name="arrow:uicompletion">
            <a:extLst>
              <a:ext uri="{FF2B5EF4-FFF2-40B4-BE49-F238E27FC236}">
                <ns2:creationId id="{CA5C0D5C-F128-4668-ABB1-6E7736589381}"/>
              </a:ext>
            </a:extLst>
          </p:cNvPr>
          <p:cNvSpPr>
            <a:spLocks noGrp="1"/>
          </p:cNvSpPr>
          <p:nvPr/>
        </p:nvSpPr>
        <p:spPr>
          <a:xfrm>
            <a:off x="9667875" y="69056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4" name="node:samworker">
            <a:extLst>
              <a:ext uri="{FF2B5EF4-FFF2-40B4-BE49-F238E27FC236}">
                <ns2:creationId id="{A1B3E2B4-3F75-48FC-AD73-76B636BB3A16}"/>
              </a:ext>
            </a:extLst>
          </p:cNvPr>
          <p:cNvSpPr>
            <a:spLocks noGrp="1"/>
          </p:cNvSpPr>
          <p:nvPr/>
        </p:nvSpPr>
        <p:spPr>
          <a:xfrm>
            <a:off x="13716000" y="5905500"/>
            <a:ext cx="4000500" cy="3790950"/>
          </a:xfrm>
          <a:prstGeom prst="rect">
            <a:avLst/>
          </a:prstGeom>
          <a:noFill/>
          <a:ln w="17145">
            <a:solidFill>
              <a:srgbClr val="72777D"/>
            </a:solidFill>
            <a:prstDash val="dash"/>
          </a:ln>
        </p:spPr>
        <p:txBody>
          <a:bodyPr wrap="none" lIns="114300" tIns="19050" rIns="76200" bIns="348615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SAM Worker process</a:t>
            </a:r>
            <a:endParaRPr lang="ko-KR">
              <a:latin typeface="Calibri"/>
              <a:ea typeface="Calibri"/>
              <a:cs typeface="Calibri"/>
            </a:endParaRPr>
          </a:p>
        </p:txBody>
      </p:sp>
      <p:sp>
        <p:nvSpPr>
          <p:cNvPr id="115" name="node:samma">
            <a:extLst>
              <a:ext uri="{FF2B5EF4-FFF2-40B4-BE49-F238E27FC236}">
                <ns2:creationId id="{496C4B69-22DA-4F97-BAB1-A7C66F741808}"/>
              </a:ext>
            </a:extLst>
          </p:cNvPr>
          <p:cNvSpPr>
            <a:spLocks noGrp="1"/>
          </p:cNvSpPr>
          <p:nvPr/>
        </p:nvSpPr>
        <p:spPr>
          <a:xfrm>
            <a:off x="13887450" y="6296025"/>
            <a:ext cx="3657600" cy="3219450"/>
          </a:xfrm>
          <a:prstGeom prst="rect">
            <a:avLst/>
          </a:prstGeom>
          <a:solidFill>
            <a:srgbClr val="FFF6DD"/>
          </a:solidFill>
          <a:ln w="16193">
            <a:solidFill>
              <a:srgbClr val="111111"/>
            </a:solidFill>
          </a:ln>
        </p:spPr>
        <p:txBody>
          <a:bodyPr wrap="none" lIns="47625" tIns="19050" rIns="47625" bIns="287655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Model Access</a:t>
            </a:r>
            <a:endParaRPr lang="ko-KR">
              <a:latin typeface="Calibri"/>
              <a:ea typeface="Calibri"/>
              <a:cs typeface="Calibri"/>
            </a:endParaRPr>
          </a:p>
        </p:txBody>
      </p:sp>
      <p:sp>
        <p:nvSpPr>
          <p:cNvPr id="116" name="divider samma">
            <a:extLst>
              <a:ext uri="{FF2B5EF4-FFF2-40B4-BE49-F238E27FC236}">
                <ns2:creationId id="{A364BF33-39ED-4F09-B19A-1C26F34380F1}"/>
              </a:ext>
            </a:extLst>
          </p:cNvPr>
          <p:cNvSpPr>
            <a:spLocks noGrp="1"/>
          </p:cNvSpPr>
          <p:nvPr/>
        </p:nvSpPr>
        <p:spPr>
          <a:xfrm>
            <a:off x="13887450" y="6657975"/>
            <a:ext cx="3657600" cy="953"/>
          </a:xfrm>
          <a:custGeom>
            <a:pathLst>
              <a:path w="3657600" h="953">
                <a:moveTo>
                  <a:pt x="0" y="0"/>
                </a:moveTo>
                <a:lnTo>
                  <a:pt x="3657600" y="0"/>
                </a:lnTo>
              </a:path>
            </a:pathLst>
          </a:custGeom>
          <a:noFill/>
          <a:ln w="9525">
            <a:solidFill>
              <a:srgbClr val="111111"/>
            </a:solidFill>
            <a:prstDash val="solid"/>
          </a:ln>
        </p:spPr>
      </p:sp>
      <p:sp>
        <p:nvSpPr>
          <p:cNvPr id="117" name="node:samipc">
            <a:extLst>
              <a:ext uri="{FF2B5EF4-FFF2-40B4-BE49-F238E27FC236}">
                <ns2:creationId id="{2DE06053-1D38-4342-9F15-B2E128B48F9E}"/>
              </a:ext>
            </a:extLst>
          </p:cNvPr>
          <p:cNvSpPr>
            <a:spLocks noGrp="1"/>
          </p:cNvSpPr>
          <p:nvPr/>
        </p:nvSpPr>
        <p:spPr>
          <a:xfrm>
            <a:off x="14039850" y="6724650"/>
            <a:ext cx="1571625"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수신기</a:t>
            </a:r>
            <a:endParaRPr lang="ko-KR">
              <a:latin typeface="Calibri"/>
              <a:ea typeface="Calibri"/>
              <a:cs typeface="Calibri"/>
            </a:endParaRPr>
          </a:p>
        </p:txBody>
      </p:sp>
      <p:sp>
        <p:nvSpPr>
          <p:cNvPr id="118" name="node:samqueue">
            <a:extLst>
              <a:ext uri="{FF2B5EF4-FFF2-40B4-BE49-F238E27FC236}">
                <ns2:creationId id="{313D95A1-E5E3-4C0A-B904-A0C34022F93A}"/>
              </a:ext>
            </a:extLst>
          </p:cNvPr>
          <p:cNvSpPr>
            <a:spLocks noGrp="1"/>
          </p:cNvSpPr>
          <p:nvPr/>
        </p:nvSpPr>
        <p:spPr>
          <a:xfrm>
            <a:off x="15992475" y="6677025"/>
            <a:ext cx="1381125" cy="5238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대기열 (RAM)</a:t>
            </a:r>
            <a:endParaRPr lang="ko-KR">
              <a:latin typeface="Calibri"/>
              <a:ea typeface="Calibri"/>
              <a:cs typeface="Calibri"/>
            </a:endParaRPr>
          </a:p>
        </p:txBody>
      </p:sp>
      <p:sp>
        <p:nvSpPr>
          <p:cNvPr id="119" name="node:samadapter">
            <a:extLst>
              <a:ext uri="{FF2B5EF4-FFF2-40B4-BE49-F238E27FC236}">
                <ns2:creationId id="{B2FDA3BB-F443-4CD5-B69B-33F0F5C94591}"/>
              </a:ext>
            </a:extLst>
          </p:cNvPr>
          <p:cNvSpPr>
            <a:spLocks noGrp="1"/>
          </p:cNvSpPr>
          <p:nvPr/>
        </p:nvSpPr>
        <p:spPr>
          <a:xfrm>
            <a:off x="14668500" y="7639050"/>
            <a:ext cx="21907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어댑터</a:t>
            </a:r>
            <a:endParaRPr lang="ko-KR">
              <a:latin typeface="Calibri"/>
              <a:ea typeface="Calibri"/>
              <a:cs typeface="Calibri"/>
            </a:endParaRPr>
          </a:p>
        </p:txBody>
      </p:sp>
      <p:sp>
        <p:nvSpPr>
          <p:cNvPr id="120" name="node:samruntime">
            <a:extLst>
              <a:ext uri="{FF2B5EF4-FFF2-40B4-BE49-F238E27FC236}">
                <ns2:creationId id="{7C470459-92BC-4B12-8B4E-C64A9CFEF36F}"/>
              </a:ext>
            </a:extLst>
          </p:cNvPr>
          <p:cNvSpPr>
            <a:spLocks noGrp="1"/>
          </p:cNvSpPr>
          <p:nvPr/>
        </p:nvSpPr>
        <p:spPr>
          <a:xfrm>
            <a:off x="14668500" y="8420100"/>
            <a:ext cx="21907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CPU 추론 런타임</a:t>
            </a:r>
            <a:endParaRPr lang="ko-KR">
              <a:latin typeface="Calibri"/>
              <a:ea typeface="Calibri"/>
              <a:cs typeface="Calibri"/>
            </a:endParaRPr>
          </a:p>
        </p:txBody>
      </p:sp>
      <p:sp>
        <p:nvSpPr>
          <p:cNvPr id="121" name="node:sammodels">
            <a:extLst>
              <a:ext uri="{FF2B5EF4-FFF2-40B4-BE49-F238E27FC236}">
                <ns2:creationId id="{C00F1FC8-2426-4FA7-BCBA-30339A0C571B}"/>
              </a:ext>
            </a:extLst>
          </p:cNvPr>
          <p:cNvSpPr>
            <a:spLocks noGrp="1"/>
          </p:cNvSpPr>
          <p:nvPr/>
        </p:nvSpPr>
        <p:spPr>
          <a:xfrm>
            <a:off x="14039850" y="9048750"/>
            <a:ext cx="1571625"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세션 RAM</a:t>
            </a:r>
            <a:endParaRPr lang="ko-KR">
              <a:latin typeface="Calibri"/>
              <a:ea typeface="Calibri"/>
              <a:cs typeface="Calibri"/>
            </a:endParaRPr>
          </a:p>
        </p:txBody>
      </p:sp>
      <p:sp>
        <p:nvSpPr>
          <p:cNvPr id="122" name="node:samstate">
            <a:extLst>
              <a:ext uri="{FF2B5EF4-FFF2-40B4-BE49-F238E27FC236}">
                <ns2:creationId id="{CFD02C58-8E89-4A60-84B7-C2AF38E381C9}"/>
              </a:ext>
            </a:extLst>
          </p:cNvPr>
          <p:cNvSpPr>
            <a:spLocks noGrp="1"/>
          </p:cNvSpPr>
          <p:nvPr/>
        </p:nvSpPr>
        <p:spPr>
          <a:xfrm>
            <a:off x="15992475" y="9048750"/>
            <a:ext cx="1381125"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영상 상태 RAM</a:t>
            </a:r>
            <a:endParaRPr lang="ko-KR">
              <a:latin typeface="Calibri"/>
              <a:ea typeface="Calibri"/>
              <a:cs typeface="Calibri"/>
            </a:endParaRPr>
          </a:p>
        </p:txBody>
      </p:sp>
      <p:sp>
        <p:nvSpPr>
          <p:cNvPr id="123" name="edge:samenqueue">
            <a:extLst>
              <a:ext uri="{FF2B5EF4-FFF2-40B4-BE49-F238E27FC236}">
                <ns2:creationId id="{EF837A15-4152-4C0C-A9C9-F943B7FF4AE1}"/>
              </a:ext>
            </a:extLst>
          </p:cNvPr>
          <p:cNvSpPr>
            <a:spLocks noGrp="1"/>
          </p:cNvSpPr>
          <p:nvPr/>
        </p:nvSpPr>
        <p:spPr>
          <a:xfrm>
            <a:off x="15611475" y="6934200"/>
            <a:ext cx="381000" cy="953"/>
          </a:xfrm>
          <a:custGeom>
            <a:pathLst>
              <a:path w="381000" h="953">
                <a:moveTo>
                  <a:pt x="0" y="0"/>
                </a:moveTo>
                <a:lnTo>
                  <a:pt x="381000" y="0"/>
                </a:lnTo>
              </a:path>
            </a:pathLst>
          </a:custGeom>
          <a:noFill/>
          <a:ln w="17145">
            <a:solidFill>
              <a:srgbClr val="111111"/>
            </a:solidFill>
            <a:prstDash val="solid"/>
          </a:ln>
        </p:spPr>
      </p:sp>
      <p:sp>
        <p:nvSpPr>
          <p:cNvPr id="124" name="arrow:samenqueue">
            <a:extLst>
              <a:ext uri="{FF2B5EF4-FFF2-40B4-BE49-F238E27FC236}">
                <ns2:creationId id="{7A71D009-3F7D-435A-B4AD-BA97A6685FE8}"/>
              </a:ext>
            </a:extLst>
          </p:cNvPr>
          <p:cNvSpPr>
            <a:spLocks noGrp="1"/>
          </p:cNvSpPr>
          <p:nvPr/>
        </p:nvSpPr>
        <p:spPr>
          <a:xfrm>
            <a:off x="15906750" y="68961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5" name="edge:samdequeue">
            <a:extLst>
              <a:ext uri="{FF2B5EF4-FFF2-40B4-BE49-F238E27FC236}">
                <ns2:creationId id="{1DACD570-4331-4770-92D8-12B6C1C47F60}"/>
              </a:ext>
            </a:extLst>
          </p:cNvPr>
          <p:cNvSpPr>
            <a:spLocks noGrp="1"/>
          </p:cNvSpPr>
          <p:nvPr/>
        </p:nvSpPr>
        <p:spPr>
          <a:xfrm>
            <a:off x="15763875" y="7200900"/>
            <a:ext cx="904875" cy="438150"/>
          </a:xfrm>
          <a:custGeom>
            <a:pathLst>
              <a:path w="904875" h="438150">
                <a:moveTo>
                  <a:pt x="904875" y="0"/>
                </a:moveTo>
                <a:lnTo>
                  <a:pt x="904875" y="209550"/>
                </a:lnTo>
                <a:lnTo>
                  <a:pt x="0" y="209550"/>
                </a:lnTo>
                <a:lnTo>
                  <a:pt x="0" y="438150"/>
                </a:lnTo>
              </a:path>
            </a:pathLst>
          </a:custGeom>
          <a:noFill/>
          <a:ln w="17145">
            <a:solidFill>
              <a:srgbClr val="111111"/>
            </a:solidFill>
            <a:prstDash val="solid"/>
          </a:ln>
        </p:spPr>
      </p:sp>
      <p:sp>
        <p:nvSpPr>
          <p:cNvPr id="126" name="arrow:samdequeue">
            <a:extLst>
              <a:ext uri="{FF2B5EF4-FFF2-40B4-BE49-F238E27FC236}">
                <ns2:creationId id="{6DADE343-3436-4907-A3F0-7E4D93F49E4A}"/>
              </a:ext>
            </a:extLst>
          </p:cNvPr>
          <p:cNvSpPr>
            <a:spLocks noGrp="1"/>
          </p:cNvSpPr>
          <p:nvPr/>
        </p:nvSpPr>
        <p:spPr>
          <a:xfrm>
            <a:off x="15725775" y="75533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7" name="edge:samrun">
            <a:extLst>
              <a:ext uri="{FF2B5EF4-FFF2-40B4-BE49-F238E27FC236}">
                <ns2:creationId id="{23BDE18D-773B-45DC-9470-2A2D4B019F6B}"/>
              </a:ext>
            </a:extLst>
          </p:cNvPr>
          <p:cNvSpPr>
            <a:spLocks noGrp="1"/>
          </p:cNvSpPr>
          <p:nvPr/>
        </p:nvSpPr>
        <p:spPr>
          <a:xfrm>
            <a:off x="15763875" y="8067675"/>
            <a:ext cx="953" cy="352425"/>
          </a:xfrm>
          <a:custGeom>
            <a:pathLst>
              <a:path w="953" h="352425">
                <a:moveTo>
                  <a:pt x="0" y="0"/>
                </a:moveTo>
                <a:lnTo>
                  <a:pt x="0" y="352425"/>
                </a:lnTo>
              </a:path>
            </a:pathLst>
          </a:custGeom>
          <a:noFill/>
          <a:ln w="17145">
            <a:solidFill>
              <a:srgbClr val="111111"/>
            </a:solidFill>
            <a:prstDash val="solid"/>
          </a:ln>
        </p:spPr>
      </p:sp>
      <p:sp>
        <p:nvSpPr>
          <p:cNvPr id="128" name="arrow:samrun">
            <a:extLst>
              <a:ext uri="{FF2B5EF4-FFF2-40B4-BE49-F238E27FC236}">
                <ns2:creationId id="{5AF5C438-2604-4C55-B0EB-DC20708DC05F}"/>
              </a:ext>
            </a:extLst>
          </p:cNvPr>
          <p:cNvSpPr>
            <a:spLocks noGrp="1"/>
          </p:cNvSpPr>
          <p:nvPr/>
        </p:nvSpPr>
        <p:spPr>
          <a:xfrm>
            <a:off x="15725775" y="83343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9" name="edge:samweights">
            <a:extLst>
              <a:ext uri="{FF2B5EF4-FFF2-40B4-BE49-F238E27FC236}">
                <ns2:creationId id="{4FF4ADF2-2CE8-4247-9BA7-9AD9A398A818}"/>
              </a:ext>
            </a:extLst>
          </p:cNvPr>
          <p:cNvSpPr>
            <a:spLocks noGrp="1"/>
          </p:cNvSpPr>
          <p:nvPr/>
        </p:nvSpPr>
        <p:spPr>
          <a:xfrm>
            <a:off x="15049500" y="8848725"/>
            <a:ext cx="953" cy="200025"/>
          </a:xfrm>
          <a:custGeom>
            <a:pathLst>
              <a:path w="953" h="200025">
                <a:moveTo>
                  <a:pt x="0" y="0"/>
                </a:moveTo>
                <a:lnTo>
                  <a:pt x="0" y="200025"/>
                </a:lnTo>
              </a:path>
            </a:pathLst>
          </a:custGeom>
          <a:noFill/>
          <a:ln w="17145">
            <a:solidFill>
              <a:srgbClr val="111111"/>
            </a:solidFill>
            <a:prstDash val="solid"/>
          </a:ln>
        </p:spPr>
      </p:sp>
      <p:sp>
        <p:nvSpPr>
          <p:cNvPr id="130" name="arrow:samweights">
            <a:extLst>
              <a:ext uri="{FF2B5EF4-FFF2-40B4-BE49-F238E27FC236}">
                <ns2:creationId id="{8713313D-0D14-4151-ADEC-206AD8E86656}"/>
              </a:ext>
            </a:extLst>
          </p:cNvPr>
          <p:cNvSpPr>
            <a:spLocks noGrp="1"/>
          </p:cNvSpPr>
          <p:nvPr/>
        </p:nvSpPr>
        <p:spPr>
          <a:xfrm>
            <a:off x="1501140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31" name="edge:samstateflow">
            <a:extLst>
              <a:ext uri="{FF2B5EF4-FFF2-40B4-BE49-F238E27FC236}">
                <ns2:creationId id="{711E90D1-F81F-4724-AB12-13671B981CCD}"/>
              </a:ext>
            </a:extLst>
          </p:cNvPr>
          <p:cNvSpPr>
            <a:spLocks noGrp="1"/>
          </p:cNvSpPr>
          <p:nvPr/>
        </p:nvSpPr>
        <p:spPr>
          <a:xfrm>
            <a:off x="16668750" y="7858125"/>
            <a:ext cx="762000" cy="1190625"/>
          </a:xfrm>
          <a:custGeom>
            <a:pathLst>
              <a:path w="762000" h="1190625">
                <a:moveTo>
                  <a:pt x="190500" y="0"/>
                </a:moveTo>
                <a:lnTo>
                  <a:pt x="762000" y="0"/>
                </a:lnTo>
                <a:lnTo>
                  <a:pt x="762000" y="1095375"/>
                </a:lnTo>
                <a:lnTo>
                  <a:pt x="0" y="1095375"/>
                </a:lnTo>
                <a:lnTo>
                  <a:pt x="0" y="1190625"/>
                </a:lnTo>
              </a:path>
            </a:pathLst>
          </a:custGeom>
          <a:noFill/>
          <a:ln w="17145">
            <a:solidFill>
              <a:srgbClr val="111111"/>
            </a:solidFill>
            <a:prstDash val="solid"/>
          </a:ln>
        </p:spPr>
      </p:sp>
      <p:sp>
        <p:nvSpPr>
          <p:cNvPr id="132" name="arrow:samstateflow">
            <a:extLst>
              <a:ext uri="{FF2B5EF4-FFF2-40B4-BE49-F238E27FC236}">
                <ns2:creationId id="{D27A0BAE-561C-4E74-9D08-320FB646C4BF}"/>
              </a:ext>
            </a:extLst>
          </p:cNvPr>
          <p:cNvSpPr>
            <a:spLocks noGrp="1"/>
          </p:cNvSpPr>
          <p:nvPr/>
        </p:nvSpPr>
        <p:spPr>
          <a:xfrm>
            <a:off x="1663065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33" name="edge:saminferreturn">
            <a:extLst>
              <a:ext uri="{FF2B5EF4-FFF2-40B4-BE49-F238E27FC236}">
                <ns2:creationId id="{6A045AD2-DBC6-44DC-B5B3-934BAFB04FD3}"/>
              </a:ext>
            </a:extLst>
          </p:cNvPr>
          <p:cNvSpPr>
            <a:spLocks noGrp="1"/>
          </p:cNvSpPr>
          <p:nvPr/>
        </p:nvSpPr>
        <p:spPr>
          <a:xfrm>
            <a:off x="16525875" y="8067675"/>
            <a:ext cx="953" cy="352425"/>
          </a:xfrm>
          <a:custGeom>
            <a:pathLst>
              <a:path w="953" h="352425">
                <a:moveTo>
                  <a:pt x="0" y="352425"/>
                </a:moveTo>
                <a:lnTo>
                  <a:pt x="0" y="0"/>
                </a:lnTo>
              </a:path>
            </a:pathLst>
          </a:custGeom>
          <a:noFill/>
          <a:ln w="17145">
            <a:solidFill>
              <a:srgbClr val="111111"/>
            </a:solidFill>
            <a:prstDash val="dash"/>
          </a:ln>
        </p:spPr>
      </p:sp>
      <p:sp>
        <p:nvSpPr>
          <p:cNvPr id="134" name="arrow:saminferreturn">
            <a:extLst>
              <a:ext uri="{FF2B5EF4-FFF2-40B4-BE49-F238E27FC236}">
                <ns2:creationId id="{64214AF1-03E3-4745-963D-57AFC6B22004}"/>
              </a:ext>
            </a:extLst>
          </p:cNvPr>
          <p:cNvSpPr>
            <a:spLocks noGrp="1"/>
          </p:cNvSpPr>
          <p:nvPr/>
        </p:nvSpPr>
        <p:spPr>
          <a:xfrm>
            <a:off x="16487775" y="8067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35" name="edge:samcompletion">
            <a:extLst>
              <a:ext uri="{FF2B5EF4-FFF2-40B4-BE49-F238E27FC236}">
                <ns2:creationId id="{33BE312D-BB5D-4069-8C56-1875D6703675}"/>
              </a:ext>
            </a:extLst>
          </p:cNvPr>
          <p:cNvSpPr>
            <a:spLocks noGrp="1"/>
          </p:cNvSpPr>
          <p:nvPr/>
        </p:nvSpPr>
        <p:spPr>
          <a:xfrm>
            <a:off x="13954125" y="6943725"/>
            <a:ext cx="714375" cy="914400"/>
          </a:xfrm>
          <a:custGeom>
            <a:pathLst>
              <a:path w="714375" h="914400">
                <a:moveTo>
                  <a:pt x="714375" y="914400"/>
                </a:moveTo>
                <a:lnTo>
                  <a:pt x="0" y="914400"/>
                </a:lnTo>
                <a:lnTo>
                  <a:pt x="0" y="0"/>
                </a:lnTo>
                <a:lnTo>
                  <a:pt x="85725" y="0"/>
                </a:lnTo>
              </a:path>
            </a:pathLst>
          </a:custGeom>
          <a:noFill/>
          <a:ln w="17145">
            <a:solidFill>
              <a:srgbClr val="111111"/>
            </a:solidFill>
            <a:prstDash val="dash"/>
          </a:ln>
        </p:spPr>
      </p:sp>
      <p:sp>
        <p:nvSpPr>
          <p:cNvPr id="136" name="arrow:samcompletion">
            <a:extLst>
              <a:ext uri="{FF2B5EF4-FFF2-40B4-BE49-F238E27FC236}">
                <ns2:creationId id="{9B25FC54-2FC0-40B5-924E-4253E576EA63}"/>
              </a:ext>
            </a:extLst>
          </p:cNvPr>
          <p:cNvSpPr>
            <a:spLocks noGrp="1"/>
          </p:cNvSpPr>
          <p:nvPr/>
        </p:nvSpPr>
        <p:spPr>
          <a:xfrm>
            <a:off x="13954125" y="69056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37" name="edge:r3uirequest">
            <a:extLst>
              <a:ext uri="{FF2B5EF4-FFF2-40B4-BE49-F238E27FC236}">
                <ns2:creationId id="{A87ACD1A-84BE-401E-821F-B1C2AB0AB06A}"/>
              </a:ext>
            </a:extLst>
          </p:cNvPr>
          <p:cNvSpPr>
            <a:spLocks noGrp="1"/>
          </p:cNvSpPr>
          <p:nvPr/>
        </p:nvSpPr>
        <p:spPr>
          <a:xfrm>
            <a:off x="9505950" y="3810000"/>
            <a:ext cx="4686300" cy="3028950"/>
          </a:xfrm>
          <a:custGeom>
            <a:pathLst>
              <a:path w="4686300" h="3028950">
                <a:moveTo>
                  <a:pt x="4686300" y="0"/>
                </a:moveTo>
                <a:lnTo>
                  <a:pt x="4686300" y="1238250"/>
                </a:lnTo>
                <a:lnTo>
                  <a:pt x="0" y="1238250"/>
                </a:lnTo>
                <a:lnTo>
                  <a:pt x="0" y="3028950"/>
                </a:lnTo>
                <a:lnTo>
                  <a:pt x="247650" y="3028950"/>
                </a:lnTo>
              </a:path>
            </a:pathLst>
          </a:custGeom>
          <a:noFill/>
          <a:ln w="17145">
            <a:solidFill>
              <a:srgbClr val="111111"/>
            </a:solidFill>
            <a:prstDash val="solid"/>
          </a:ln>
        </p:spPr>
      </p:sp>
      <p:sp>
        <p:nvSpPr>
          <p:cNvPr id="138" name="arrow:r3uirequest">
            <a:extLst>
              <a:ext uri="{FF2B5EF4-FFF2-40B4-BE49-F238E27FC236}">
                <ns2:creationId id="{72E40953-2948-4118-8057-B4F8EE3E5BC4}"/>
              </a:ext>
            </a:extLst>
          </p:cNvPr>
          <p:cNvSpPr>
            <a:spLocks noGrp="1"/>
          </p:cNvSpPr>
          <p:nvPr/>
        </p:nvSpPr>
        <p:spPr>
          <a:xfrm>
            <a:off x="9667875" y="6800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39" name="label 2 UI 실행">
            <a:extLst>
              <a:ext uri="{FF2B5EF4-FFF2-40B4-BE49-F238E27FC236}">
                <ns2:creationId id="{FB1E0B41-4401-4430-B1F7-AA99B51A0D39}"/>
              </a:ext>
            </a:extLst>
          </p:cNvPr>
          <p:cNvSpPr>
            <a:spLocks noGrp="1"/>
          </p:cNvSpPr>
          <p:nvPr/>
        </p:nvSpPr>
        <p:spPr>
          <a:xfrm>
            <a:off x="9620250" y="4762500"/>
            <a:ext cx="18097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UI 실행</a:t>
            </a:r>
            <a:endParaRPr lang="ko-KR">
              <a:latin typeface="Calibri"/>
              <a:ea typeface="Calibri"/>
              <a:cs typeface="Calibri"/>
            </a:endParaRPr>
          </a:p>
        </p:txBody>
      </p:sp>
      <p:sp>
        <p:nvSpPr>
          <p:cNvPr id="140" name="edge:r3uiresponse">
            <a:extLst>
              <a:ext uri="{FF2B5EF4-FFF2-40B4-BE49-F238E27FC236}">
                <ns2:creationId id="{35197EB6-F0F5-450A-AB8F-EFD08B71C407}"/>
              </a:ext>
            </a:extLst>
          </p:cNvPr>
          <p:cNvSpPr>
            <a:spLocks noGrp="1"/>
          </p:cNvSpPr>
          <p:nvPr/>
        </p:nvSpPr>
        <p:spPr>
          <a:xfrm>
            <a:off x="9315450" y="3810000"/>
            <a:ext cx="7877175" cy="3257550"/>
          </a:xfrm>
          <a:custGeom>
            <a:pathLst>
              <a:path w="7877175" h="3257550">
                <a:moveTo>
                  <a:pt x="438150" y="3257550"/>
                </a:moveTo>
                <a:lnTo>
                  <a:pt x="0" y="3257550"/>
                </a:lnTo>
                <a:lnTo>
                  <a:pt x="0" y="1619250"/>
                </a:lnTo>
                <a:lnTo>
                  <a:pt x="7877175" y="1619250"/>
                </a:lnTo>
                <a:lnTo>
                  <a:pt x="7877175" y="0"/>
                </a:lnTo>
              </a:path>
            </a:pathLst>
          </a:custGeom>
          <a:noFill/>
          <a:ln w="17145">
            <a:solidFill>
              <a:srgbClr val="111111"/>
            </a:solidFill>
            <a:prstDash val="dash"/>
          </a:ln>
        </p:spPr>
      </p:sp>
      <p:sp>
        <p:nvSpPr>
          <p:cNvPr id="141" name="arrow:r3uiresponse">
            <a:extLst>
              <a:ext uri="{FF2B5EF4-FFF2-40B4-BE49-F238E27FC236}">
                <ns2:creationId id="{0148B786-A5C7-49EB-8FFA-29128FE417C7}"/>
              </a:ext>
            </a:extLst>
          </p:cNvPr>
          <p:cNvSpPr>
            <a:spLocks noGrp="1"/>
          </p:cNvSpPr>
          <p:nvPr/>
        </p:nvSpPr>
        <p:spPr>
          <a:xfrm>
            <a:off x="17154525" y="38100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42" name="label UI 결과 host 반환">
            <a:extLst>
              <a:ext uri="{FF2B5EF4-FFF2-40B4-BE49-F238E27FC236}">
                <ns2:creationId id="{26B3FD58-A782-4304-945B-DD8C27B497D3}"/>
              </a:ext>
            </a:extLst>
          </p:cNvPr>
          <p:cNvSpPr>
            <a:spLocks noGrp="1"/>
          </p:cNvSpPr>
          <p:nvPr/>
        </p:nvSpPr>
        <p:spPr>
          <a:xfrm>
            <a:off x="11430000" y="5467350"/>
            <a:ext cx="23812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UI 결과 host 반환</a:t>
            </a:r>
            <a:endParaRPr lang="ko-KR">
              <a:latin typeface="Calibri"/>
              <a:ea typeface="Calibri"/>
              <a:cs typeface="Calibri"/>
            </a:endParaRPr>
          </a:p>
        </p:txBody>
      </p:sp>
      <p:sp>
        <p:nvSpPr>
          <p:cNvPr id="143" name="edge:r3samrequest">
            <a:extLst>
              <a:ext uri="{FF2B5EF4-FFF2-40B4-BE49-F238E27FC236}">
                <ns2:creationId id="{87732B95-FEFD-4E2F-B084-235EDB76381C}"/>
              </a:ext>
            </a:extLst>
          </p:cNvPr>
          <p:cNvSpPr>
            <a:spLocks noGrp="1"/>
          </p:cNvSpPr>
          <p:nvPr/>
        </p:nvSpPr>
        <p:spPr>
          <a:xfrm>
            <a:off x="13792200" y="3581400"/>
            <a:ext cx="3790950" cy="3257550"/>
          </a:xfrm>
          <a:custGeom>
            <a:pathLst>
              <a:path w="3790950" h="3257550">
                <a:moveTo>
                  <a:pt x="3600450" y="0"/>
                </a:moveTo>
                <a:lnTo>
                  <a:pt x="3790950" y="0"/>
                </a:lnTo>
                <a:lnTo>
                  <a:pt x="3790950" y="2228850"/>
                </a:lnTo>
                <a:lnTo>
                  <a:pt x="0" y="2228850"/>
                </a:lnTo>
                <a:lnTo>
                  <a:pt x="0" y="3257550"/>
                </a:lnTo>
                <a:lnTo>
                  <a:pt x="247650" y="3257550"/>
                </a:lnTo>
              </a:path>
            </a:pathLst>
          </a:custGeom>
          <a:noFill/>
          <a:ln w="17145">
            <a:solidFill>
              <a:srgbClr val="111111"/>
            </a:solidFill>
            <a:prstDash val="solid"/>
          </a:ln>
        </p:spPr>
      </p:sp>
      <p:sp>
        <p:nvSpPr>
          <p:cNvPr id="144" name="arrow:r3samrequest">
            <a:extLst>
              <a:ext uri="{FF2B5EF4-FFF2-40B4-BE49-F238E27FC236}">
                <ns2:creationId id="{7C2C3139-6754-4792-AE5A-EEE26C0CDDDD}"/>
              </a:ext>
            </a:extLst>
          </p:cNvPr>
          <p:cNvSpPr>
            <a:spLocks noGrp="1"/>
          </p:cNvSpPr>
          <p:nvPr/>
        </p:nvSpPr>
        <p:spPr>
          <a:xfrm>
            <a:off x="13954125" y="6800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45" name="label 5 UI 결과로 seed 확정 후 필요한 SAM 실행">
            <a:extLst>
              <a:ext uri="{FF2B5EF4-FFF2-40B4-BE49-F238E27FC236}">
                <ns2:creationId id="{A7309D50-4026-4C24-8110-2DF3DDAA33C4}"/>
              </a:ext>
            </a:extLst>
          </p:cNvPr>
          <p:cNvSpPr>
            <a:spLocks noGrp="1"/>
          </p:cNvSpPr>
          <p:nvPr/>
        </p:nvSpPr>
        <p:spPr>
          <a:xfrm>
            <a:off x="13954125" y="5524500"/>
            <a:ext cx="352425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5 UI 결과로 seed 확정 후 필요한 SAM 실행</a:t>
            </a:r>
            <a:endParaRPr lang="ko-KR">
              <a:latin typeface="Calibri"/>
              <a:ea typeface="Calibri"/>
              <a:cs typeface="Calibri"/>
            </a:endParaRPr>
          </a:p>
        </p:txBody>
      </p:sp>
      <p:sp>
        <p:nvSpPr>
          <p:cNvPr id="146" name="edge:r3samresponse">
            <a:extLst>
              <a:ext uri="{FF2B5EF4-FFF2-40B4-BE49-F238E27FC236}">
                <ns2:creationId id="{6B65DAFB-8242-4D54-890B-DCD0B37DBCD3}"/>
              </a:ext>
            </a:extLst>
          </p:cNvPr>
          <p:cNvSpPr>
            <a:spLocks noGrp="1"/>
          </p:cNvSpPr>
          <p:nvPr/>
        </p:nvSpPr>
        <p:spPr>
          <a:xfrm>
            <a:off x="13601700" y="3810000"/>
            <a:ext cx="3448050" cy="3257550"/>
          </a:xfrm>
          <a:custGeom>
            <a:pathLst>
              <a:path w="3448050" h="3257550">
                <a:moveTo>
                  <a:pt x="438150" y="3257550"/>
                </a:moveTo>
                <a:lnTo>
                  <a:pt x="0" y="3257550"/>
                </a:lnTo>
                <a:lnTo>
                  <a:pt x="0" y="1428750"/>
                </a:lnTo>
                <a:lnTo>
                  <a:pt x="3448050" y="1428750"/>
                </a:lnTo>
                <a:lnTo>
                  <a:pt x="3448050" y="0"/>
                </a:lnTo>
              </a:path>
            </a:pathLst>
          </a:custGeom>
          <a:noFill/>
          <a:ln w="17145">
            <a:solidFill>
              <a:srgbClr val="111111"/>
            </a:solidFill>
            <a:prstDash val="dash"/>
          </a:ln>
        </p:spPr>
      </p:sp>
      <p:sp>
        <p:nvSpPr>
          <p:cNvPr id="147" name="arrow:r3samresponse">
            <a:extLst>
              <a:ext uri="{FF2B5EF4-FFF2-40B4-BE49-F238E27FC236}">
                <ns2:creationId id="{EB4F4AFC-E9F9-49D2-AD44-90E39A858509}"/>
              </a:ext>
            </a:extLst>
          </p:cNvPr>
          <p:cNvSpPr>
            <a:spLocks noGrp="1"/>
          </p:cNvSpPr>
          <p:nvPr/>
        </p:nvSpPr>
        <p:spPr>
          <a:xfrm>
            <a:off x="17011650" y="38100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48" name="label SAM 결과">
            <a:extLst>
              <a:ext uri="{FF2B5EF4-FFF2-40B4-BE49-F238E27FC236}">
                <ns2:creationId id="{7E1B154E-2259-4F05-A22A-32196D7252F1}"/>
              </a:ext>
            </a:extLst>
          </p:cNvPr>
          <p:cNvSpPr>
            <a:spLocks noGrp="1"/>
          </p:cNvSpPr>
          <p:nvPr/>
        </p:nvSpPr>
        <p:spPr>
          <a:xfrm>
            <a:off x="15220950" y="4933950"/>
            <a:ext cx="1552575"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SAM 결과</a:t>
            </a:r>
            <a:endParaRPr lang="ko-KR">
              <a:latin typeface="Calibri"/>
              <a:ea typeface="Calibri"/>
              <a:cs typeface="Calibri"/>
            </a:endParaRPr>
          </a:p>
        </p:txBody>
      </p:sp>
      <p:sp>
        <p:nvSpPr>
          <p:cNvPr id="149" name="label 제목칸 상자: Component    둥근 상자: Module    원통: 저장소    회색 점선: process    실선: 요청    점선: 반환">
            <a:extLst>
              <a:ext uri="{FF2B5EF4-FFF2-40B4-BE49-F238E27FC236}">
                <ns2:creationId id="{007AE5C3-762D-49AF-BAB4-AFA397D90F07}"/>
              </a:ext>
            </a:extLst>
          </p:cNvPr>
          <p:cNvSpPr>
            <a:spLocks noGrp="1"/>
          </p:cNvSpPr>
          <p:nvPr/>
        </p:nvSpPr>
        <p:spPr>
          <a:xfrm>
            <a:off x="571500" y="9753600"/>
            <a:ext cx="17145000" cy="247650"/>
          </a:xfrm>
          <a:prstGeom prst="rect">
            <a:avLst/>
          </a:prstGeom>
          <a:noFill/>
          <a:ln w="0">
            <a:noFill/>
          </a:ln>
        </p:spPr>
        <p:txBody>
          <a:bodyPr wrap="none" lIns="47625" tIns="19050" rIns="47625" bIns="1905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제목칸 상자: Component    둥근 상자: Module    원통: 저장소    회색 점선: process    실선: 요청    점선: 반환</a:t>
            </a:r>
            <a:endParaRPr lang="ko-KR">
              <a:latin typeface="Calibri"/>
              <a:ea typeface="Calibri"/>
              <a:cs typeface="Calibri"/>
            </a:endParaRPr>
          </a:p>
        </p:txBody>
      </p:sp>
    </p:spTree>
    <p:extLst>
      <p:ext uri="{BB962C8B-B14F-4D97-AF65-F5344CB8AC3E}">
        <p14:creationId val="1955892598"/>
      </p:ext>
    </p:extLst>
  </p:cSld>
</p:sld>
</file>

<file path=ppt/slides/slide5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9" name="label DP3. CPU 실행과 상태 수명">
            <a:extLst>
              <a:ext uri="{FF2B5EF4-FFF2-40B4-BE49-F238E27FC236}">
                <ns2:creationId id="{3AAFF11C-EBCD-4EBD-A1EE-91C3546E3DF5}"/>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CPU 실행과 상태 수명</a:t>
            </a:r>
            <a:endParaRPr lang="ko-KR">
              <a:latin typeface="Calibri"/>
              <a:ea typeface="Calibri"/>
              <a:cs typeface="Calibri"/>
            </a:endParaRPr>
          </a:p>
        </p:txBody>
      </p:sp>
      <p:sp>
        <p:nvSpPr>
          <p:cNvPr id="2" name="stage 0">
            <a:extLst>
              <a:ext uri="{FF2B5EF4-FFF2-40B4-BE49-F238E27FC236}">
                <ns2:creationId id="{8EC06CA8-A526-4B6D-94B7-CFCC78480889}"/>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547FFCDF-5355-46CD-995C-B56A45671B7A}"/>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E0CFF06D-7FAD-4714-BC8B-734715199BE1}"/>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E717FA31-DAB5-4B1F-91EB-3AD788473D2F}"/>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3B92BF44-A35C-433B-9491-986EBDDCD22C}"/>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2A06FC17-92BD-4E0B-922B-E9FAD3D8305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모델 회수와 영상 상태 종료는 별도 명령 / R1과 R2의 코드 배치는 같고 세션 유지 정책이 다름">
            <a:extLst>
              <a:ext uri="{FF2B5EF4-FFF2-40B4-BE49-F238E27FC236}">
                <ns2:creationId id="{9482A756-FE69-49A8-AF1D-7AFD69FD4AD5}"/>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모델 회수와 영상 상태 종료는 별도 명령 / R1과 R2의 코드 배치는 같고 세션 유지 정책이 다름</a:t>
            </a:r>
            <a:endParaRPr lang="ko-KR">
              <a:latin typeface="Calibri"/>
              <a:ea typeface="Calibri"/>
              <a:cs typeface="Calibri"/>
            </a:endParaRPr>
          </a:p>
        </p:txBody>
      </p:sp>
      <p:sp>
        <p:nvSpPr>
          <p:cNvPr id="9" name="Continuous slide number">
            <a:extLst>
              <a:ext uri="{FF2B5EF4-FFF2-40B4-BE49-F238E27FC236}">
                <ns2:creationId id="{5F400430-36DB-4A77-ABF1-12C2F6E9A3BC}"/>
              </a:ext>
            </a:extLst>
          </p:cNvPr>
          <p:cNvSpPr>
            <a:spLocks noGrp="1"/>
          </p:cNvSpPr>
          <p:nvPr/>
        </p:nvSpPr>
        <p:spPr>
          <a:xfrm>
            <a:off x="17487900" y="10020300"/>
            <a:ext cx="590550" cy="200025"/>
          </a:xfrm>
          <a:prstGeom prst="rect">
            <a:avLst/>
          </a:prstGeom>
          <a:noFill/>
          <a:ln w="0">
            <a:noFill/>
          </a:ln>
        </p:spPr>
        <p:txBody>
          <a:bodyPr wrap="none" lIns="47625" tIns="19050" rIns="47625" bIns="1905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36</a:t>
            </a:r>
            <a:endParaRPr lang="ko-KR">
              <a:latin typeface="Calibri"/>
              <a:ea typeface="Calibri"/>
              <a:cs typeface="Calibri"/>
            </a:endParaRPr>
          </a:p>
        </p:txBody>
      </p:sp>
      <p:sp>
        <p:nvSpPr>
          <p:cNvPr id="10" name="node:lifehost">
            <a:extLst>
              <a:ext uri="{FF2B5EF4-FFF2-40B4-BE49-F238E27FC236}">
                <ns2:creationId id="{7ADDB857-3AF8-4C24-B4E5-38359E621F70}"/>
              </a:ext>
            </a:extLst>
          </p:cNvPr>
          <p:cNvSpPr>
            <a:spLocks noGrp="1"/>
          </p:cNvSpPr>
          <p:nvPr/>
        </p:nvSpPr>
        <p:spPr>
          <a:xfrm>
            <a:off x="571500" y="2047875"/>
            <a:ext cx="4191000" cy="3619500"/>
          </a:xfrm>
          <a:prstGeom prst="rect">
            <a:avLst/>
          </a:prstGeom>
          <a:noFill/>
          <a:ln w="17145">
            <a:solidFill>
              <a:srgbClr val="72777D"/>
            </a:solidFill>
            <a:prstDash val="dash"/>
          </a:ln>
        </p:spPr>
        <p:txBody>
          <a:bodyPr wrap="none" lIns="114300" tIns="19050" rIns="76200" bIns="331470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VIA Host process</a:t>
            </a:r>
            <a:endParaRPr lang="ko-KR">
              <a:latin typeface="Calibri"/>
              <a:ea typeface="Calibri"/>
              <a:cs typeface="Calibri"/>
            </a:endParaRPr>
          </a:p>
        </p:txBody>
      </p:sp>
      <p:sp>
        <p:nvSpPr>
          <p:cNvPr id="11" name="node:lifema">
            <a:extLst>
              <a:ext uri="{FF2B5EF4-FFF2-40B4-BE49-F238E27FC236}">
                <ns2:creationId id="{5FF4D5FD-BD1F-4121-8195-006F075308C1}"/>
              </a:ext>
            </a:extLst>
          </p:cNvPr>
          <p:cNvSpPr>
            <a:spLocks noGrp="1"/>
          </p:cNvSpPr>
          <p:nvPr/>
        </p:nvSpPr>
        <p:spPr>
          <a:xfrm>
            <a:off x="742950" y="2457450"/>
            <a:ext cx="3848100" cy="3009900"/>
          </a:xfrm>
          <a:prstGeom prst="rect">
            <a:avLst/>
          </a:prstGeom>
          <a:solidFill>
            <a:srgbClr val="FFF6DD"/>
          </a:solidFill>
          <a:ln w="16193">
            <a:solidFill>
              <a:srgbClr val="111111"/>
            </a:solidFill>
          </a:ln>
        </p:spPr>
        <p:txBody>
          <a:bodyPr wrap="none" lIns="47625" tIns="19050" rIns="47625" bIns="26670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12" name="divider lifema">
            <a:extLst>
              <a:ext uri="{FF2B5EF4-FFF2-40B4-BE49-F238E27FC236}">
                <ns2:creationId id="{1E34E2F1-30BB-4AF9-91FB-B6A57B483141}"/>
              </a:ext>
            </a:extLst>
          </p:cNvPr>
          <p:cNvSpPr>
            <a:spLocks noGrp="1"/>
          </p:cNvSpPr>
          <p:nvPr/>
        </p:nvSpPr>
        <p:spPr>
          <a:xfrm>
            <a:off x="742950" y="2819400"/>
            <a:ext cx="3848100" cy="953"/>
          </a:xfrm>
          <a:custGeom>
            <a:pathLst>
              <a:path w="3848100" h="953">
                <a:moveTo>
                  <a:pt x="0" y="0"/>
                </a:moveTo>
                <a:lnTo>
                  <a:pt x="3848100" y="0"/>
                </a:lnTo>
              </a:path>
            </a:pathLst>
          </a:custGeom>
          <a:noFill/>
          <a:ln w="9525">
            <a:solidFill>
              <a:srgbClr val="111111"/>
            </a:solidFill>
            <a:prstDash val="solid"/>
          </a:ln>
        </p:spPr>
      </p:sp>
      <p:sp>
        <p:nvSpPr>
          <p:cNvPr id="13" name="node:lifecontrol">
            <a:extLst>
              <a:ext uri="{FF2B5EF4-FFF2-40B4-BE49-F238E27FC236}">
                <ns2:creationId id="{C23DBE49-C84B-46E2-887D-DF71B97791F0}"/>
              </a:ext>
            </a:extLst>
          </p:cNvPr>
          <p:cNvSpPr>
            <a:spLocks noGrp="1"/>
          </p:cNvSpPr>
          <p:nvPr/>
        </p:nvSpPr>
        <p:spPr>
          <a:xfrm>
            <a:off x="952500" y="2962275"/>
            <a:ext cx="342900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로컬 실행 제어기</a:t>
            </a:r>
            <a:endParaRPr lang="ko-KR">
              <a:latin typeface="Calibri"/>
              <a:ea typeface="Calibri"/>
              <a:cs typeface="Calibri"/>
            </a:endParaRPr>
          </a:p>
        </p:txBody>
      </p:sp>
      <p:sp>
        <p:nvSpPr>
          <p:cNvPr id="14" name="node:lifejobs">
            <a:extLst>
              <a:ext uri="{FF2B5EF4-FFF2-40B4-BE49-F238E27FC236}">
                <ns2:creationId id="{44BA0177-EEE3-4D14-AF12-4EF9017F7FFC}"/>
              </a:ext>
            </a:extLst>
          </p:cNvPr>
          <p:cNvSpPr>
            <a:spLocks noGrp="1"/>
          </p:cNvSpPr>
          <p:nvPr/>
        </p:nvSpPr>
        <p:spPr>
          <a:xfrm>
            <a:off x="952500" y="4429125"/>
            <a:ext cx="3429000" cy="6667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작업과 실행 세대 (RAM)</a:t>
            </a:r>
            <a:endParaRPr lang="ko-KR">
              <a:latin typeface="Calibri"/>
              <a:ea typeface="Calibri"/>
              <a:cs typeface="Calibri"/>
            </a:endParaRPr>
          </a:p>
        </p:txBody>
      </p:sp>
      <p:sp>
        <p:nvSpPr>
          <p:cNvPr id="15" name="edge:lifejobwrite">
            <a:extLst>
              <a:ext uri="{FF2B5EF4-FFF2-40B4-BE49-F238E27FC236}">
                <ns2:creationId id="{8DF98B72-FC8C-4FB8-AFC2-462BF73D1C2F}"/>
              </a:ext>
            </a:extLst>
          </p:cNvPr>
          <p:cNvSpPr>
            <a:spLocks noGrp="1"/>
          </p:cNvSpPr>
          <p:nvPr/>
        </p:nvSpPr>
        <p:spPr>
          <a:xfrm>
            <a:off x="1143000" y="3533775"/>
            <a:ext cx="953" cy="895350"/>
          </a:xfrm>
          <a:custGeom>
            <a:pathLst>
              <a:path w="953" h="895350">
                <a:moveTo>
                  <a:pt x="0" y="0"/>
                </a:moveTo>
                <a:lnTo>
                  <a:pt x="0" y="895350"/>
                </a:lnTo>
              </a:path>
            </a:pathLst>
          </a:custGeom>
          <a:noFill/>
          <a:ln w="17145">
            <a:solidFill>
              <a:srgbClr val="111111"/>
            </a:solidFill>
            <a:prstDash val="solid"/>
          </a:ln>
        </p:spPr>
      </p:sp>
      <p:sp>
        <p:nvSpPr>
          <p:cNvPr id="16" name="arrow:lifejobwrite">
            <a:extLst>
              <a:ext uri="{FF2B5EF4-FFF2-40B4-BE49-F238E27FC236}">
                <ns2:creationId id="{070FB6F5-5A07-4D79-BFEB-FC03D3270679}"/>
              </a:ext>
            </a:extLst>
          </p:cNvPr>
          <p:cNvSpPr>
            <a:spLocks noGrp="1"/>
          </p:cNvSpPr>
          <p:nvPr/>
        </p:nvSpPr>
        <p:spPr>
          <a:xfrm>
            <a:off x="1104900" y="434340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7" name="label 작업 / 취소 / 버전 확인">
            <a:extLst>
              <a:ext uri="{FF2B5EF4-FFF2-40B4-BE49-F238E27FC236}">
                <ns2:creationId id="{E54ADA4F-AB92-4C14-839E-B8DD5FEBD356}"/>
              </a:ext>
            </a:extLst>
          </p:cNvPr>
          <p:cNvSpPr>
            <a:spLocks noGrp="1"/>
          </p:cNvSpPr>
          <p:nvPr/>
        </p:nvSpPr>
        <p:spPr>
          <a:xfrm>
            <a:off x="1333500" y="3829050"/>
            <a:ext cx="2952750" cy="266700"/>
          </a:xfrm>
          <a:prstGeom prst="rect">
            <a:avLst/>
          </a:prstGeom>
          <a:solidFill>
            <a:srgbClr val="FFFFFF"/>
          </a:solidFill>
          <a:ln w="0">
            <a:no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작업 / 취소 / 버전 확인</a:t>
            </a:r>
            <a:endParaRPr lang="ko-KR">
              <a:latin typeface="Calibri"/>
              <a:ea typeface="Calibri"/>
              <a:cs typeface="Calibri"/>
            </a:endParaRPr>
          </a:p>
        </p:txBody>
      </p:sp>
      <p:sp>
        <p:nvSpPr>
          <p:cNvPr id="18" name="node:lifeworker">
            <a:extLst>
              <a:ext uri="{FF2B5EF4-FFF2-40B4-BE49-F238E27FC236}">
                <ns2:creationId id="{51D32AC8-FAEE-4D8A-95B3-2495F40686D9}"/>
              </a:ext>
            </a:extLst>
          </p:cNvPr>
          <p:cNvSpPr>
            <a:spLocks noGrp="1"/>
          </p:cNvSpPr>
          <p:nvPr/>
        </p:nvSpPr>
        <p:spPr>
          <a:xfrm>
            <a:off x="7000875" y="2047875"/>
            <a:ext cx="10715625" cy="3619500"/>
          </a:xfrm>
          <a:prstGeom prst="rect">
            <a:avLst/>
          </a:prstGeom>
          <a:noFill/>
          <a:ln w="17145">
            <a:solidFill>
              <a:srgbClr val="72777D"/>
            </a:solidFill>
            <a:prstDash val="dash"/>
          </a:ln>
        </p:spPr>
        <p:txBody>
          <a:bodyPr wrap="none" lIns="114300" tIns="19050" rIns="76200" bIns="331470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Vision Worker process (R1 / R2)</a:t>
            </a:r>
            <a:endParaRPr lang="ko-KR">
              <a:latin typeface="Calibri"/>
              <a:ea typeface="Calibri"/>
              <a:cs typeface="Calibri"/>
            </a:endParaRPr>
          </a:p>
        </p:txBody>
      </p:sp>
      <p:sp>
        <p:nvSpPr>
          <p:cNvPr id="19" name="node:lifeworkerma">
            <a:extLst>
              <a:ext uri="{FF2B5EF4-FFF2-40B4-BE49-F238E27FC236}">
                <ns2:creationId id="{44B293C4-A8E6-402B-8843-370F84734B24}"/>
              </a:ext>
            </a:extLst>
          </p:cNvPr>
          <p:cNvSpPr>
            <a:spLocks noGrp="1"/>
          </p:cNvSpPr>
          <p:nvPr/>
        </p:nvSpPr>
        <p:spPr>
          <a:xfrm>
            <a:off x="7172325" y="2457450"/>
            <a:ext cx="10372725" cy="3009900"/>
          </a:xfrm>
          <a:prstGeom prst="rect">
            <a:avLst/>
          </a:prstGeom>
          <a:solidFill>
            <a:srgbClr val="FFF6DD"/>
          </a:solidFill>
          <a:ln w="16193">
            <a:solidFill>
              <a:srgbClr val="111111"/>
            </a:solidFill>
          </a:ln>
        </p:spPr>
        <p:txBody>
          <a:bodyPr wrap="none" lIns="47625" tIns="19050" rIns="47625" bIns="26670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20" name="divider lifeworkerma">
            <a:extLst>
              <a:ext uri="{FF2B5EF4-FFF2-40B4-BE49-F238E27FC236}">
                <ns2:creationId id="{A562D915-F5A5-4DB9-8C1E-8390BF95A5FD}"/>
              </a:ext>
            </a:extLst>
          </p:cNvPr>
          <p:cNvSpPr>
            <a:spLocks noGrp="1"/>
          </p:cNvSpPr>
          <p:nvPr/>
        </p:nvSpPr>
        <p:spPr>
          <a:xfrm>
            <a:off x="7172325" y="2819400"/>
            <a:ext cx="10372725" cy="953"/>
          </a:xfrm>
          <a:custGeom>
            <a:pathLst>
              <a:path w="10372725" h="953">
                <a:moveTo>
                  <a:pt x="0" y="0"/>
                </a:moveTo>
                <a:lnTo>
                  <a:pt x="10372725" y="0"/>
                </a:lnTo>
              </a:path>
            </a:pathLst>
          </a:custGeom>
          <a:noFill/>
          <a:ln w="9525">
            <a:solidFill>
              <a:srgbClr val="111111"/>
            </a:solidFill>
            <a:prstDash val="solid"/>
          </a:ln>
        </p:spPr>
      </p:sp>
      <p:sp>
        <p:nvSpPr>
          <p:cNvPr id="21" name="node:lifeipc">
            <a:extLst>
              <a:ext uri="{FF2B5EF4-FFF2-40B4-BE49-F238E27FC236}">
                <ns2:creationId id="{F9BD9448-221E-45EF-94E1-6D73A78A8D0C}"/>
              </a:ext>
            </a:extLst>
          </p:cNvPr>
          <p:cNvSpPr>
            <a:spLocks noGrp="1"/>
          </p:cNvSpPr>
          <p:nvPr/>
        </p:nvSpPr>
        <p:spPr>
          <a:xfrm>
            <a:off x="7381875" y="2962275"/>
            <a:ext cx="180975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IPC 수신기</a:t>
            </a:r>
            <a:endParaRPr lang="ko-KR">
              <a:latin typeface="Calibri"/>
              <a:ea typeface="Calibri"/>
              <a:cs typeface="Calibri"/>
            </a:endParaRPr>
          </a:p>
        </p:txBody>
      </p:sp>
      <p:sp>
        <p:nvSpPr>
          <p:cNvPr id="22" name="node:lifeadapter">
            <a:extLst>
              <a:ext uri="{FF2B5EF4-FFF2-40B4-BE49-F238E27FC236}">
                <ns2:creationId id="{78B06781-E5BA-4D8D-BD9C-A7137164758F}"/>
              </a:ext>
            </a:extLst>
          </p:cNvPr>
          <p:cNvSpPr>
            <a:spLocks noGrp="1"/>
          </p:cNvSpPr>
          <p:nvPr/>
        </p:nvSpPr>
        <p:spPr>
          <a:xfrm>
            <a:off x="10096500" y="2962275"/>
            <a:ext cx="228600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UI / SAM 어댑터</a:t>
            </a:r>
            <a:endParaRPr lang="ko-KR">
              <a:latin typeface="Calibri"/>
              <a:ea typeface="Calibri"/>
              <a:cs typeface="Calibri"/>
            </a:endParaRPr>
          </a:p>
        </p:txBody>
      </p:sp>
      <p:sp>
        <p:nvSpPr>
          <p:cNvPr id="23" name="node:liferuntime">
            <a:extLst>
              <a:ext uri="{FF2B5EF4-FFF2-40B4-BE49-F238E27FC236}">
                <ns2:creationId id="{FC670F28-72C1-4C3F-A2AE-76EEB78184CC}"/>
              </a:ext>
            </a:extLst>
          </p:cNvPr>
          <p:cNvSpPr>
            <a:spLocks noGrp="1"/>
          </p:cNvSpPr>
          <p:nvPr/>
        </p:nvSpPr>
        <p:spPr>
          <a:xfrm>
            <a:off x="13287375" y="2962275"/>
            <a:ext cx="228600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CPU 추론 런타임</a:t>
            </a:r>
            <a:endParaRPr lang="ko-KR">
              <a:latin typeface="Calibri"/>
              <a:ea typeface="Calibri"/>
              <a:cs typeface="Calibri"/>
            </a:endParaRPr>
          </a:p>
        </p:txBody>
      </p:sp>
      <p:sp>
        <p:nvSpPr>
          <p:cNvPr id="24" name="node:lifefiles">
            <a:extLst>
              <a:ext uri="{FF2B5EF4-FFF2-40B4-BE49-F238E27FC236}">
                <ns2:creationId id="{487DC9EE-9293-4A71-A0F1-97CFBD2472F6}"/>
              </a:ext>
            </a:extLst>
          </p:cNvPr>
          <p:cNvSpPr>
            <a:spLocks noGrp="1"/>
          </p:cNvSpPr>
          <p:nvPr/>
        </p:nvSpPr>
        <p:spPr>
          <a:xfrm>
            <a:off x="16049625" y="2876550"/>
            <a:ext cx="1285875" cy="7905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모델 파일</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(local disk)</a:t>
            </a:r>
            <a:endParaRPr lang="ko-KR">
              <a:latin typeface="Calibri"/>
              <a:ea typeface="Calibri"/>
              <a:cs typeface="Calibri"/>
            </a:endParaRPr>
          </a:p>
        </p:txBody>
      </p:sp>
      <p:sp>
        <p:nvSpPr>
          <p:cNvPr id="25" name="node:lifeepisode">
            <a:extLst>
              <a:ext uri="{FF2B5EF4-FFF2-40B4-BE49-F238E27FC236}">
                <ns2:creationId id="{6612181E-D8BF-403C-8009-C1A92039E49F}"/>
              </a:ext>
            </a:extLst>
          </p:cNvPr>
          <p:cNvSpPr>
            <a:spLocks noGrp="1"/>
          </p:cNvSpPr>
          <p:nvPr/>
        </p:nvSpPr>
        <p:spPr>
          <a:xfrm>
            <a:off x="10096500" y="4438650"/>
            <a:ext cx="2286000" cy="6667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영상 작업 상태 (RAM)</a:t>
            </a:r>
            <a:endParaRPr lang="ko-KR">
              <a:latin typeface="Calibri"/>
              <a:ea typeface="Calibri"/>
              <a:cs typeface="Calibri"/>
            </a:endParaRPr>
          </a:p>
        </p:txBody>
      </p:sp>
      <p:sp>
        <p:nvSpPr>
          <p:cNvPr id="26" name="node:lifemodels">
            <a:extLst>
              <a:ext uri="{FF2B5EF4-FFF2-40B4-BE49-F238E27FC236}">
                <ns2:creationId id="{A38C8E87-BA02-45CB-B1C0-52BDFFA6E668}"/>
              </a:ext>
            </a:extLst>
          </p:cNvPr>
          <p:cNvSpPr>
            <a:spLocks noGrp="1"/>
          </p:cNvSpPr>
          <p:nvPr/>
        </p:nvSpPr>
        <p:spPr>
          <a:xfrm>
            <a:off x="13287375" y="4438650"/>
            <a:ext cx="2286000" cy="6667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모델 세션 (RAM)</a:t>
            </a:r>
            <a:endParaRPr lang="ko-KR">
              <a:latin typeface="Calibri"/>
              <a:ea typeface="Calibri"/>
              <a:cs typeface="Calibri"/>
            </a:endParaRPr>
          </a:p>
        </p:txBody>
      </p:sp>
      <p:sp>
        <p:nvSpPr>
          <p:cNvPr id="27" name="edge:liferequest">
            <a:extLst>
              <a:ext uri="{FF2B5EF4-FFF2-40B4-BE49-F238E27FC236}">
                <ns2:creationId id="{6B9C7B57-9418-4D23-AB06-8DFCADE13E13}"/>
              </a:ext>
            </a:extLst>
          </p:cNvPr>
          <p:cNvSpPr>
            <a:spLocks noGrp="1"/>
          </p:cNvSpPr>
          <p:nvPr/>
        </p:nvSpPr>
        <p:spPr>
          <a:xfrm>
            <a:off x="4381500" y="3143250"/>
            <a:ext cx="3000375" cy="953"/>
          </a:xfrm>
          <a:custGeom>
            <a:pathLst>
              <a:path w="3000375" h="953">
                <a:moveTo>
                  <a:pt x="0" y="0"/>
                </a:moveTo>
                <a:lnTo>
                  <a:pt x="3000375" y="0"/>
                </a:lnTo>
              </a:path>
            </a:pathLst>
          </a:custGeom>
          <a:noFill/>
          <a:ln w="17145">
            <a:solidFill>
              <a:srgbClr val="111111"/>
            </a:solidFill>
            <a:prstDash val="solid"/>
          </a:ln>
        </p:spPr>
      </p:sp>
      <p:sp>
        <p:nvSpPr>
          <p:cNvPr id="28" name="arrow:liferequest">
            <a:extLst>
              <a:ext uri="{FF2B5EF4-FFF2-40B4-BE49-F238E27FC236}">
                <ns2:creationId id="{1FD72CB6-1644-4C00-AA6C-E0FBBDD723CE}"/>
              </a:ext>
            </a:extLst>
          </p:cNvPr>
          <p:cNvSpPr>
            <a:spLocks noGrp="1"/>
          </p:cNvSpPr>
          <p:nvPr/>
        </p:nvSpPr>
        <p:spPr>
          <a:xfrm>
            <a:off x="7296150" y="31051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9" name="label 1 작업 / 수명 명령">
            <a:extLst>
              <a:ext uri="{FF2B5EF4-FFF2-40B4-BE49-F238E27FC236}">
                <ns2:creationId id="{4967D9D8-74F0-4FC0-81CF-05F10E73358E}"/>
              </a:ext>
            </a:extLst>
          </p:cNvPr>
          <p:cNvSpPr>
            <a:spLocks noGrp="1"/>
          </p:cNvSpPr>
          <p:nvPr/>
        </p:nvSpPr>
        <p:spPr>
          <a:xfrm>
            <a:off x="4857750" y="2809875"/>
            <a:ext cx="2114550"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작업 / 수명 명령</a:t>
            </a:r>
            <a:endParaRPr lang="ko-KR">
              <a:latin typeface="Calibri"/>
              <a:ea typeface="Calibri"/>
              <a:cs typeface="Calibri"/>
            </a:endParaRPr>
          </a:p>
        </p:txBody>
      </p:sp>
      <p:sp>
        <p:nvSpPr>
          <p:cNvPr id="30" name="edge:liferesult">
            <a:extLst>
              <a:ext uri="{FF2B5EF4-FFF2-40B4-BE49-F238E27FC236}">
                <ns2:creationId id="{D335F92D-ED89-4F45-A089-5791F93EC96C}"/>
              </a:ext>
            </a:extLst>
          </p:cNvPr>
          <p:cNvSpPr>
            <a:spLocks noGrp="1"/>
          </p:cNvSpPr>
          <p:nvPr/>
        </p:nvSpPr>
        <p:spPr>
          <a:xfrm>
            <a:off x="4381500" y="3381375"/>
            <a:ext cx="3000375" cy="953"/>
          </a:xfrm>
          <a:custGeom>
            <a:pathLst>
              <a:path w="3000375" h="953">
                <a:moveTo>
                  <a:pt x="3000375" y="0"/>
                </a:moveTo>
                <a:lnTo>
                  <a:pt x="0" y="0"/>
                </a:lnTo>
              </a:path>
            </a:pathLst>
          </a:custGeom>
          <a:noFill/>
          <a:ln w="17145">
            <a:solidFill>
              <a:srgbClr val="111111"/>
            </a:solidFill>
            <a:prstDash val="dash"/>
          </a:ln>
        </p:spPr>
      </p:sp>
      <p:sp>
        <p:nvSpPr>
          <p:cNvPr id="31" name="arrow:liferesult">
            <a:extLst>
              <a:ext uri="{FF2B5EF4-FFF2-40B4-BE49-F238E27FC236}">
                <ns2:creationId id="{1DF8ECC8-B58E-4D01-B8C7-B77FCD705DD4}"/>
              </a:ext>
            </a:extLst>
          </p:cNvPr>
          <p:cNvSpPr>
            <a:spLocks noGrp="1"/>
          </p:cNvSpPr>
          <p:nvPr/>
        </p:nvSpPr>
        <p:spPr>
          <a:xfrm>
            <a:off x="4381500" y="33432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32" name="label 완료 / 오류 / 실행 세대">
            <a:extLst>
              <a:ext uri="{FF2B5EF4-FFF2-40B4-BE49-F238E27FC236}">
                <ns2:creationId id="{220905D4-030B-4583-B528-CFF235B9B276}"/>
              </a:ext>
            </a:extLst>
          </p:cNvPr>
          <p:cNvSpPr>
            <a:spLocks noGrp="1"/>
          </p:cNvSpPr>
          <p:nvPr/>
        </p:nvSpPr>
        <p:spPr>
          <a:xfrm>
            <a:off x="4762500" y="3524250"/>
            <a:ext cx="2362200" cy="4857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완료 / 오류 / 실행 세대</a:t>
            </a:r>
            <a:endParaRPr lang="ko-KR">
              <a:latin typeface="Calibri"/>
              <a:ea typeface="Calibri"/>
              <a:cs typeface="Calibri"/>
            </a:endParaRPr>
          </a:p>
        </p:txBody>
      </p:sp>
      <p:sp>
        <p:nvSpPr>
          <p:cNvPr id="33" name="label named pipe: 명령과 결과&#10;공유 buffer: frame 참조">
            <a:extLst>
              <a:ext uri="{FF2B5EF4-FFF2-40B4-BE49-F238E27FC236}">
                <ns2:creationId id="{78BA9B3D-8819-4654-A0A0-E93700D8D92D}"/>
              </a:ext>
            </a:extLst>
          </p:cNvPr>
          <p:cNvSpPr>
            <a:spLocks noGrp="1"/>
          </p:cNvSpPr>
          <p:nvPr/>
        </p:nvSpPr>
        <p:spPr>
          <a:xfrm>
            <a:off x="4838700" y="2114550"/>
            <a:ext cx="2095500" cy="552450"/>
          </a:xfrm>
          <a:prstGeom prst="rect">
            <a:avLst/>
          </a:prstGeom>
          <a:no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named pipe: 명령과 결과</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공유 buffer: frame 참조</a:t>
            </a:r>
            <a:endParaRPr lang="ko-KR">
              <a:latin typeface="Calibri"/>
              <a:ea typeface="Calibri"/>
              <a:cs typeface="Calibri"/>
            </a:endParaRPr>
          </a:p>
        </p:txBody>
      </p:sp>
      <p:sp>
        <p:nvSpPr>
          <p:cNvPr id="34" name="label 제목칸 상자: Component&#10;둥근 상자: Module&#10;원통: 저장소&#10;회색 점선: process&#10;실선: 요청 / 점선: 반환">
            <a:extLst>
              <a:ext uri="{FF2B5EF4-FFF2-40B4-BE49-F238E27FC236}">
                <ns2:creationId id="{EB3465C6-E398-478C-AE1F-6482B83E0098}"/>
              </a:ext>
            </a:extLst>
          </p:cNvPr>
          <p:cNvSpPr>
            <a:spLocks noGrp="1"/>
          </p:cNvSpPr>
          <p:nvPr/>
        </p:nvSpPr>
        <p:spPr>
          <a:xfrm>
            <a:off x="4838700" y="4162425"/>
            <a:ext cx="2095500" cy="1285875"/>
          </a:xfrm>
          <a:prstGeom prst="rect">
            <a:avLst/>
          </a:prstGeom>
          <a:noFill/>
          <a:ln w="0">
            <a:noFill/>
          </a:ln>
        </p:spPr>
        <p:txBody>
          <a:bodyPr wrap="none" lIns="47625" tIns="19050" rIns="47625" bIns="1905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제목칸 상자: Component</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둥근 상자: Module</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원통: 저장소</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회색 점선: process</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실선: 요청 / 점선: 반환</a:t>
            </a:r>
            <a:endParaRPr lang="ko-KR">
              <a:latin typeface="Calibri"/>
              <a:ea typeface="Calibri"/>
              <a:cs typeface="Calibri"/>
            </a:endParaRPr>
          </a:p>
        </p:txBody>
      </p:sp>
      <p:sp>
        <p:nvSpPr>
          <p:cNvPr id="35" name="edge:lifedispatch">
            <a:extLst>
              <a:ext uri="{FF2B5EF4-FFF2-40B4-BE49-F238E27FC236}">
                <ns2:creationId id="{10C9CEA8-F44A-4E6F-ABCB-1A08058886D9}"/>
              </a:ext>
            </a:extLst>
          </p:cNvPr>
          <p:cNvSpPr>
            <a:spLocks noGrp="1"/>
          </p:cNvSpPr>
          <p:nvPr/>
        </p:nvSpPr>
        <p:spPr>
          <a:xfrm>
            <a:off x="9191625" y="3238500"/>
            <a:ext cx="904875" cy="953"/>
          </a:xfrm>
          <a:custGeom>
            <a:pathLst>
              <a:path w="904875" h="953">
                <a:moveTo>
                  <a:pt x="0" y="0"/>
                </a:moveTo>
                <a:lnTo>
                  <a:pt x="904875" y="0"/>
                </a:lnTo>
              </a:path>
            </a:pathLst>
          </a:custGeom>
          <a:noFill/>
          <a:ln w="17145">
            <a:solidFill>
              <a:srgbClr val="111111"/>
            </a:solidFill>
            <a:prstDash val="solid"/>
          </a:ln>
        </p:spPr>
      </p:sp>
      <p:sp>
        <p:nvSpPr>
          <p:cNvPr id="36" name="arrow:lifedispatch">
            <a:extLst>
              <a:ext uri="{FF2B5EF4-FFF2-40B4-BE49-F238E27FC236}">
                <ns2:creationId id="{80EBD780-14AD-4EE9-A292-DD07C80A91AE}"/>
              </a:ext>
            </a:extLst>
          </p:cNvPr>
          <p:cNvSpPr>
            <a:spLocks noGrp="1"/>
          </p:cNvSpPr>
          <p:nvPr/>
        </p:nvSpPr>
        <p:spPr>
          <a:xfrm>
            <a:off x="10010775" y="32004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37" name="label 2 분배">
            <a:extLst>
              <a:ext uri="{FF2B5EF4-FFF2-40B4-BE49-F238E27FC236}">
                <ns2:creationId id="{BE0783F6-C639-45C9-8B99-82977DEEE028}"/>
              </a:ext>
            </a:extLst>
          </p:cNvPr>
          <p:cNvSpPr>
            <a:spLocks noGrp="1"/>
          </p:cNvSpPr>
          <p:nvPr/>
        </p:nvSpPr>
        <p:spPr>
          <a:xfrm>
            <a:off x="9258300" y="2857500"/>
            <a:ext cx="790575" cy="26670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분배</a:t>
            </a:r>
            <a:endParaRPr lang="ko-KR">
              <a:latin typeface="Calibri"/>
              <a:ea typeface="Calibri"/>
              <a:cs typeface="Calibri"/>
            </a:endParaRPr>
          </a:p>
        </p:txBody>
      </p:sp>
      <p:sp>
        <p:nvSpPr>
          <p:cNvPr id="38" name="edge:lifeinfer">
            <a:extLst>
              <a:ext uri="{FF2B5EF4-FFF2-40B4-BE49-F238E27FC236}">
                <ns2:creationId id="{299A4682-C2D9-46F5-AB15-54AEC40BEAFC}"/>
              </a:ext>
            </a:extLst>
          </p:cNvPr>
          <p:cNvSpPr>
            <a:spLocks noGrp="1"/>
          </p:cNvSpPr>
          <p:nvPr/>
        </p:nvSpPr>
        <p:spPr>
          <a:xfrm>
            <a:off x="12382500" y="3238500"/>
            <a:ext cx="904875" cy="953"/>
          </a:xfrm>
          <a:custGeom>
            <a:pathLst>
              <a:path w="904875" h="953">
                <a:moveTo>
                  <a:pt x="0" y="0"/>
                </a:moveTo>
                <a:lnTo>
                  <a:pt x="904875" y="0"/>
                </a:lnTo>
              </a:path>
            </a:pathLst>
          </a:custGeom>
          <a:noFill/>
          <a:ln w="17145">
            <a:solidFill>
              <a:srgbClr val="111111"/>
            </a:solidFill>
            <a:prstDash val="solid"/>
          </a:ln>
        </p:spPr>
      </p:sp>
      <p:sp>
        <p:nvSpPr>
          <p:cNvPr id="39" name="arrow:lifeinfer">
            <a:extLst>
              <a:ext uri="{FF2B5EF4-FFF2-40B4-BE49-F238E27FC236}">
                <ns2:creationId id="{ADC0BE57-1661-4103-A1D6-C33351CF8850}"/>
              </a:ext>
            </a:extLst>
          </p:cNvPr>
          <p:cNvSpPr>
            <a:spLocks noGrp="1"/>
          </p:cNvSpPr>
          <p:nvPr/>
        </p:nvSpPr>
        <p:spPr>
          <a:xfrm>
            <a:off x="13201650" y="32004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40" name="label 3 호출">
            <a:extLst>
              <a:ext uri="{FF2B5EF4-FFF2-40B4-BE49-F238E27FC236}">
                <ns2:creationId id="{7638F31B-3A8A-41A6-89C2-F28257ECA41A}"/>
              </a:ext>
            </a:extLst>
          </p:cNvPr>
          <p:cNvSpPr>
            <a:spLocks noGrp="1"/>
          </p:cNvSpPr>
          <p:nvPr/>
        </p:nvSpPr>
        <p:spPr>
          <a:xfrm>
            <a:off x="12449175" y="2857500"/>
            <a:ext cx="790575" cy="26670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3 호출</a:t>
            </a:r>
            <a:endParaRPr lang="ko-KR">
              <a:latin typeface="Calibri"/>
              <a:ea typeface="Calibri"/>
              <a:cs typeface="Calibri"/>
            </a:endParaRPr>
          </a:p>
        </p:txBody>
      </p:sp>
      <p:sp>
        <p:nvSpPr>
          <p:cNvPr id="41" name="edge:lifeload">
            <a:extLst>
              <a:ext uri="{FF2B5EF4-FFF2-40B4-BE49-F238E27FC236}">
                <ns2:creationId id="{87F0ED53-33DC-440A-9D28-DD3E64EAF04F}"/>
              </a:ext>
            </a:extLst>
          </p:cNvPr>
          <p:cNvSpPr>
            <a:spLocks noGrp="1"/>
          </p:cNvSpPr>
          <p:nvPr/>
        </p:nvSpPr>
        <p:spPr>
          <a:xfrm>
            <a:off x="15573375" y="3267075"/>
            <a:ext cx="476250" cy="953"/>
          </a:xfrm>
          <a:custGeom>
            <a:pathLst>
              <a:path w="476250" h="953">
                <a:moveTo>
                  <a:pt x="476250" y="0"/>
                </a:moveTo>
                <a:lnTo>
                  <a:pt x="0" y="0"/>
                </a:lnTo>
              </a:path>
            </a:pathLst>
          </a:custGeom>
          <a:noFill/>
          <a:ln w="17145">
            <a:solidFill>
              <a:srgbClr val="111111"/>
            </a:solidFill>
            <a:prstDash val="solid"/>
          </a:ln>
        </p:spPr>
      </p:sp>
      <p:sp>
        <p:nvSpPr>
          <p:cNvPr id="42" name="arrow:lifeload">
            <a:extLst>
              <a:ext uri="{FF2B5EF4-FFF2-40B4-BE49-F238E27FC236}">
                <ns2:creationId id="{EF5F2D53-3340-4616-9E7C-F43CBFA3128D}"/>
              </a:ext>
            </a:extLst>
          </p:cNvPr>
          <p:cNvSpPr>
            <a:spLocks noGrp="1"/>
          </p:cNvSpPr>
          <p:nvPr/>
        </p:nvSpPr>
        <p:spPr>
          <a:xfrm>
            <a:off x="15573375" y="32289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43" name="label load">
            <a:extLst>
              <a:ext uri="{FF2B5EF4-FFF2-40B4-BE49-F238E27FC236}">
                <ns2:creationId id="{A75D8180-7152-4768-94AB-F7240251A095}"/>
              </a:ext>
            </a:extLst>
          </p:cNvPr>
          <p:cNvSpPr>
            <a:spLocks noGrp="1"/>
          </p:cNvSpPr>
          <p:nvPr/>
        </p:nvSpPr>
        <p:spPr>
          <a:xfrm>
            <a:off x="15601950" y="2943225"/>
            <a:ext cx="409575" cy="2286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load</a:t>
            </a:r>
            <a:endParaRPr lang="ko-KR">
              <a:latin typeface="Calibri"/>
              <a:ea typeface="Calibri"/>
              <a:cs typeface="Calibri"/>
            </a:endParaRPr>
          </a:p>
        </p:txBody>
      </p:sp>
      <p:sp>
        <p:nvSpPr>
          <p:cNvPr id="44" name="edge:lifemodelsession">
            <a:extLst>
              <a:ext uri="{FF2B5EF4-FFF2-40B4-BE49-F238E27FC236}">
                <ns2:creationId id="{C40D8A04-3779-4B27-8364-C64C977C497F}"/>
              </a:ext>
            </a:extLst>
          </p:cNvPr>
          <p:cNvSpPr>
            <a:spLocks noGrp="1"/>
          </p:cNvSpPr>
          <p:nvPr/>
        </p:nvSpPr>
        <p:spPr>
          <a:xfrm>
            <a:off x="15382875" y="3533775"/>
            <a:ext cx="953" cy="904875"/>
          </a:xfrm>
          <a:custGeom>
            <a:pathLst>
              <a:path w="953" h="904875">
                <a:moveTo>
                  <a:pt x="0" y="0"/>
                </a:moveTo>
                <a:lnTo>
                  <a:pt x="0" y="904875"/>
                </a:lnTo>
              </a:path>
            </a:pathLst>
          </a:custGeom>
          <a:noFill/>
          <a:ln w="17145">
            <a:solidFill>
              <a:srgbClr val="111111"/>
            </a:solidFill>
            <a:prstDash val="solid"/>
          </a:ln>
        </p:spPr>
      </p:sp>
      <p:sp>
        <p:nvSpPr>
          <p:cNvPr id="45" name="arrow:lifemodelsession">
            <a:extLst>
              <a:ext uri="{FF2B5EF4-FFF2-40B4-BE49-F238E27FC236}">
                <ns2:creationId id="{743CB85F-923F-43C8-8484-2E4B87A816E2}"/>
              </a:ext>
            </a:extLst>
          </p:cNvPr>
          <p:cNvSpPr>
            <a:spLocks noGrp="1"/>
          </p:cNvSpPr>
          <p:nvPr/>
        </p:nvSpPr>
        <p:spPr>
          <a:xfrm>
            <a:off x="15344775" y="43529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46" name="label EnsureModel: 적재&#10;ReleaseModel: 회수">
            <a:extLst>
              <a:ext uri="{FF2B5EF4-FFF2-40B4-BE49-F238E27FC236}">
                <ns2:creationId id="{0B6EA2AE-36FF-4BD9-8A60-41484503B7D2}"/>
              </a:ext>
            </a:extLst>
          </p:cNvPr>
          <p:cNvSpPr>
            <a:spLocks noGrp="1"/>
          </p:cNvSpPr>
          <p:nvPr/>
        </p:nvSpPr>
        <p:spPr>
          <a:xfrm>
            <a:off x="13315950" y="3724275"/>
            <a:ext cx="1914525" cy="55245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EnsureModel: 적재</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ReleaseModel: 회수</a:t>
            </a:r>
            <a:endParaRPr lang="ko-KR">
              <a:latin typeface="Calibri"/>
              <a:ea typeface="Calibri"/>
              <a:cs typeface="Calibri"/>
            </a:endParaRPr>
          </a:p>
        </p:txBody>
      </p:sp>
      <p:sp>
        <p:nvSpPr>
          <p:cNvPr id="47" name="edge:lifeepisodestore">
            <a:extLst>
              <a:ext uri="{FF2B5EF4-FFF2-40B4-BE49-F238E27FC236}">
                <ns2:creationId id="{6B637983-678E-4CD4-80BE-D78C85DB27EE}"/>
              </a:ext>
            </a:extLst>
          </p:cNvPr>
          <p:cNvSpPr>
            <a:spLocks noGrp="1"/>
          </p:cNvSpPr>
          <p:nvPr/>
        </p:nvSpPr>
        <p:spPr>
          <a:xfrm>
            <a:off x="12192000" y="3533775"/>
            <a:ext cx="953" cy="904875"/>
          </a:xfrm>
          <a:custGeom>
            <a:pathLst>
              <a:path w="953" h="904875">
                <a:moveTo>
                  <a:pt x="0" y="0"/>
                </a:moveTo>
                <a:lnTo>
                  <a:pt x="0" y="904875"/>
                </a:lnTo>
              </a:path>
            </a:pathLst>
          </a:custGeom>
          <a:noFill/>
          <a:ln w="17145">
            <a:solidFill>
              <a:srgbClr val="111111"/>
            </a:solidFill>
            <a:prstDash val="solid"/>
          </a:ln>
        </p:spPr>
      </p:sp>
      <p:sp>
        <p:nvSpPr>
          <p:cNvPr id="48" name="arrow:lifeepisodestore">
            <a:extLst>
              <a:ext uri="{FF2B5EF4-FFF2-40B4-BE49-F238E27FC236}">
                <ns2:creationId id="{E0D09765-B8B9-4068-ACF7-8B0E70544871}"/>
              </a:ext>
            </a:extLst>
          </p:cNvPr>
          <p:cNvSpPr>
            <a:spLocks noGrp="1"/>
          </p:cNvSpPr>
          <p:nvPr/>
        </p:nvSpPr>
        <p:spPr>
          <a:xfrm>
            <a:off x="12153900" y="43529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49" name="label RunStage: 사용과 갱신&#10;CloseEpisode: 종료">
            <a:extLst>
              <a:ext uri="{FF2B5EF4-FFF2-40B4-BE49-F238E27FC236}">
                <ns2:creationId id="{A039E597-2868-4F93-85BD-24429B11E40E}"/>
              </a:ext>
            </a:extLst>
          </p:cNvPr>
          <p:cNvSpPr>
            <a:spLocks noGrp="1"/>
          </p:cNvSpPr>
          <p:nvPr/>
        </p:nvSpPr>
        <p:spPr>
          <a:xfrm>
            <a:off x="10125075" y="3724275"/>
            <a:ext cx="1914525" cy="55245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RunStage: 사용과 갱신</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CloseEpisode: 종료</a:t>
            </a:r>
            <a:endParaRPr lang="ko-KR">
              <a:latin typeface="Calibri"/>
              <a:ea typeface="Calibri"/>
              <a:cs typeface="Calibri"/>
            </a:endParaRPr>
          </a:p>
        </p:txBody>
      </p:sp>
      <p:sp>
        <p:nvSpPr>
          <p:cNvPr id="50" name="edge:lifeinferreturn">
            <a:extLst>
              <a:ext uri="{FF2B5EF4-FFF2-40B4-BE49-F238E27FC236}">
                <ns2:creationId id="{739F274F-CA48-484B-98C8-7150FFB032AA}"/>
              </a:ext>
            </a:extLst>
          </p:cNvPr>
          <p:cNvSpPr>
            <a:spLocks noGrp="1"/>
          </p:cNvSpPr>
          <p:nvPr/>
        </p:nvSpPr>
        <p:spPr>
          <a:xfrm>
            <a:off x="12382500" y="3381375"/>
            <a:ext cx="904875" cy="953"/>
          </a:xfrm>
          <a:custGeom>
            <a:pathLst>
              <a:path w="904875" h="953">
                <a:moveTo>
                  <a:pt x="904875" y="0"/>
                </a:moveTo>
                <a:lnTo>
                  <a:pt x="0" y="0"/>
                </a:lnTo>
              </a:path>
            </a:pathLst>
          </a:custGeom>
          <a:noFill/>
          <a:ln w="17145">
            <a:solidFill>
              <a:srgbClr val="111111"/>
            </a:solidFill>
            <a:prstDash val="dash"/>
          </a:ln>
        </p:spPr>
      </p:sp>
      <p:sp>
        <p:nvSpPr>
          <p:cNvPr id="51" name="arrow:lifeinferreturn">
            <a:extLst>
              <a:ext uri="{FF2B5EF4-FFF2-40B4-BE49-F238E27FC236}">
                <ns2:creationId id="{56E4D91D-7140-4E01-AAF0-1140ADC06594}"/>
              </a:ext>
            </a:extLst>
          </p:cNvPr>
          <p:cNvSpPr>
            <a:spLocks noGrp="1"/>
          </p:cNvSpPr>
          <p:nvPr/>
        </p:nvSpPr>
        <p:spPr>
          <a:xfrm>
            <a:off x="12382500" y="33432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52" name="label 결과">
            <a:extLst>
              <a:ext uri="{FF2B5EF4-FFF2-40B4-BE49-F238E27FC236}">
                <ns2:creationId id="{969C7D8F-379A-4A3E-AB64-EBD84F78924B}"/>
              </a:ext>
            </a:extLst>
          </p:cNvPr>
          <p:cNvSpPr>
            <a:spLocks noGrp="1"/>
          </p:cNvSpPr>
          <p:nvPr/>
        </p:nvSpPr>
        <p:spPr>
          <a:xfrm>
            <a:off x="12496800" y="3581400"/>
            <a:ext cx="723900" cy="2476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a:t>
            </a:r>
            <a:endParaRPr lang="ko-KR">
              <a:latin typeface="Calibri"/>
              <a:ea typeface="Calibri"/>
              <a:cs typeface="Calibri"/>
            </a:endParaRPr>
          </a:p>
        </p:txBody>
      </p:sp>
      <p:sp>
        <p:nvSpPr>
          <p:cNvPr id="53" name="edge:lifecompletion">
            <a:extLst>
              <a:ext uri="{FF2B5EF4-FFF2-40B4-BE49-F238E27FC236}">
                <ns2:creationId id="{3609C3E7-5F3C-4E45-88FD-7217B1B74CF7}"/>
              </a:ext>
            </a:extLst>
          </p:cNvPr>
          <p:cNvSpPr>
            <a:spLocks noGrp="1"/>
          </p:cNvSpPr>
          <p:nvPr/>
        </p:nvSpPr>
        <p:spPr>
          <a:xfrm>
            <a:off x="9191625" y="3381375"/>
            <a:ext cx="904875" cy="953"/>
          </a:xfrm>
          <a:custGeom>
            <a:pathLst>
              <a:path w="904875" h="953">
                <a:moveTo>
                  <a:pt x="904875" y="0"/>
                </a:moveTo>
                <a:lnTo>
                  <a:pt x="0" y="0"/>
                </a:lnTo>
              </a:path>
            </a:pathLst>
          </a:custGeom>
          <a:noFill/>
          <a:ln w="17145">
            <a:solidFill>
              <a:srgbClr val="111111"/>
            </a:solidFill>
            <a:prstDash val="dash"/>
          </a:ln>
        </p:spPr>
      </p:sp>
      <p:sp>
        <p:nvSpPr>
          <p:cNvPr id="54" name="arrow:lifecompletion">
            <a:extLst>
              <a:ext uri="{FF2B5EF4-FFF2-40B4-BE49-F238E27FC236}">
                <ns2:creationId id="{CB72C530-69A3-4673-94BE-476F778D09CC}"/>
              </a:ext>
            </a:extLst>
          </p:cNvPr>
          <p:cNvSpPr>
            <a:spLocks noGrp="1"/>
          </p:cNvSpPr>
          <p:nvPr/>
        </p:nvSpPr>
        <p:spPr>
          <a:xfrm>
            <a:off x="9191625" y="33432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55" name="label 4 결과">
            <a:extLst>
              <a:ext uri="{FF2B5EF4-FFF2-40B4-BE49-F238E27FC236}">
                <ns2:creationId id="{84D934CD-723D-4E87-B4FF-EDACC9E287E5}"/>
              </a:ext>
            </a:extLst>
          </p:cNvPr>
          <p:cNvSpPr>
            <a:spLocks noGrp="1"/>
          </p:cNvSpPr>
          <p:nvPr/>
        </p:nvSpPr>
        <p:spPr>
          <a:xfrm>
            <a:off x="9277350" y="3581400"/>
            <a:ext cx="733425" cy="2476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4 결과</a:t>
            </a:r>
            <a:endParaRPr lang="ko-KR">
              <a:latin typeface="Calibri"/>
              <a:ea typeface="Calibri"/>
              <a:cs typeface="Calibri"/>
            </a:endParaRPr>
          </a:p>
        </p:txBody>
      </p:sp>
      <p:sp>
        <p:nvSpPr>
          <p:cNvPr id="56" name="label ReleaseModel은 모델 세션만 회수하고 CloseEpisode는 영상 상태만 종료한다. 사용 중 참조가 없을 때 수행한다.">
            <a:extLst>
              <a:ext uri="{FF2B5EF4-FFF2-40B4-BE49-F238E27FC236}">
                <ns2:creationId id="{3BC1D8CE-ABA0-427D-A09F-CD9E3F25D30D}"/>
              </a:ext>
            </a:extLst>
          </p:cNvPr>
          <p:cNvSpPr>
            <a:spLocks noGrp="1"/>
          </p:cNvSpPr>
          <p:nvPr/>
        </p:nvSpPr>
        <p:spPr>
          <a:xfrm>
            <a:off x="571500" y="5762625"/>
            <a:ext cx="17145000" cy="276225"/>
          </a:xfrm>
          <a:prstGeom prst="rect">
            <a:avLst/>
          </a:prstGeom>
          <a:noFill/>
          <a:ln w="0">
            <a:noFill/>
          </a:ln>
        </p:spPr>
        <p:txBody>
          <a:bodyPr wrap="none" lIns="47625" tIns="19050" rIns="47625" bIns="1905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ReleaseModel은 모델 세션만 회수하고 CloseEpisode는 영상 상태만 종료한다. 사용 중 참조가 없을 때 수행한다.</a:t>
            </a:r>
            <a:endParaRPr lang="ko-KR">
              <a:latin typeface="Calibri"/>
              <a:ea typeface="Calibri"/>
              <a:cs typeface="Calibri"/>
            </a:endParaRPr>
          </a:p>
        </p:txBody>
      </p:sp>
      <p:graphicFrame>
        <p:nvGraphicFramePr>
          <p:cNvPr id="57" name="">
            <a:extLst>
              <a:ext uri="{FF2B5EF4-FFF2-40B4-BE49-F238E27FC236}">
                <ns2:creationId id="{3C94C0AA-9E3B-4425-A615-D1D96AFF9371}"/>
              </a:ext>
            </a:extLst>
          </p:cNvPr>
          <p:cNvGraphicFramePr/>
          <p:nvPr/>
        </p:nvGraphicFramePr>
        <p:xfrm>
          <a:off x="571500" y="6200775"/>
          <a:ext cx="17145000" cy="3209925"/>
        </p:xfrm>
        <a:graphic>
          <a:graphicData uri="http://schemas.openxmlformats.org/drawingml/2006/table">
            <a:tbl>
              <a:tblPr firstRow="0" bandRow="0" bandCol="0"/>
              <a:tblGrid>
                <a:gridCol w="5810250"/>
                <a:gridCol w="2571750"/>
                <a:gridCol w="2952750"/>
                <a:gridCol w="2952750"/>
                <a:gridCol w="2857500"/>
              </a:tblGrid>
              <a:tr h="46672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수명 / 동시 RAM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시각 모델 세션</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단계 후 회수와 교체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사용 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worker별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영상 상태 / 후보 기록</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확정 이력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모델 회수와 별도 보존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추가 시각 runtime + 모델 객체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340 + 170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340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620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공통 / 추론과 영상 상태 / 입력 buffer</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560 / 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560 / 860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QA06 동시 peak 합계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bl>
          </a:graphicData>
        </a:graphic>
      </p:graphicFrame>
      <p:sp>
        <p:nvSpPr>
          <p:cNvPr id="58" name="label 가정 RAM, 실측 아님. R1→R2: UI 모델 객체 420 MB 유지. R3: runtime private 280 MB + IPC 8 MB 추가.">
            <a:extLst>
              <a:ext uri="{FF2B5EF4-FFF2-40B4-BE49-F238E27FC236}">
                <ns2:creationId id="{837E2F3C-DB18-4F28-A253-31177AC92AE0}"/>
              </a:ext>
            </a:extLst>
          </p:cNvPr>
          <p:cNvSpPr>
            <a:spLocks noGrp="1"/>
          </p:cNvSpPr>
          <p:nvPr/>
        </p:nvSpPr>
        <p:spPr>
          <a:xfrm>
            <a:off x="571500" y="9563100"/>
            <a:ext cx="17145000" cy="295275"/>
          </a:xfrm>
          <a:prstGeom prst="rect">
            <a:avLst/>
          </a:prstGeom>
          <a:noFill/>
          <a:ln w="0">
            <a:noFill/>
          </a:ln>
        </p:spPr>
        <p:txBody>
          <a:bodyPr wrap="none" lIns="47625" tIns="19050" rIns="47625" bIns="1905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가정 RAM, 실측 아님. R1→R2: UI 모델 객체 420 MB 유지. R3: runtime private 280 MB + IPC 8 MB 추가.</a:t>
            </a:r>
            <a:endParaRPr lang="ko-KR">
              <a:latin typeface="Calibri"/>
              <a:ea typeface="Calibri"/>
              <a:cs typeface="Calibri"/>
            </a:endParaRPr>
          </a:p>
        </p:txBody>
      </p:sp>
    </p:spTree>
    <p:extLst>
      <p:ext uri="{BB962C8B-B14F-4D97-AF65-F5344CB8AC3E}">
        <p14:creationId val="865989452"/>
      </p:ext>
    </p:extLst>
  </p:cSld>
</p:sld>
</file>

<file path=ppt/slides/slide62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4" name="label DP44. 음성 준비와 재생 실행 방안 (배경)">
            <a:extLst>
              <a:ext uri="{FF2B5EF4-FFF2-40B4-BE49-F238E27FC236}">
                <ns2:creationId id="{FE56EE19-96FA-4287-A5BB-9D921C243226}"/>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음성 준비와 재생 실행 방안 (배경)</a:t>
            </a:r>
            <a:endParaRPr lang="ko-KR">
              <a:latin typeface="Calibri"/>
              <a:ea typeface="Calibri"/>
              <a:cs typeface="Calibri"/>
            </a:endParaRPr>
          </a:p>
        </p:txBody>
      </p:sp>
      <p:sp>
        <p:nvSpPr>
          <p:cNvPr id="2" name="stage 0">
            <a:extLst>
              <a:ext uri="{FF2B5EF4-FFF2-40B4-BE49-F238E27FC236}">
                <ns2:creationId id="{62DCDC98-27EC-45FE-B35F-681000FFF963}"/>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F11BF0CA-A0AD-451B-A3C3-64BF34A8354F}"/>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9AE41038-F480-4F12-A3E7-3588F8E52B36}"/>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072BB893-6D29-40E1-87D0-6FDEAA650F2C}"/>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6BD2391B-4D68-4BEA-9973-883C13431971}"/>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3888F22E-864F-4D59-8F2A-AB2334CF760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이미 완성된 질문과 결과가 겹칠 때, 언제 음성을 준비하고 누가 재생을 제어할 것인가?">
            <a:extLst>
              <a:ext uri="{FF2B5EF4-FFF2-40B4-BE49-F238E27FC236}">
                <ns2:creationId id="{ECE400EC-8295-4F9D-B088-A738153BB420}"/>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이미 완성된 질문과 결과가 겹칠 때, 언제 음성을 준비하고 누가 재생을 제어할 것인가?</a:t>
            </a:r>
            <a:endParaRPr lang="ko-KR">
              <a:latin typeface="Calibri"/>
              <a:ea typeface="Calibri"/>
              <a:cs typeface="Calibri"/>
            </a:endParaRPr>
          </a:p>
        </p:txBody>
      </p:sp>
      <p:sp>
        <p:nvSpPr>
          <p:cNvPr id="9" name="label 24 / 36">
            <a:extLst>
              <a:ext uri="{FF2B5EF4-FFF2-40B4-BE49-F238E27FC236}">
                <ns2:creationId id="{7C72D9CA-75F6-44F8-A39E-975EB1CF3D86}"/>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24 / 36</a:t>
            </a:r>
            <a:endParaRPr lang="ko-KR">
              <a:latin typeface="Calibri"/>
              <a:ea typeface="Calibri"/>
              <a:cs typeface="Calibri"/>
            </a:endParaRPr>
          </a:p>
        </p:txBody>
      </p:sp>
      <p:sp>
        <p:nvSpPr>
          <p:cNvPr id="10" name="node:undefined">
            <a:extLst>
              <a:ext uri="{FF2B5EF4-FFF2-40B4-BE49-F238E27FC236}">
                <ns2:creationId id="{2CD1893A-5142-4FAC-80DE-1E5521ABA1FA}"/>
              </a:ext>
            </a:extLst>
          </p:cNvPr>
          <p:cNvSpPr>
            <a:spLocks noGrp="1"/>
          </p:cNvSpPr>
          <p:nvPr/>
        </p:nvSpPr>
        <p:spPr>
          <a:xfrm>
            <a:off x="571500" y="1990725"/>
            <a:ext cx="619125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겹친 사건이 같은 대화로 들어온다</a:t>
            </a:r>
            <a:endParaRPr lang="ko-KR">
              <a:latin typeface="Calibri"/>
              <a:ea typeface="Calibri"/>
              <a:cs typeface="Calibri"/>
            </a:endParaRPr>
          </a:p>
        </p:txBody>
      </p:sp>
      <p:sp>
        <p:nvSpPr>
          <p:cNvPr id="11" name="node:user">
            <a:extLst>
              <a:ext uri="{FF2B5EF4-FFF2-40B4-BE49-F238E27FC236}">
                <ns2:creationId id="{AF85F177-311B-4CA4-8411-455464720FE4}"/>
              </a:ext>
            </a:extLst>
          </p:cNvPr>
          <p:cNvSpPr>
            <a:spLocks noGrp="1"/>
          </p:cNvSpPr>
          <p:nvPr/>
        </p:nvSpPr>
        <p:spPr>
          <a:xfrm>
            <a:off x="619125" y="3076575"/>
            <a:ext cx="2381250" cy="95250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사용자</a:t>
            </a:r>
            <a:endParaRPr lang="ko-KR">
              <a:latin typeface="Calibri"/>
              <a:ea typeface="Calibri"/>
              <a:cs typeface="Calibri"/>
            </a:endParaRPr>
          </a:p>
        </p:txBody>
      </p:sp>
      <p:sp>
        <p:nvSpPr>
          <p:cNvPr id="12" name="node:mail">
            <a:extLst>
              <a:ext uri="{FF2B5EF4-FFF2-40B4-BE49-F238E27FC236}">
                <ns2:creationId id="{5CCE0B7B-D299-486B-AF78-0E1206D491DC}"/>
              </a:ext>
            </a:extLst>
          </p:cNvPr>
          <p:cNvSpPr>
            <a:spLocks noGrp="1"/>
          </p:cNvSpPr>
          <p:nvPr/>
        </p:nvSpPr>
        <p:spPr>
          <a:xfrm>
            <a:off x="619125" y="4695825"/>
            <a:ext cx="2381250" cy="95250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Downstream Agent</a:t>
            </a:r>
            <a:endParaRPr lang="ko-KR">
              <a:latin typeface="Calibri"/>
              <a:ea typeface="Calibri"/>
              <a:cs typeface="Calibri"/>
            </a:endParaRPr>
          </a:p>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메일</a:t>
            </a:r>
            <a:endParaRPr lang="ko-KR">
              <a:latin typeface="Calibri"/>
              <a:ea typeface="Calibri"/>
              <a:cs typeface="Calibri"/>
            </a:endParaRPr>
          </a:p>
        </p:txBody>
      </p:sp>
      <p:sp>
        <p:nvSpPr>
          <p:cNvPr id="13" name="node:report">
            <a:extLst>
              <a:ext uri="{FF2B5EF4-FFF2-40B4-BE49-F238E27FC236}">
                <ns2:creationId id="{BD601535-8C0B-4AD0-B446-B17C6007FD4D}"/>
              </a:ext>
            </a:extLst>
          </p:cNvPr>
          <p:cNvSpPr>
            <a:spLocks noGrp="1"/>
          </p:cNvSpPr>
          <p:nvPr/>
        </p:nvSpPr>
        <p:spPr>
          <a:xfrm>
            <a:off x="619125" y="6315075"/>
            <a:ext cx="2381250" cy="95250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Downstream Agent</a:t>
            </a:r>
            <a:endParaRPr lang="ko-KR">
              <a:latin typeface="Calibri"/>
              <a:ea typeface="Calibri"/>
              <a:cs typeface="Calibri"/>
            </a:endParaRPr>
          </a:p>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보고서</a:t>
            </a:r>
            <a:endParaRPr lang="ko-KR">
              <a:latin typeface="Calibri"/>
              <a:ea typeface="Calibri"/>
              <a:cs typeface="Calibri"/>
            </a:endParaRPr>
          </a:p>
        </p:txBody>
      </p:sp>
      <p:sp>
        <p:nvSpPr>
          <p:cNvPr id="14" name="node:registry">
            <a:extLst>
              <a:ext uri="{FF2B5EF4-FFF2-40B4-BE49-F238E27FC236}">
                <ns2:creationId id="{50ED30E8-FEAA-4666-99DA-9BC0C0DFFC76}"/>
              </a:ext>
            </a:extLst>
          </p:cNvPr>
          <p:cNvSpPr>
            <a:spLocks noGrp="1"/>
          </p:cNvSpPr>
          <p:nvPr/>
        </p:nvSpPr>
        <p:spPr>
          <a:xfrm>
            <a:off x="7667625" y="3381375"/>
            <a:ext cx="4857750" cy="3476625"/>
          </a:xfrm>
          <a:prstGeom prst="rect">
            <a:avLst/>
          </a:prstGeom>
          <a:solidFill>
            <a:srgbClr val="FFF6DD"/>
          </a:solidFill>
          <a:ln w="16193">
            <a:solidFill>
              <a:srgbClr val="111111"/>
            </a:solidFill>
          </a:ln>
        </p:spPr>
        <p:txBody>
          <a:bodyPr wrap="none" lIns="47625" tIns="19050" rIns="47625" bIns="3133725"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Response Registry</a:t>
            </a:r>
            <a:endParaRPr lang="ko-KR">
              <a:latin typeface="Calibri"/>
              <a:ea typeface="Calibri"/>
              <a:cs typeface="Calibri"/>
            </a:endParaRPr>
          </a:p>
        </p:txBody>
      </p:sp>
      <p:sp>
        <p:nvSpPr>
          <p:cNvPr id="15" name="divider registry">
            <a:extLst>
              <a:ext uri="{FF2B5EF4-FFF2-40B4-BE49-F238E27FC236}">
                <ns2:creationId id="{6795486D-E3DD-4D0A-9E27-9E2AC078BCF1}"/>
              </a:ext>
            </a:extLst>
          </p:cNvPr>
          <p:cNvSpPr>
            <a:spLocks noGrp="1"/>
          </p:cNvSpPr>
          <p:nvPr/>
        </p:nvSpPr>
        <p:spPr>
          <a:xfrm>
            <a:off x="7667625" y="3743325"/>
            <a:ext cx="4857750" cy="953"/>
          </a:xfrm>
          <a:custGeom>
            <a:pathLst>
              <a:path w="4857750" h="953">
                <a:moveTo>
                  <a:pt x="0" y="0"/>
                </a:moveTo>
                <a:lnTo>
                  <a:pt x="4857750" y="0"/>
                </a:lnTo>
              </a:path>
            </a:pathLst>
          </a:custGeom>
          <a:noFill/>
          <a:ln w="9525">
            <a:solidFill>
              <a:srgbClr val="111111"/>
            </a:solidFill>
            <a:prstDash val="solid"/>
          </a:ln>
        </p:spPr>
      </p:sp>
      <p:sp>
        <p:nvSpPr>
          <p:cNvPr id="16" name="node:admit">
            <a:extLst>
              <a:ext uri="{FF2B5EF4-FFF2-40B4-BE49-F238E27FC236}">
                <ns2:creationId id="{CE3BA4CC-1FDD-4DF2-8B52-AA0AA7D90F28}"/>
              </a:ext>
            </a:extLst>
          </p:cNvPr>
          <p:cNvSpPr>
            <a:spLocks noGrp="1"/>
          </p:cNvSpPr>
          <p:nvPr/>
        </p:nvSpPr>
        <p:spPr>
          <a:xfrm>
            <a:off x="8048625" y="4095750"/>
            <a:ext cx="4095750" cy="619125"/>
          </a:xfrm>
          <a:prstGeom prst="roundRect">
            <a:avLst>
              <a:gd name="adj" fmla="val 12308"/>
            </a:avLst>
          </a:prstGeom>
          <a:solidFill>
            <a:srgbClr val="FFFFFF"/>
          </a:solidFill>
          <a:ln w="16193">
            <a:solidFill>
              <a:srgbClr val="111111"/>
            </a:solidFill>
          </a:ln>
        </p:spPr>
        <p:txBody>
          <a:bodyPr wrap="none" lIns="47625" tIns="19050" rIns="47625" bIns="1905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 Admission</a:t>
            </a:r>
            <a:endParaRPr lang="ko-KR">
              <a:latin typeface="Calibri"/>
              <a:ea typeface="Calibri"/>
              <a:cs typeface="Calibri"/>
            </a:endParaRPr>
          </a:p>
        </p:txBody>
      </p:sp>
      <p:sp>
        <p:nvSpPr>
          <p:cNvPr id="17" name="node:pending">
            <a:extLst>
              <a:ext uri="{FF2B5EF4-FFF2-40B4-BE49-F238E27FC236}">
                <ns2:creationId id="{D97C3FA6-293E-4B48-8E01-0123F2BF2F86}"/>
              </a:ext>
            </a:extLst>
          </p:cNvPr>
          <p:cNvSpPr>
            <a:spLocks noGrp="1"/>
          </p:cNvSpPr>
          <p:nvPr/>
        </p:nvSpPr>
        <p:spPr>
          <a:xfrm>
            <a:off x="8048625" y="5238750"/>
            <a:ext cx="4095750" cy="10953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응답 원문과 판본</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Task 연결 / 내구 기록</a:t>
            </a:r>
            <a:endParaRPr lang="ko-KR">
              <a:latin typeface="Calibri"/>
              <a:ea typeface="Calibri"/>
              <a:cs typeface="Calibri"/>
            </a:endParaRPr>
          </a:p>
        </p:txBody>
      </p:sp>
      <p:sp>
        <p:nvSpPr>
          <p:cNvPr id="18" name="node:dp2">
            <a:extLst>
              <a:ext uri="{FF2B5EF4-FFF2-40B4-BE49-F238E27FC236}">
                <ns2:creationId id="{F4064ED8-F7EF-46D4-9E00-8DB1695F1AE5}"/>
              </a:ext>
            </a:extLst>
          </p:cNvPr>
          <p:cNvSpPr>
            <a:spLocks noGrp="1"/>
          </p:cNvSpPr>
          <p:nvPr/>
        </p:nvSpPr>
        <p:spPr>
          <a:xfrm>
            <a:off x="7667625" y="2000250"/>
            <a:ext cx="4857750" cy="90487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Interpretation</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Service (DP2)</a:t>
            </a:r>
            <a:endParaRPr lang="ko-KR">
              <a:latin typeface="Calibri"/>
              <a:ea typeface="Calibri"/>
              <a:cs typeface="Calibri"/>
            </a:endParaRPr>
          </a:p>
        </p:txBody>
      </p:sp>
      <p:sp>
        <p:nvSpPr>
          <p:cNvPr id="19" name="node:voice">
            <a:extLst>
              <a:ext uri="{FF2B5EF4-FFF2-40B4-BE49-F238E27FC236}">
                <ns2:creationId id="{AF85D004-8BA9-4F1F-BA4C-3885F26317DC}"/>
              </a:ext>
            </a:extLst>
          </p:cNvPr>
          <p:cNvSpPr>
            <a:spLocks noGrp="1"/>
          </p:cNvSpPr>
          <p:nvPr/>
        </p:nvSpPr>
        <p:spPr>
          <a:xfrm>
            <a:off x="14525625" y="3676650"/>
            <a:ext cx="3048000" cy="90487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S2S Runtime</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음성 생성</a:t>
            </a:r>
            <a:endParaRPr lang="ko-KR">
              <a:latin typeface="Calibri"/>
              <a:ea typeface="Calibri"/>
              <a:cs typeface="Calibri"/>
            </a:endParaRPr>
          </a:p>
        </p:txBody>
      </p:sp>
      <p:sp>
        <p:nvSpPr>
          <p:cNvPr id="20" name="node:device">
            <a:extLst>
              <a:ext uri="{FF2B5EF4-FFF2-40B4-BE49-F238E27FC236}">
                <ns2:creationId id="{1910828F-3A22-4CDF-962F-B6BE10DEBCEA}"/>
              </a:ext>
            </a:extLst>
          </p:cNvPr>
          <p:cNvSpPr>
            <a:spLocks noGrp="1"/>
          </p:cNvSpPr>
          <p:nvPr/>
        </p:nvSpPr>
        <p:spPr>
          <a:xfrm>
            <a:off x="14525625" y="5905500"/>
            <a:ext cx="3048000" cy="90487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Audio Playout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실제 장치 출력</a:t>
            </a:r>
            <a:endParaRPr lang="ko-KR">
              <a:latin typeface="Calibri"/>
              <a:ea typeface="Calibri"/>
              <a:cs typeface="Calibri"/>
            </a:endParaRPr>
          </a:p>
        </p:txBody>
      </p:sp>
      <p:sp>
        <p:nvSpPr>
          <p:cNvPr id="21" name="edge:user-dp2">
            <a:extLst>
              <a:ext uri="{FF2B5EF4-FFF2-40B4-BE49-F238E27FC236}">
                <ns2:creationId id="{9BB86FA2-050A-4320-AA9D-C003D899CBDF}"/>
              </a:ext>
            </a:extLst>
          </p:cNvPr>
          <p:cNvSpPr>
            <a:spLocks noGrp="1"/>
          </p:cNvSpPr>
          <p:nvPr/>
        </p:nvSpPr>
        <p:spPr>
          <a:xfrm>
            <a:off x="3000375" y="2447925"/>
            <a:ext cx="4667250" cy="885825"/>
          </a:xfrm>
          <a:custGeom>
            <a:pathLst>
              <a:path w="4667250" h="885825">
                <a:moveTo>
                  <a:pt x="0" y="885825"/>
                </a:moveTo>
                <a:lnTo>
                  <a:pt x="3190875" y="885825"/>
                </a:lnTo>
                <a:lnTo>
                  <a:pt x="3190875" y="0"/>
                </a:lnTo>
                <a:lnTo>
                  <a:pt x="4667250" y="0"/>
                </a:lnTo>
              </a:path>
            </a:pathLst>
          </a:custGeom>
          <a:noFill/>
          <a:ln w="17145">
            <a:solidFill>
              <a:srgbClr val="111111"/>
            </a:solidFill>
            <a:prstDash val="solid"/>
          </a:ln>
        </p:spPr>
      </p:sp>
      <p:sp>
        <p:nvSpPr>
          <p:cNvPr id="22" name="arrow:user-dp2">
            <a:extLst>
              <a:ext uri="{FF2B5EF4-FFF2-40B4-BE49-F238E27FC236}">
                <ns2:creationId id="{858A1474-2BB6-4740-950F-69D078153EEF}"/>
              </a:ext>
            </a:extLst>
          </p:cNvPr>
          <p:cNvSpPr>
            <a:spLocks noGrp="1"/>
          </p:cNvSpPr>
          <p:nvPr/>
        </p:nvSpPr>
        <p:spPr>
          <a:xfrm>
            <a:off x="7581900" y="24098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3" name="edge:dp2-reg">
            <a:extLst>
              <a:ext uri="{FF2B5EF4-FFF2-40B4-BE49-F238E27FC236}">
                <ns2:creationId id="{54079CA2-814D-4577-A28D-F41BE156188E}"/>
              </a:ext>
            </a:extLst>
          </p:cNvPr>
          <p:cNvSpPr>
            <a:spLocks noGrp="1"/>
          </p:cNvSpPr>
          <p:nvPr/>
        </p:nvSpPr>
        <p:spPr>
          <a:xfrm>
            <a:off x="7429500" y="2905125"/>
            <a:ext cx="2667000" cy="1333500"/>
          </a:xfrm>
          <a:custGeom>
            <a:pathLst>
              <a:path w="2667000" h="1333500">
                <a:moveTo>
                  <a:pt x="2667000" y="0"/>
                </a:moveTo>
                <a:lnTo>
                  <a:pt x="2667000" y="190500"/>
                </a:lnTo>
                <a:lnTo>
                  <a:pt x="0" y="190500"/>
                </a:lnTo>
                <a:lnTo>
                  <a:pt x="0" y="1333500"/>
                </a:lnTo>
                <a:lnTo>
                  <a:pt x="619125" y="1333500"/>
                </a:lnTo>
              </a:path>
            </a:pathLst>
          </a:custGeom>
          <a:noFill/>
          <a:ln w="17145">
            <a:solidFill>
              <a:srgbClr val="111111"/>
            </a:solidFill>
            <a:prstDash val="solid"/>
          </a:ln>
        </p:spPr>
      </p:sp>
      <p:sp>
        <p:nvSpPr>
          <p:cNvPr id="24" name="arrow:dp2-reg">
            <a:extLst>
              <a:ext uri="{FF2B5EF4-FFF2-40B4-BE49-F238E27FC236}">
                <ns2:creationId id="{A537266A-C9E3-4DFB-9E39-A23E71A86FB7}"/>
              </a:ext>
            </a:extLst>
          </p:cNvPr>
          <p:cNvSpPr>
            <a:spLocks noGrp="1"/>
          </p:cNvSpPr>
          <p:nvPr/>
        </p:nvSpPr>
        <p:spPr>
          <a:xfrm>
            <a:off x="7962900" y="42005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5" name="edge:q1">
            <a:extLst>
              <a:ext uri="{FF2B5EF4-FFF2-40B4-BE49-F238E27FC236}">
                <ns2:creationId id="{FF3FD4B9-5878-4DDB-BA7A-8CE1C5D88DDA}"/>
              </a:ext>
            </a:extLst>
          </p:cNvPr>
          <p:cNvSpPr>
            <a:spLocks noGrp="1"/>
          </p:cNvSpPr>
          <p:nvPr/>
        </p:nvSpPr>
        <p:spPr>
          <a:xfrm>
            <a:off x="3000375" y="4286250"/>
            <a:ext cx="5048250" cy="857250"/>
          </a:xfrm>
          <a:custGeom>
            <a:pathLst>
              <a:path w="5048250" h="857250">
                <a:moveTo>
                  <a:pt x="0" y="857250"/>
                </a:moveTo>
                <a:lnTo>
                  <a:pt x="3857625" y="857250"/>
                </a:lnTo>
                <a:lnTo>
                  <a:pt x="3857625" y="0"/>
                </a:lnTo>
                <a:lnTo>
                  <a:pt x="5048250" y="0"/>
                </a:lnTo>
              </a:path>
            </a:pathLst>
          </a:custGeom>
          <a:noFill/>
          <a:ln w="17145">
            <a:solidFill>
              <a:srgbClr val="111111"/>
            </a:solidFill>
            <a:prstDash val="solid"/>
          </a:ln>
        </p:spPr>
      </p:sp>
      <p:sp>
        <p:nvSpPr>
          <p:cNvPr id="26" name="arrow:q1">
            <a:extLst>
              <a:ext uri="{FF2B5EF4-FFF2-40B4-BE49-F238E27FC236}">
                <ns2:creationId id="{18EEC73B-D653-4A77-8E88-F65FD17B0ECA}"/>
              </a:ext>
            </a:extLst>
          </p:cNvPr>
          <p:cNvSpPr>
            <a:spLocks noGrp="1"/>
          </p:cNvSpPr>
          <p:nvPr/>
        </p:nvSpPr>
        <p:spPr>
          <a:xfrm>
            <a:off x="7962900" y="42481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7" name="edge:r1">
            <a:extLst>
              <a:ext uri="{FF2B5EF4-FFF2-40B4-BE49-F238E27FC236}">
                <ns2:creationId id="{CE41158D-34A2-47CB-9CFD-D409109E0AA4}"/>
              </a:ext>
            </a:extLst>
          </p:cNvPr>
          <p:cNvSpPr>
            <a:spLocks noGrp="1"/>
          </p:cNvSpPr>
          <p:nvPr/>
        </p:nvSpPr>
        <p:spPr>
          <a:xfrm>
            <a:off x="3000375" y="4572000"/>
            <a:ext cx="5048250" cy="2190750"/>
          </a:xfrm>
          <a:custGeom>
            <a:pathLst>
              <a:path w="5048250" h="2190750">
                <a:moveTo>
                  <a:pt x="0" y="2190750"/>
                </a:moveTo>
                <a:lnTo>
                  <a:pt x="4048125" y="2190750"/>
                </a:lnTo>
                <a:lnTo>
                  <a:pt x="4048125" y="0"/>
                </a:lnTo>
                <a:lnTo>
                  <a:pt x="5048250" y="0"/>
                </a:lnTo>
              </a:path>
            </a:pathLst>
          </a:custGeom>
          <a:noFill/>
          <a:ln w="17145">
            <a:solidFill>
              <a:srgbClr val="111111"/>
            </a:solidFill>
            <a:prstDash val="solid"/>
          </a:ln>
        </p:spPr>
      </p:sp>
      <p:sp>
        <p:nvSpPr>
          <p:cNvPr id="28" name="arrow:r1">
            <a:extLst>
              <a:ext uri="{FF2B5EF4-FFF2-40B4-BE49-F238E27FC236}">
                <ns2:creationId id="{A26D2B02-1687-4B4C-9724-73A54D3E4548}"/>
              </a:ext>
            </a:extLst>
          </p:cNvPr>
          <p:cNvSpPr>
            <a:spLocks noGrp="1"/>
          </p:cNvSpPr>
          <p:nvPr/>
        </p:nvSpPr>
        <p:spPr>
          <a:xfrm>
            <a:off x="7962900" y="45339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9" name="edge:register">
            <a:extLst>
              <a:ext uri="{FF2B5EF4-FFF2-40B4-BE49-F238E27FC236}">
                <ns2:creationId id="{0F4C34BF-C283-408C-A5D1-E3982C2E3EE4}"/>
              </a:ext>
            </a:extLst>
          </p:cNvPr>
          <p:cNvSpPr>
            <a:spLocks noGrp="1"/>
          </p:cNvSpPr>
          <p:nvPr/>
        </p:nvSpPr>
        <p:spPr>
          <a:xfrm>
            <a:off x="10096500" y="4714875"/>
            <a:ext cx="953" cy="523875"/>
          </a:xfrm>
          <a:custGeom>
            <a:pathLst>
              <a:path w="953" h="523875">
                <a:moveTo>
                  <a:pt x="0" y="0"/>
                </a:moveTo>
                <a:lnTo>
                  <a:pt x="0" y="523875"/>
                </a:lnTo>
              </a:path>
            </a:pathLst>
          </a:custGeom>
          <a:noFill/>
          <a:ln w="17145">
            <a:solidFill>
              <a:srgbClr val="111111"/>
            </a:solidFill>
            <a:prstDash val="solid"/>
          </a:ln>
        </p:spPr>
      </p:sp>
      <p:sp>
        <p:nvSpPr>
          <p:cNvPr id="30" name="arrow:register">
            <a:extLst>
              <a:ext uri="{FF2B5EF4-FFF2-40B4-BE49-F238E27FC236}">
                <ns2:creationId id="{443471ED-07E1-4440-9AC1-D4AE47147A80}"/>
              </a:ext>
            </a:extLst>
          </p:cNvPr>
          <p:cNvSpPr>
            <a:spLocks noGrp="1"/>
          </p:cNvSpPr>
          <p:nvPr/>
        </p:nvSpPr>
        <p:spPr>
          <a:xfrm>
            <a:off x="10058400" y="515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31" name="edge:prepare">
            <a:extLst>
              <a:ext uri="{FF2B5EF4-FFF2-40B4-BE49-F238E27FC236}">
                <ns2:creationId id="{58000275-7C36-4749-A6DD-66281850DB83}"/>
              </a:ext>
            </a:extLst>
          </p:cNvPr>
          <p:cNvSpPr>
            <a:spLocks noGrp="1"/>
          </p:cNvSpPr>
          <p:nvPr/>
        </p:nvSpPr>
        <p:spPr>
          <a:xfrm>
            <a:off x="12144375" y="4095750"/>
            <a:ext cx="2381250" cy="1476375"/>
          </a:xfrm>
          <a:custGeom>
            <a:pathLst>
              <a:path w="2381250" h="1476375">
                <a:moveTo>
                  <a:pt x="0" y="1476375"/>
                </a:moveTo>
                <a:lnTo>
                  <a:pt x="1381125" y="1476375"/>
                </a:lnTo>
                <a:lnTo>
                  <a:pt x="1381125" y="0"/>
                </a:lnTo>
                <a:lnTo>
                  <a:pt x="2381250" y="0"/>
                </a:lnTo>
              </a:path>
            </a:pathLst>
          </a:custGeom>
          <a:noFill/>
          <a:ln w="17145">
            <a:solidFill>
              <a:srgbClr val="111111"/>
            </a:solidFill>
            <a:prstDash val="solid"/>
          </a:ln>
        </p:spPr>
      </p:sp>
      <p:sp>
        <p:nvSpPr>
          <p:cNvPr id="32" name="arrow:prepare">
            <a:extLst>
              <a:ext uri="{FF2B5EF4-FFF2-40B4-BE49-F238E27FC236}">
                <ns2:creationId id="{EE9284C9-80FE-4EAD-A30F-EA0DE0322AC2}"/>
              </a:ext>
            </a:extLst>
          </p:cNvPr>
          <p:cNvSpPr>
            <a:spLocks noGrp="1"/>
          </p:cNvSpPr>
          <p:nvPr/>
        </p:nvSpPr>
        <p:spPr>
          <a:xfrm>
            <a:off x="14439900" y="40576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33" name="edge:play">
            <a:extLst>
              <a:ext uri="{FF2B5EF4-FFF2-40B4-BE49-F238E27FC236}">
                <ns2:creationId id="{CFAF9CBA-839C-4884-A2EE-D90A1E3BF85C}"/>
              </a:ext>
            </a:extLst>
          </p:cNvPr>
          <p:cNvSpPr>
            <a:spLocks noGrp="1"/>
          </p:cNvSpPr>
          <p:nvPr/>
        </p:nvSpPr>
        <p:spPr>
          <a:xfrm>
            <a:off x="16049625" y="4581525"/>
            <a:ext cx="953" cy="1323975"/>
          </a:xfrm>
          <a:custGeom>
            <a:pathLst>
              <a:path w="953" h="1323975">
                <a:moveTo>
                  <a:pt x="0" y="0"/>
                </a:moveTo>
                <a:lnTo>
                  <a:pt x="0" y="1323975"/>
                </a:lnTo>
              </a:path>
            </a:pathLst>
          </a:custGeom>
          <a:noFill/>
          <a:ln w="17145">
            <a:solidFill>
              <a:srgbClr val="111111"/>
            </a:solidFill>
            <a:prstDash val="solid"/>
          </a:ln>
        </p:spPr>
      </p:sp>
      <p:sp>
        <p:nvSpPr>
          <p:cNvPr id="34" name="arrow:play">
            <a:extLst>
              <a:ext uri="{FF2B5EF4-FFF2-40B4-BE49-F238E27FC236}">
                <ns2:creationId id="{45CE5DA5-4C65-4000-8A68-2FD328D14697}"/>
              </a:ext>
            </a:extLst>
          </p:cNvPr>
          <p:cNvSpPr>
            <a:spLocks noGrp="1"/>
          </p:cNvSpPr>
          <p:nvPr/>
        </p:nvSpPr>
        <p:spPr>
          <a:xfrm>
            <a:off x="16011525" y="58197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graphicFrame>
        <p:nvGraphicFramePr>
          <p:cNvPr id="35" name="">
            <a:extLst>
              <a:ext uri="{FF2B5EF4-FFF2-40B4-BE49-F238E27FC236}">
                <ns2:creationId id="{98CE74F5-8403-44D5-AFF0-3F9DE95BD479}"/>
              </a:ext>
            </a:extLst>
          </p:cNvPr>
          <p:cNvGraphicFramePr/>
          <p:nvPr/>
        </p:nvGraphicFramePr>
        <p:xfrm>
          <a:off x="571500" y="8239125"/>
          <a:ext cx="17145000" cy="1657350"/>
        </p:xfrm>
        <a:graphic>
          <a:graphicData uri="http://schemas.openxmlformats.org/drawingml/2006/table">
            <a:tbl>
              <a:tblPr firstRow="0" bandRow="0" bandCol="0"/>
              <a:tblGrid>
                <a:gridCol w="8572500"/>
                <a:gridCol w="8572500"/>
              </a:tblGrid>
              <a:tr h="4000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공통으로 지키는 것</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선택에 따라 달라지는 것</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6200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질문과 결과의 업무 내용은 Downstream Agent가 작성</a:t>
                      </a:r>
                      <a:endParaRPr lang="ko-KR">
                        <a:latin typeface="Calibri"/>
                        <a:ea typeface="Calibri"/>
                        <a:cs typeface="Calibri"/>
                      </a:endParaRPr>
                    </a:p>
                    <a:p>
                      <a:pPr algn="ctr">
                        <a:defRPr lang="ko-KR">
                          <a:latin typeface="Calibri"/>
                          <a:ea typeface="Calibri"/>
                          <a:cs typeface="Calibri"/>
                        </a:defRPr>
                      </a:pPr>
                      <a:r>
                        <a:rPr sz="1800" lang="ko-KR">
                          <a:solidFill>
                            <a:srgbClr val="111111"/>
                          </a:solidFill>
                          <a:latin typeface="Calibri"/>
                          <a:ea typeface="Calibri"/>
                          <a:cs typeface="Calibri"/>
                        </a:rPr>
                        <a:t>화면 표시, 로컬 발화 감지와 DP2 의미 채택은 동일</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 응답별 생성 실행과 보관을 재생과 분리</a:t>
                      </a:r>
                      <a:endParaRPr lang="ko-KR">
                        <a:latin typeface="Calibri"/>
                        <a:ea typeface="Calibri"/>
                        <a:cs typeface="Calibri"/>
                      </a:endParaRPr>
                    </a:p>
                    <a:p>
                      <a:pPr algn="ctr">
                        <a:defRPr lang="ko-KR">
                          <a:latin typeface="Calibri"/>
                          <a:ea typeface="Calibri"/>
                          <a:cs typeface="Calibri"/>
                        </a:defRPr>
                      </a:pPr>
                      <a:r>
                        <a:rPr sz="1800" lang="ko-KR">
                          <a:solidFill>
                            <a:srgbClr val="111111"/>
                          </a:solidFill>
                          <a:latin typeface="Calibri"/>
                          <a:ea typeface="Calibri"/>
                          <a:cs typeface="Calibri"/>
                        </a:rPr>
                        <a:t>B: 현재 발화 실행이 생성과 버퍼를 함께 관리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구판 재생 차단, 유효 음성 재사용, 실제 출력 이력</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A의 준비 적중 이익 ↔ 미전달 음성의 생성 비용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36" name="label 배경: R0를 말하는 중에 Q1과 R1이 도착한다. 사용자는 R0를 끊고 보고서 정정과 읽기 순서를 요청한다.">
            <a:extLst>
              <a:ext uri="{FF2B5EF4-FFF2-40B4-BE49-F238E27FC236}">
                <ns2:creationId id="{4C299794-92CF-47BE-9D20-11A98BB4C5C1}"/>
              </a:ext>
            </a:extLst>
          </p:cNvPr>
          <p:cNvSpPr>
            <a:spLocks noGrp="1"/>
          </p:cNvSpPr>
          <p:nvPr/>
        </p:nvSpPr>
        <p:spPr>
          <a:xfrm>
            <a:off x="571500" y="7572375"/>
            <a:ext cx="17145000" cy="476250"/>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배경: R0를 말하는 중에 Q1과 R1이 도착한다. 사용자는 R0를 끊고 보고서 정정과 읽기 순서를 요청한다.</a:t>
            </a:r>
            <a:endParaRPr lang="ko-KR">
              <a:latin typeface="Calibri"/>
              <a:ea typeface="Calibri"/>
              <a:cs typeface="Calibri"/>
            </a:endParaRPr>
          </a:p>
        </p:txBody>
      </p:sp>
      <p:sp>
        <p:nvSpPr>
          <p:cNvPr id="37" name="label 1 “6월 기준으로 고쳐줘.&#10;메일 질문부터 읽어줘.”">
            <a:extLst>
              <a:ext uri="{FF2B5EF4-FFF2-40B4-BE49-F238E27FC236}">
                <ns2:creationId id="{DFAFBF20-9737-4223-B3EB-83663B6D8046}"/>
              </a:ext>
            </a:extLst>
          </p:cNvPr>
          <p:cNvSpPr>
            <a:spLocks noGrp="1"/>
          </p:cNvSpPr>
          <p:nvPr/>
        </p:nvSpPr>
        <p:spPr>
          <a:xfrm>
            <a:off x="3286125" y="2466975"/>
            <a:ext cx="4095750" cy="7810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“6월 기준으로 고쳐줘.</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메일 질문부터 읽어줘.”</a:t>
            </a:r>
            <a:endParaRPr lang="ko-KR">
              <a:latin typeface="Calibri"/>
              <a:ea typeface="Calibri"/>
              <a:cs typeface="Calibri"/>
            </a:endParaRPr>
          </a:p>
        </p:txBody>
      </p:sp>
      <p:sp>
        <p:nvSpPr>
          <p:cNvPr id="38" name="label 2 정정 범위와 순서 채택">
            <a:extLst>
              <a:ext uri="{FF2B5EF4-FFF2-40B4-BE49-F238E27FC236}">
                <ns2:creationId id="{67E1B13F-47C9-4AD5-8444-0E34C6833AB9}"/>
              </a:ext>
            </a:extLst>
          </p:cNvPr>
          <p:cNvSpPr>
            <a:spLocks noGrp="1"/>
          </p:cNvSpPr>
          <p:nvPr/>
        </p:nvSpPr>
        <p:spPr>
          <a:xfrm>
            <a:off x="10239375" y="3000375"/>
            <a:ext cx="3762375" cy="3619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정정 범위와 순서 채택</a:t>
            </a:r>
            <a:endParaRPr lang="ko-KR">
              <a:latin typeface="Calibri"/>
              <a:ea typeface="Calibri"/>
              <a:cs typeface="Calibri"/>
            </a:endParaRPr>
          </a:p>
        </p:txBody>
      </p:sp>
      <p:sp>
        <p:nvSpPr>
          <p:cNvPr id="39" name="label Q1: “수신자는 김 대리인가요?”">
            <a:extLst>
              <a:ext uri="{FF2B5EF4-FFF2-40B4-BE49-F238E27FC236}">
                <ns2:creationId id="{CF4627E7-CDB6-4841-9986-FB9D76ACAC2B}"/>
              </a:ext>
            </a:extLst>
          </p:cNvPr>
          <p:cNvSpPr>
            <a:spLocks noGrp="1"/>
          </p:cNvSpPr>
          <p:nvPr/>
        </p:nvSpPr>
        <p:spPr>
          <a:xfrm>
            <a:off x="3238500" y="4610100"/>
            <a:ext cx="4095750" cy="4762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Q1: “수신자는 김 대리인가요?”</a:t>
            </a:r>
            <a:endParaRPr lang="ko-KR">
              <a:latin typeface="Calibri"/>
              <a:ea typeface="Calibri"/>
              <a:cs typeface="Calibri"/>
            </a:endParaRPr>
          </a:p>
        </p:txBody>
      </p:sp>
      <p:sp>
        <p:nvSpPr>
          <p:cNvPr id="40" name="label R1-v1: 보고서 결과 텍스트">
            <a:extLst>
              <a:ext uri="{FF2B5EF4-FFF2-40B4-BE49-F238E27FC236}">
                <ns2:creationId id="{A7176CAC-F918-45D1-B4E0-29767100E67B}"/>
              </a:ext>
            </a:extLst>
          </p:cNvPr>
          <p:cNvSpPr>
            <a:spLocks noGrp="1"/>
          </p:cNvSpPr>
          <p:nvPr/>
        </p:nvSpPr>
        <p:spPr>
          <a:xfrm>
            <a:off x="3238500" y="6191250"/>
            <a:ext cx="4095750" cy="4762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R1-v1: 보고서 결과 텍스트</a:t>
            </a:r>
            <a:endParaRPr lang="ko-KR">
              <a:latin typeface="Calibri"/>
              <a:ea typeface="Calibri"/>
              <a:cs typeface="Calibri"/>
            </a:endParaRPr>
          </a:p>
        </p:txBody>
      </p:sp>
      <p:sp>
        <p:nvSpPr>
          <p:cNvPr id="41" name="label 3 현재 판본 저장">
            <a:extLst>
              <a:ext uri="{FF2B5EF4-FFF2-40B4-BE49-F238E27FC236}">
                <ns2:creationId id="{2A3F980B-C3F4-4172-BE93-70C10D1819B6}"/>
              </a:ext>
            </a:extLst>
          </p:cNvPr>
          <p:cNvSpPr>
            <a:spLocks noGrp="1"/>
          </p:cNvSpPr>
          <p:nvPr/>
        </p:nvSpPr>
        <p:spPr>
          <a:xfrm>
            <a:off x="10287000" y="4791075"/>
            <a:ext cx="2571750"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현재 판본 저장</a:t>
            </a:r>
            <a:endParaRPr lang="ko-KR">
              <a:latin typeface="Calibri"/>
              <a:ea typeface="Calibri"/>
              <a:cs typeface="Calibri"/>
            </a:endParaRPr>
          </a:p>
        </p:txBody>
      </p:sp>
      <p:sp>
        <p:nvSpPr>
          <p:cNvPr id="42" name="label 음성 준비 시점?">
            <a:extLst>
              <a:ext uri="{FF2B5EF4-FFF2-40B4-BE49-F238E27FC236}">
                <ns2:creationId id="{6BDE8A59-0395-4CAE-AEA7-261FEACF5ADB}"/>
              </a:ext>
            </a:extLst>
          </p:cNvPr>
          <p:cNvSpPr>
            <a:spLocks noGrp="1"/>
          </p:cNvSpPr>
          <p:nvPr/>
        </p:nvSpPr>
        <p:spPr>
          <a:xfrm>
            <a:off x="12687300" y="4667250"/>
            <a:ext cx="2143125" cy="5715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음성 준비 시점?</a:t>
            </a:r>
            <a:endParaRPr lang="ko-KR">
              <a:latin typeface="Calibri"/>
              <a:ea typeface="Calibri"/>
              <a:cs typeface="Calibri"/>
            </a:endParaRPr>
          </a:p>
        </p:txBody>
      </p:sp>
      <p:sp>
        <p:nvSpPr>
          <p:cNvPr id="43" name="label 생성과 재생의&#10;수명 분리?">
            <a:extLst>
              <a:ext uri="{FF2B5EF4-FFF2-40B4-BE49-F238E27FC236}">
                <ns2:creationId id="{0870B20F-81E3-42C5-B71D-6B79DAAA857C}"/>
              </a:ext>
            </a:extLst>
          </p:cNvPr>
          <p:cNvSpPr>
            <a:spLocks noGrp="1"/>
          </p:cNvSpPr>
          <p:nvPr/>
        </p:nvSpPr>
        <p:spPr>
          <a:xfrm>
            <a:off x="14525625" y="4953000"/>
            <a:ext cx="3048000" cy="6191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생성과 재생의</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수명 분리?</a:t>
            </a:r>
            <a:endParaRPr lang="ko-KR">
              <a:latin typeface="Calibri"/>
              <a:ea typeface="Calibri"/>
              <a:cs typeface="Calibri"/>
            </a:endParaRPr>
          </a:p>
        </p:txBody>
      </p:sp>
    </p:spTree>
    <p:extLst>
      <p:ext uri="{BB962C8B-B14F-4D97-AF65-F5344CB8AC3E}">
        <p14:creationId val="873419887"/>
      </p:ext>
    </p:extLst>
  </p:cSld>
</p:sld>
</file>

<file path=ppt/slides/slide62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09" name="label DP44. 음성 준비와 재생 실행 방안 (설계 방안 비교)">
            <a:extLst>
              <a:ext uri="{FF2B5EF4-FFF2-40B4-BE49-F238E27FC236}">
                <ns2:creationId id="{24E6B964-CE51-4CBA-A854-8B39260F9F98}"/>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음성 준비와 재생 실행 방안 (설계 방안 비교)</a:t>
            </a:r>
            <a:endParaRPr lang="ko-KR">
              <a:latin typeface="Calibri"/>
              <a:ea typeface="Calibri"/>
              <a:cs typeface="Calibri"/>
            </a:endParaRPr>
          </a:p>
        </p:txBody>
      </p:sp>
      <p:sp>
        <p:nvSpPr>
          <p:cNvPr id="2" name="stage 0">
            <a:extLst>
              <a:ext uri="{FF2B5EF4-FFF2-40B4-BE49-F238E27FC236}">
                <ns2:creationId id="{6E55BDFA-83C8-48AE-89B3-0867CBDBFA1F}"/>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0FCC1805-6D15-4D2D-908A-393BD5DF0A78}"/>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1D988E02-89C4-49DF-AAA3-C05FC4BE8BBC}"/>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B5984F2F-116B-4545-B27A-18F719A873F2}"/>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D8387202-DFCE-4B95-9E76-EC5E4515DA6E}"/>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34DB4694-B040-45F0-BDCB-6F74995A77E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생성의 소유 단위가 다르다: 응답별 준비 실행 A / 현재 발화 실행 B">
            <a:extLst>
              <a:ext uri="{FF2B5EF4-FFF2-40B4-BE49-F238E27FC236}">
                <ns2:creationId id="{A8299457-18BB-436A-8DC3-617D251970A6}"/>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생성의 소유 단위가 다르다: 응답별 준비 실행 A / 현재 발화 실행 B</a:t>
            </a:r>
            <a:endParaRPr lang="ko-KR">
              <a:latin typeface="Calibri"/>
              <a:ea typeface="Calibri"/>
              <a:cs typeface="Calibri"/>
            </a:endParaRPr>
          </a:p>
        </p:txBody>
      </p:sp>
      <p:sp>
        <p:nvSpPr>
          <p:cNvPr id="9" name="label 25 / 36">
            <a:extLst>
              <a:ext uri="{FF2B5EF4-FFF2-40B4-BE49-F238E27FC236}">
                <ns2:creationId id="{25F64FF9-2DD5-48D9-A608-293BC05EBE8A}"/>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25 / 36</a:t>
            </a:r>
            <a:endParaRPr lang="ko-KR">
              <a:latin typeface="Calibri"/>
              <a:ea typeface="Calibri"/>
              <a:cs typeface="Calibri"/>
            </a:endParaRPr>
          </a:p>
        </p:txBody>
      </p:sp>
      <p:sp>
        <p:nvSpPr>
          <p:cNvPr id="10" name="node:undefined">
            <a:extLst>
              <a:ext uri="{FF2B5EF4-FFF2-40B4-BE49-F238E27FC236}">
                <ns2:creationId id="{3D05BCCD-09FB-4CB1-8136-9627CA110654}"/>
              </a:ext>
            </a:extLst>
          </p:cNvPr>
          <p:cNvSpPr>
            <a:spLocks noGrp="1"/>
          </p:cNvSpPr>
          <p:nvPr/>
        </p:nvSpPr>
        <p:spPr>
          <a:xfrm>
            <a:off x="571500" y="1876425"/>
            <a:ext cx="7620000" cy="40005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응답별 준비 실행 + 별도 재생 제어</a:t>
            </a:r>
            <a:endParaRPr lang="ko-KR">
              <a:latin typeface="Calibri"/>
              <a:ea typeface="Calibri"/>
              <a:cs typeface="Calibri"/>
            </a:endParaRPr>
          </a:p>
        </p:txBody>
      </p:sp>
      <p:sp>
        <p:nvSpPr>
          <p:cNvPr id="11" name="node:areg">
            <a:extLst>
              <a:ext uri="{FF2B5EF4-FFF2-40B4-BE49-F238E27FC236}">
                <ns2:creationId id="{9A749C01-32E8-44C8-B452-7E16CFA9521A}"/>
              </a:ext>
            </a:extLst>
          </p:cNvPr>
          <p:cNvSpPr>
            <a:spLocks noGrp="1"/>
          </p:cNvSpPr>
          <p:nvPr/>
        </p:nvSpPr>
        <p:spPr>
          <a:xfrm>
            <a:off x="571500" y="2514600"/>
            <a:ext cx="7620000" cy="1143000"/>
          </a:xfrm>
          <a:prstGeom prst="rect">
            <a:avLst/>
          </a:prstGeom>
          <a:solidFill>
            <a:srgbClr val="FFF6DD"/>
          </a:solidFill>
          <a:ln w="16193">
            <a:solidFill>
              <a:srgbClr val="111111"/>
            </a:solidFill>
          </a:ln>
        </p:spPr>
        <p:txBody>
          <a:bodyPr wrap="none" lIns="47625" tIns="19050" rIns="47625" bIns="800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Response Registry</a:t>
            </a:r>
            <a:endParaRPr lang="ko-KR">
              <a:latin typeface="Calibri"/>
              <a:ea typeface="Calibri"/>
              <a:cs typeface="Calibri"/>
            </a:endParaRPr>
          </a:p>
        </p:txBody>
      </p:sp>
      <p:sp>
        <p:nvSpPr>
          <p:cNvPr id="12" name="divider areg">
            <a:extLst>
              <a:ext uri="{FF2B5EF4-FFF2-40B4-BE49-F238E27FC236}">
                <ns2:creationId id="{781ED0B2-085D-4C65-87E7-9A70229BA1D1}"/>
              </a:ext>
            </a:extLst>
          </p:cNvPr>
          <p:cNvSpPr>
            <a:spLocks noGrp="1"/>
          </p:cNvSpPr>
          <p:nvPr/>
        </p:nvSpPr>
        <p:spPr>
          <a:xfrm>
            <a:off x="571500" y="2876550"/>
            <a:ext cx="7620000" cy="953"/>
          </a:xfrm>
          <a:custGeom>
            <a:pathLst>
              <a:path w="7620000" h="953">
                <a:moveTo>
                  <a:pt x="0" y="0"/>
                </a:moveTo>
                <a:lnTo>
                  <a:pt x="7620000" y="0"/>
                </a:lnTo>
              </a:path>
            </a:pathLst>
          </a:custGeom>
          <a:noFill/>
          <a:ln w="9525">
            <a:solidFill>
              <a:srgbClr val="111111"/>
            </a:solidFill>
            <a:prstDash val="solid"/>
          </a:ln>
        </p:spPr>
      </p:sp>
      <p:sp>
        <p:nvSpPr>
          <p:cNvPr id="13" name="node:aadmit">
            <a:extLst>
              <a:ext uri="{FF2B5EF4-FFF2-40B4-BE49-F238E27FC236}">
                <ns2:creationId id="{9C99615B-CDE9-4EF6-8FCA-F9213FC57F90}"/>
              </a:ext>
            </a:extLst>
          </p:cNvPr>
          <p:cNvSpPr>
            <a:spLocks noGrp="1"/>
          </p:cNvSpPr>
          <p:nvPr/>
        </p:nvSpPr>
        <p:spPr>
          <a:xfrm>
            <a:off x="762000" y="2971800"/>
            <a:ext cx="2857500" cy="495300"/>
          </a:xfrm>
          <a:prstGeom prst="roundRect">
            <a:avLst>
              <a:gd name="adj" fmla="val 1538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Revision Admission</a:t>
            </a:r>
            <a:endParaRPr lang="ko-KR">
              <a:latin typeface="Calibri"/>
              <a:ea typeface="Calibri"/>
              <a:cs typeface="Calibri"/>
            </a:endParaRPr>
          </a:p>
        </p:txBody>
      </p:sp>
      <p:sp>
        <p:nvSpPr>
          <p:cNvPr id="14" name="node:atext">
            <a:extLst>
              <a:ext uri="{FF2B5EF4-FFF2-40B4-BE49-F238E27FC236}">
                <ns2:creationId id="{2A7A2DF6-2080-4AB9-B36F-0EAB80EB7D8D}"/>
              </a:ext>
            </a:extLst>
          </p:cNvPr>
          <p:cNvSpPr>
            <a:spLocks noGrp="1"/>
          </p:cNvSpPr>
          <p:nvPr/>
        </p:nvSpPr>
        <p:spPr>
          <a:xfrm>
            <a:off x="4953000" y="2905125"/>
            <a:ext cx="3048000" cy="61912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응답 원문 / 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내구 기록</a:t>
            </a:r>
            <a:endParaRPr lang="ko-KR">
              <a:latin typeface="Calibri"/>
              <a:ea typeface="Calibri"/>
              <a:cs typeface="Calibri"/>
            </a:endParaRPr>
          </a:p>
        </p:txBody>
      </p:sp>
      <p:sp>
        <p:nvSpPr>
          <p:cNvPr id="15" name="edge:awrite">
            <a:extLst>
              <a:ext uri="{FF2B5EF4-FFF2-40B4-BE49-F238E27FC236}">
                <ns2:creationId id="{F0D25E81-1B05-4E9C-B1DD-0ABF6E1EFABD}"/>
              </a:ext>
            </a:extLst>
          </p:cNvPr>
          <p:cNvSpPr>
            <a:spLocks noGrp="1"/>
          </p:cNvSpPr>
          <p:nvPr/>
        </p:nvSpPr>
        <p:spPr>
          <a:xfrm>
            <a:off x="3619500" y="3209925"/>
            <a:ext cx="1333500" cy="953"/>
          </a:xfrm>
          <a:custGeom>
            <a:pathLst>
              <a:path w="1333500" h="953">
                <a:moveTo>
                  <a:pt x="0" y="0"/>
                </a:moveTo>
                <a:lnTo>
                  <a:pt x="1333500" y="0"/>
                </a:lnTo>
              </a:path>
            </a:pathLst>
          </a:custGeom>
          <a:noFill/>
          <a:ln w="17145">
            <a:solidFill>
              <a:srgbClr val="111111"/>
            </a:solidFill>
            <a:prstDash val="solid"/>
          </a:ln>
        </p:spPr>
      </p:sp>
      <p:sp>
        <p:nvSpPr>
          <p:cNvPr id="16" name="arrow:awrite">
            <a:extLst>
              <a:ext uri="{FF2B5EF4-FFF2-40B4-BE49-F238E27FC236}">
                <ns2:creationId id="{46E0E418-879E-443A-B8BF-09AC59C906DF}"/>
              </a:ext>
            </a:extLst>
          </p:cNvPr>
          <p:cNvSpPr>
            <a:spLocks noGrp="1"/>
          </p:cNvSpPr>
          <p:nvPr/>
        </p:nvSpPr>
        <p:spPr>
          <a:xfrm>
            <a:off x="4867275" y="31718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7" name="node:aadapter">
            <a:extLst>
              <a:ext uri="{FF2B5EF4-FFF2-40B4-BE49-F238E27FC236}">
                <ns2:creationId id="{2B1793D9-5E54-4207-8F37-B7A867A56D43}"/>
              </a:ext>
            </a:extLst>
          </p:cNvPr>
          <p:cNvSpPr>
            <a:spLocks noGrp="1"/>
          </p:cNvSpPr>
          <p:nvPr/>
        </p:nvSpPr>
        <p:spPr>
          <a:xfrm>
            <a:off x="571500" y="6667500"/>
            <a:ext cx="3429000" cy="1238250"/>
          </a:xfrm>
          <a:prstGeom prst="rect">
            <a:avLst/>
          </a:prstGeom>
          <a:solidFill>
            <a:srgbClr val="FFF6DD"/>
          </a:solidFill>
          <a:ln w="16193">
            <a:solidFill>
              <a:srgbClr val="111111"/>
            </a:solidFill>
          </a:ln>
        </p:spPr>
        <p:txBody>
          <a:bodyPr wrap="none" lIns="47625" tIns="19050" rIns="47625" bIns="8953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S2S Runtime Adapter</a:t>
            </a:r>
            <a:endParaRPr lang="ko-KR">
              <a:latin typeface="Calibri"/>
              <a:ea typeface="Calibri"/>
              <a:cs typeface="Calibri"/>
            </a:endParaRPr>
          </a:p>
        </p:txBody>
      </p:sp>
      <p:sp>
        <p:nvSpPr>
          <p:cNvPr id="18" name="divider aadapter">
            <a:extLst>
              <a:ext uri="{FF2B5EF4-FFF2-40B4-BE49-F238E27FC236}">
                <ns2:creationId id="{A19B6679-7C3E-4C48-9E0F-C3817A6D0D78}"/>
              </a:ext>
            </a:extLst>
          </p:cNvPr>
          <p:cNvSpPr>
            <a:spLocks noGrp="1"/>
          </p:cNvSpPr>
          <p:nvPr/>
        </p:nvSpPr>
        <p:spPr>
          <a:xfrm>
            <a:off x="571500" y="7029450"/>
            <a:ext cx="3429000" cy="953"/>
          </a:xfrm>
          <a:custGeom>
            <a:pathLst>
              <a:path w="3429000" h="953">
                <a:moveTo>
                  <a:pt x="0" y="0"/>
                </a:moveTo>
                <a:lnTo>
                  <a:pt x="3429000" y="0"/>
                </a:lnTo>
              </a:path>
            </a:pathLst>
          </a:custGeom>
          <a:noFill/>
          <a:ln w="9525">
            <a:solidFill>
              <a:srgbClr val="111111"/>
            </a:solidFill>
            <a:prstDash val="solid"/>
          </a:ln>
        </p:spPr>
      </p:sp>
      <p:sp>
        <p:nvSpPr>
          <p:cNvPr id="19" name="node:aclient">
            <a:extLst>
              <a:ext uri="{FF2B5EF4-FFF2-40B4-BE49-F238E27FC236}">
                <ns2:creationId id="{5CC63279-E4CE-4A48-9AA7-304D39E761E3}"/>
              </a:ext>
            </a:extLst>
          </p:cNvPr>
          <p:cNvSpPr>
            <a:spLocks noGrp="1"/>
          </p:cNvSpPr>
          <p:nvPr/>
        </p:nvSpPr>
        <p:spPr>
          <a:xfrm>
            <a:off x="762000" y="7153275"/>
            <a:ext cx="3048000" cy="533400"/>
          </a:xfrm>
          <a:prstGeom prst="roundRect">
            <a:avLst>
              <a:gd name="adj" fmla="val 14286"/>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Output Session Client</a:t>
            </a:r>
            <a:endParaRPr lang="ko-KR">
              <a:latin typeface="Calibri"/>
              <a:ea typeface="Calibri"/>
              <a:cs typeface="Calibri"/>
            </a:endParaRPr>
          </a:p>
        </p:txBody>
      </p:sp>
      <p:sp>
        <p:nvSpPr>
          <p:cNvPr id="20" name="node:amodel">
            <a:extLst>
              <a:ext uri="{FF2B5EF4-FFF2-40B4-BE49-F238E27FC236}">
                <ns2:creationId id="{1BF484BF-6C6E-44B2-827C-E2835D980AAF}"/>
              </a:ext>
            </a:extLst>
          </p:cNvPr>
          <p:cNvSpPr>
            <a:spLocks noGrp="1"/>
          </p:cNvSpPr>
          <p:nvPr/>
        </p:nvSpPr>
        <p:spPr>
          <a:xfrm>
            <a:off x="571500" y="8867775"/>
            <a:ext cx="3429000" cy="66675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원격 S2S Runtime</a:t>
            </a:r>
            <a:endParaRPr lang="ko-KR">
              <a:latin typeface="Calibri"/>
              <a:ea typeface="Calibri"/>
              <a:cs typeface="Calibri"/>
            </a:endParaRPr>
          </a:p>
        </p:txBody>
      </p:sp>
      <p:sp>
        <p:nvSpPr>
          <p:cNvPr id="21" name="edge:amodelreq">
            <a:extLst>
              <a:ext uri="{FF2B5EF4-FFF2-40B4-BE49-F238E27FC236}">
                <ns2:creationId id="{B5C34607-1760-4798-98DA-5E0E839FD625}"/>
              </a:ext>
            </a:extLst>
          </p:cNvPr>
          <p:cNvSpPr>
            <a:spLocks noGrp="1"/>
          </p:cNvSpPr>
          <p:nvPr/>
        </p:nvSpPr>
        <p:spPr>
          <a:xfrm>
            <a:off x="1571625" y="7686675"/>
            <a:ext cx="953" cy="1181100"/>
          </a:xfrm>
          <a:custGeom>
            <a:pathLst>
              <a:path w="953" h="1181100">
                <a:moveTo>
                  <a:pt x="0" y="0"/>
                </a:moveTo>
                <a:lnTo>
                  <a:pt x="0" y="1181100"/>
                </a:lnTo>
              </a:path>
            </a:pathLst>
          </a:custGeom>
          <a:noFill/>
          <a:ln w="17145">
            <a:solidFill>
              <a:srgbClr val="111111"/>
            </a:solidFill>
            <a:prstDash val="solid"/>
          </a:ln>
        </p:spPr>
      </p:sp>
      <p:sp>
        <p:nvSpPr>
          <p:cNvPr id="22" name="arrow:amodelreq">
            <a:extLst>
              <a:ext uri="{FF2B5EF4-FFF2-40B4-BE49-F238E27FC236}">
                <ns2:creationId id="{27592003-C375-44C1-BD89-92DF68CED64E}"/>
              </a:ext>
            </a:extLst>
          </p:cNvPr>
          <p:cNvSpPr>
            <a:spLocks noGrp="1"/>
          </p:cNvSpPr>
          <p:nvPr/>
        </p:nvSpPr>
        <p:spPr>
          <a:xfrm>
            <a:off x="1533525" y="87820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23" name="edge:amodelret">
            <a:extLst>
              <a:ext uri="{FF2B5EF4-FFF2-40B4-BE49-F238E27FC236}">
                <ns2:creationId id="{AD32CD9A-C847-41B0-A93C-C409BFDED437}"/>
              </a:ext>
            </a:extLst>
          </p:cNvPr>
          <p:cNvSpPr>
            <a:spLocks noGrp="1"/>
          </p:cNvSpPr>
          <p:nvPr/>
        </p:nvSpPr>
        <p:spPr>
          <a:xfrm>
            <a:off x="3095625" y="7686675"/>
            <a:ext cx="953" cy="1181100"/>
          </a:xfrm>
          <a:custGeom>
            <a:pathLst>
              <a:path w="953" h="1181100">
                <a:moveTo>
                  <a:pt x="0" y="1181100"/>
                </a:moveTo>
                <a:lnTo>
                  <a:pt x="0" y="0"/>
                </a:lnTo>
              </a:path>
            </a:pathLst>
          </a:custGeom>
          <a:noFill/>
          <a:ln w="17145">
            <a:solidFill>
              <a:srgbClr val="111111"/>
            </a:solidFill>
            <a:prstDash val="dash"/>
          </a:ln>
        </p:spPr>
      </p:sp>
      <p:sp>
        <p:nvSpPr>
          <p:cNvPr id="24" name="arrow:amodelret">
            <a:extLst>
              <a:ext uri="{FF2B5EF4-FFF2-40B4-BE49-F238E27FC236}">
                <ns2:creationId id="{C9227308-A033-4769-8F00-E2C18B87FEA5}"/>
              </a:ext>
            </a:extLst>
          </p:cNvPr>
          <p:cNvSpPr>
            <a:spLocks noGrp="1"/>
          </p:cNvSpPr>
          <p:nvPr/>
        </p:nvSpPr>
        <p:spPr>
          <a:xfrm>
            <a:off x="3057525" y="7686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25" name="node:aout">
            <a:extLst>
              <a:ext uri="{FF2B5EF4-FFF2-40B4-BE49-F238E27FC236}">
                <ns2:creationId id="{B39AC7E5-95CC-4467-B95B-122D84729EBC}"/>
              </a:ext>
            </a:extLst>
          </p:cNvPr>
          <p:cNvSpPr>
            <a:spLocks noGrp="1"/>
          </p:cNvSpPr>
          <p:nvPr/>
        </p:nvSpPr>
        <p:spPr>
          <a:xfrm>
            <a:off x="4762500" y="8867775"/>
            <a:ext cx="3429000" cy="66675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Audio Playout</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공통 VIA 출력 경계</a:t>
            </a:r>
            <a:endParaRPr lang="ko-KR">
              <a:latin typeface="Calibri"/>
              <a:ea typeface="Calibri"/>
              <a:cs typeface="Calibri"/>
            </a:endParaRPr>
          </a:p>
        </p:txBody>
      </p:sp>
      <p:sp>
        <p:nvSpPr>
          <p:cNvPr id="26" name="node:undefined">
            <a:extLst>
              <a:ext uri="{FF2B5EF4-FFF2-40B4-BE49-F238E27FC236}">
                <ns2:creationId id="{CFC0A2B3-DFEC-4A61-BCE8-5674BF83690A}"/>
              </a:ext>
            </a:extLst>
          </p:cNvPr>
          <p:cNvSpPr>
            <a:spLocks noGrp="1"/>
          </p:cNvSpPr>
          <p:nvPr/>
        </p:nvSpPr>
        <p:spPr>
          <a:xfrm>
            <a:off x="9810750" y="1876425"/>
            <a:ext cx="7620000" cy="40005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 현재 발화가 생성과 버퍼 소유</a:t>
            </a:r>
            <a:endParaRPr lang="ko-KR">
              <a:latin typeface="Calibri"/>
              <a:ea typeface="Calibri"/>
              <a:cs typeface="Calibri"/>
            </a:endParaRPr>
          </a:p>
        </p:txBody>
      </p:sp>
      <p:sp>
        <p:nvSpPr>
          <p:cNvPr id="27" name="node:breg">
            <a:extLst>
              <a:ext uri="{FF2B5EF4-FFF2-40B4-BE49-F238E27FC236}">
                <ns2:creationId id="{15E2D0B8-5D5E-413F-A181-D9461F8B61EF}"/>
              </a:ext>
            </a:extLst>
          </p:cNvPr>
          <p:cNvSpPr>
            <a:spLocks noGrp="1"/>
          </p:cNvSpPr>
          <p:nvPr/>
        </p:nvSpPr>
        <p:spPr>
          <a:xfrm>
            <a:off x="9810750" y="2514600"/>
            <a:ext cx="7620000" cy="1143000"/>
          </a:xfrm>
          <a:prstGeom prst="rect">
            <a:avLst/>
          </a:prstGeom>
          <a:solidFill>
            <a:srgbClr val="FFF6DD"/>
          </a:solidFill>
          <a:ln w="16193">
            <a:solidFill>
              <a:srgbClr val="111111"/>
            </a:solidFill>
          </a:ln>
        </p:spPr>
        <p:txBody>
          <a:bodyPr wrap="none" lIns="47625" tIns="19050" rIns="47625" bIns="800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Response Registry</a:t>
            </a:r>
            <a:endParaRPr lang="ko-KR">
              <a:latin typeface="Calibri"/>
              <a:ea typeface="Calibri"/>
              <a:cs typeface="Calibri"/>
            </a:endParaRPr>
          </a:p>
        </p:txBody>
      </p:sp>
      <p:sp>
        <p:nvSpPr>
          <p:cNvPr id="28" name="divider breg">
            <a:extLst>
              <a:ext uri="{FF2B5EF4-FFF2-40B4-BE49-F238E27FC236}">
                <ns2:creationId id="{9AEE0241-414D-4F4F-80E1-DCD056774105}"/>
              </a:ext>
            </a:extLst>
          </p:cNvPr>
          <p:cNvSpPr>
            <a:spLocks noGrp="1"/>
          </p:cNvSpPr>
          <p:nvPr/>
        </p:nvSpPr>
        <p:spPr>
          <a:xfrm>
            <a:off x="9810750" y="2876550"/>
            <a:ext cx="7620000" cy="953"/>
          </a:xfrm>
          <a:custGeom>
            <a:pathLst>
              <a:path w="7620000" h="953">
                <a:moveTo>
                  <a:pt x="0" y="0"/>
                </a:moveTo>
                <a:lnTo>
                  <a:pt x="7620000" y="0"/>
                </a:lnTo>
              </a:path>
            </a:pathLst>
          </a:custGeom>
          <a:noFill/>
          <a:ln w="9525">
            <a:solidFill>
              <a:srgbClr val="111111"/>
            </a:solidFill>
            <a:prstDash val="solid"/>
          </a:ln>
        </p:spPr>
      </p:sp>
      <p:sp>
        <p:nvSpPr>
          <p:cNvPr id="29" name="node:badmit">
            <a:extLst>
              <a:ext uri="{FF2B5EF4-FFF2-40B4-BE49-F238E27FC236}">
                <ns2:creationId id="{AC1C9156-6666-44F9-AE02-76950F18A539}"/>
              </a:ext>
            </a:extLst>
          </p:cNvPr>
          <p:cNvSpPr>
            <a:spLocks noGrp="1"/>
          </p:cNvSpPr>
          <p:nvPr/>
        </p:nvSpPr>
        <p:spPr>
          <a:xfrm>
            <a:off x="10001250" y="2971800"/>
            <a:ext cx="2857500" cy="495300"/>
          </a:xfrm>
          <a:prstGeom prst="roundRect">
            <a:avLst>
              <a:gd name="adj" fmla="val 1538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Revision Admission</a:t>
            </a:r>
            <a:endParaRPr lang="ko-KR">
              <a:latin typeface="Calibri"/>
              <a:ea typeface="Calibri"/>
              <a:cs typeface="Calibri"/>
            </a:endParaRPr>
          </a:p>
        </p:txBody>
      </p:sp>
      <p:sp>
        <p:nvSpPr>
          <p:cNvPr id="30" name="node:btext">
            <a:extLst>
              <a:ext uri="{FF2B5EF4-FFF2-40B4-BE49-F238E27FC236}">
                <ns2:creationId id="{385614BC-936E-499D-862C-C3EB62A693CB}"/>
              </a:ext>
            </a:extLst>
          </p:cNvPr>
          <p:cNvSpPr>
            <a:spLocks noGrp="1"/>
          </p:cNvSpPr>
          <p:nvPr/>
        </p:nvSpPr>
        <p:spPr>
          <a:xfrm>
            <a:off x="14192250" y="2905125"/>
            <a:ext cx="3048000" cy="61912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응답 원문 / 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내구 기록</a:t>
            </a:r>
            <a:endParaRPr lang="ko-KR">
              <a:latin typeface="Calibri"/>
              <a:ea typeface="Calibri"/>
              <a:cs typeface="Calibri"/>
            </a:endParaRPr>
          </a:p>
        </p:txBody>
      </p:sp>
      <p:sp>
        <p:nvSpPr>
          <p:cNvPr id="31" name="edge:bwrite">
            <a:extLst>
              <a:ext uri="{FF2B5EF4-FFF2-40B4-BE49-F238E27FC236}">
                <ns2:creationId id="{5AE716B7-7683-4399-BDB1-E56247A76A66}"/>
              </a:ext>
            </a:extLst>
          </p:cNvPr>
          <p:cNvSpPr>
            <a:spLocks noGrp="1"/>
          </p:cNvSpPr>
          <p:nvPr/>
        </p:nvSpPr>
        <p:spPr>
          <a:xfrm>
            <a:off x="12858750" y="3209925"/>
            <a:ext cx="1333500" cy="953"/>
          </a:xfrm>
          <a:custGeom>
            <a:pathLst>
              <a:path w="1333500" h="953">
                <a:moveTo>
                  <a:pt x="0" y="0"/>
                </a:moveTo>
                <a:lnTo>
                  <a:pt x="1333500" y="0"/>
                </a:lnTo>
              </a:path>
            </a:pathLst>
          </a:custGeom>
          <a:noFill/>
          <a:ln w="17145">
            <a:solidFill>
              <a:srgbClr val="111111"/>
            </a:solidFill>
            <a:prstDash val="solid"/>
          </a:ln>
        </p:spPr>
      </p:sp>
      <p:sp>
        <p:nvSpPr>
          <p:cNvPr id="32" name="arrow:bwrite">
            <a:extLst>
              <a:ext uri="{FF2B5EF4-FFF2-40B4-BE49-F238E27FC236}">
                <ns2:creationId id="{AC71695A-973F-4456-958D-45A8A5A789BC}"/>
              </a:ext>
            </a:extLst>
          </p:cNvPr>
          <p:cNvSpPr>
            <a:spLocks noGrp="1"/>
          </p:cNvSpPr>
          <p:nvPr/>
        </p:nvSpPr>
        <p:spPr>
          <a:xfrm>
            <a:off x="14106525" y="31718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33" name="node:badapter">
            <a:extLst>
              <a:ext uri="{FF2B5EF4-FFF2-40B4-BE49-F238E27FC236}">
                <ns2:creationId id="{98C931EC-7948-4D04-A668-62A4308B7D75}"/>
              </a:ext>
            </a:extLst>
          </p:cNvPr>
          <p:cNvSpPr>
            <a:spLocks noGrp="1"/>
          </p:cNvSpPr>
          <p:nvPr/>
        </p:nvSpPr>
        <p:spPr>
          <a:xfrm>
            <a:off x="9810750" y="6667500"/>
            <a:ext cx="3429000" cy="1238250"/>
          </a:xfrm>
          <a:prstGeom prst="rect">
            <a:avLst/>
          </a:prstGeom>
          <a:solidFill>
            <a:srgbClr val="FFF6DD"/>
          </a:solidFill>
          <a:ln w="16193">
            <a:solidFill>
              <a:srgbClr val="111111"/>
            </a:solidFill>
          </a:ln>
        </p:spPr>
        <p:txBody>
          <a:bodyPr wrap="none" lIns="47625" tIns="19050" rIns="47625" bIns="8953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S2S Runtime Adapter</a:t>
            </a:r>
            <a:endParaRPr lang="ko-KR">
              <a:latin typeface="Calibri"/>
              <a:ea typeface="Calibri"/>
              <a:cs typeface="Calibri"/>
            </a:endParaRPr>
          </a:p>
        </p:txBody>
      </p:sp>
      <p:sp>
        <p:nvSpPr>
          <p:cNvPr id="34" name="divider badapter">
            <a:extLst>
              <a:ext uri="{FF2B5EF4-FFF2-40B4-BE49-F238E27FC236}">
                <ns2:creationId id="{9649400D-6A81-4C88-B840-50A0D9AADCC9}"/>
              </a:ext>
            </a:extLst>
          </p:cNvPr>
          <p:cNvSpPr>
            <a:spLocks noGrp="1"/>
          </p:cNvSpPr>
          <p:nvPr/>
        </p:nvSpPr>
        <p:spPr>
          <a:xfrm>
            <a:off x="9810750" y="7029450"/>
            <a:ext cx="3429000" cy="953"/>
          </a:xfrm>
          <a:custGeom>
            <a:pathLst>
              <a:path w="3429000" h="953">
                <a:moveTo>
                  <a:pt x="0" y="0"/>
                </a:moveTo>
                <a:lnTo>
                  <a:pt x="3429000" y="0"/>
                </a:lnTo>
              </a:path>
            </a:pathLst>
          </a:custGeom>
          <a:noFill/>
          <a:ln w="9525">
            <a:solidFill>
              <a:srgbClr val="111111"/>
            </a:solidFill>
            <a:prstDash val="solid"/>
          </a:ln>
        </p:spPr>
      </p:sp>
      <p:sp>
        <p:nvSpPr>
          <p:cNvPr id="35" name="node:bclient">
            <a:extLst>
              <a:ext uri="{FF2B5EF4-FFF2-40B4-BE49-F238E27FC236}">
                <ns2:creationId id="{B86324C0-15B9-4C5A-AD30-A17C964149C5}"/>
              </a:ext>
            </a:extLst>
          </p:cNvPr>
          <p:cNvSpPr>
            <a:spLocks noGrp="1"/>
          </p:cNvSpPr>
          <p:nvPr/>
        </p:nvSpPr>
        <p:spPr>
          <a:xfrm>
            <a:off x="10001250" y="7153275"/>
            <a:ext cx="3048000" cy="533400"/>
          </a:xfrm>
          <a:prstGeom prst="roundRect">
            <a:avLst>
              <a:gd name="adj" fmla="val 14286"/>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Output Session Client</a:t>
            </a:r>
            <a:endParaRPr lang="ko-KR">
              <a:latin typeface="Calibri"/>
              <a:ea typeface="Calibri"/>
              <a:cs typeface="Calibri"/>
            </a:endParaRPr>
          </a:p>
        </p:txBody>
      </p:sp>
      <p:sp>
        <p:nvSpPr>
          <p:cNvPr id="36" name="node:bmodel">
            <a:extLst>
              <a:ext uri="{FF2B5EF4-FFF2-40B4-BE49-F238E27FC236}">
                <ns2:creationId id="{FCC35821-A4EB-469E-93AF-9E9428BE173B}"/>
              </a:ext>
            </a:extLst>
          </p:cNvPr>
          <p:cNvSpPr>
            <a:spLocks noGrp="1"/>
          </p:cNvSpPr>
          <p:nvPr/>
        </p:nvSpPr>
        <p:spPr>
          <a:xfrm>
            <a:off x="9810750" y="8867775"/>
            <a:ext cx="3429000" cy="66675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원격 S2S Runtime</a:t>
            </a:r>
            <a:endParaRPr lang="ko-KR">
              <a:latin typeface="Calibri"/>
              <a:ea typeface="Calibri"/>
              <a:cs typeface="Calibri"/>
            </a:endParaRPr>
          </a:p>
        </p:txBody>
      </p:sp>
      <p:sp>
        <p:nvSpPr>
          <p:cNvPr id="37" name="edge:bmodelreq">
            <a:extLst>
              <a:ext uri="{FF2B5EF4-FFF2-40B4-BE49-F238E27FC236}">
                <ns2:creationId id="{99486CC1-75F0-41B1-8BC7-A90DDBFF2E34}"/>
              </a:ext>
            </a:extLst>
          </p:cNvPr>
          <p:cNvSpPr>
            <a:spLocks noGrp="1"/>
          </p:cNvSpPr>
          <p:nvPr/>
        </p:nvSpPr>
        <p:spPr>
          <a:xfrm>
            <a:off x="10810875" y="7686675"/>
            <a:ext cx="953" cy="1181100"/>
          </a:xfrm>
          <a:custGeom>
            <a:pathLst>
              <a:path w="953" h="1181100">
                <a:moveTo>
                  <a:pt x="0" y="0"/>
                </a:moveTo>
                <a:lnTo>
                  <a:pt x="0" y="1181100"/>
                </a:lnTo>
              </a:path>
            </a:pathLst>
          </a:custGeom>
          <a:noFill/>
          <a:ln w="17145">
            <a:solidFill>
              <a:srgbClr val="111111"/>
            </a:solidFill>
            <a:prstDash val="solid"/>
          </a:ln>
        </p:spPr>
      </p:sp>
      <p:sp>
        <p:nvSpPr>
          <p:cNvPr id="38" name="arrow:bmodelreq">
            <a:extLst>
              <a:ext uri="{FF2B5EF4-FFF2-40B4-BE49-F238E27FC236}">
                <ns2:creationId id="{DB7D8704-3F62-4647-A421-296F39AB4BE5}"/>
              </a:ext>
            </a:extLst>
          </p:cNvPr>
          <p:cNvSpPr>
            <a:spLocks noGrp="1"/>
          </p:cNvSpPr>
          <p:nvPr/>
        </p:nvSpPr>
        <p:spPr>
          <a:xfrm>
            <a:off x="10772775" y="87820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39" name="edge:bmodelret">
            <a:extLst>
              <a:ext uri="{FF2B5EF4-FFF2-40B4-BE49-F238E27FC236}">
                <ns2:creationId id="{20EC0CA9-A69F-41F8-917C-FF6B1E2E787B}"/>
              </a:ext>
            </a:extLst>
          </p:cNvPr>
          <p:cNvSpPr>
            <a:spLocks noGrp="1"/>
          </p:cNvSpPr>
          <p:nvPr/>
        </p:nvSpPr>
        <p:spPr>
          <a:xfrm>
            <a:off x="12334875" y="7686675"/>
            <a:ext cx="953" cy="1181100"/>
          </a:xfrm>
          <a:custGeom>
            <a:pathLst>
              <a:path w="953" h="1181100">
                <a:moveTo>
                  <a:pt x="0" y="1181100"/>
                </a:moveTo>
                <a:lnTo>
                  <a:pt x="0" y="0"/>
                </a:lnTo>
              </a:path>
            </a:pathLst>
          </a:custGeom>
          <a:noFill/>
          <a:ln w="17145">
            <a:solidFill>
              <a:srgbClr val="111111"/>
            </a:solidFill>
            <a:prstDash val="dash"/>
          </a:ln>
        </p:spPr>
      </p:sp>
      <p:sp>
        <p:nvSpPr>
          <p:cNvPr id="40" name="arrow:bmodelret">
            <a:extLst>
              <a:ext uri="{FF2B5EF4-FFF2-40B4-BE49-F238E27FC236}">
                <ns2:creationId id="{5FBA373A-FF4D-4E23-80A0-9D5A34A83778}"/>
              </a:ext>
            </a:extLst>
          </p:cNvPr>
          <p:cNvSpPr>
            <a:spLocks noGrp="1"/>
          </p:cNvSpPr>
          <p:nvPr/>
        </p:nvSpPr>
        <p:spPr>
          <a:xfrm>
            <a:off x="12296775" y="7686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41" name="node:bout">
            <a:extLst>
              <a:ext uri="{FF2B5EF4-FFF2-40B4-BE49-F238E27FC236}">
                <ns2:creationId id="{CD4C2351-81D4-4E07-BC48-D4DB33223FD9}"/>
              </a:ext>
            </a:extLst>
          </p:cNvPr>
          <p:cNvSpPr>
            <a:spLocks noGrp="1"/>
          </p:cNvSpPr>
          <p:nvPr/>
        </p:nvSpPr>
        <p:spPr>
          <a:xfrm>
            <a:off x="14001750" y="8867775"/>
            <a:ext cx="3429000" cy="66675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Audio Playout</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공통 VIA 출력 경계</a:t>
            </a:r>
            <a:endParaRPr lang="ko-KR">
              <a:latin typeface="Calibri"/>
              <a:ea typeface="Calibri"/>
              <a:cs typeface="Calibri"/>
            </a:endParaRPr>
          </a:p>
        </p:txBody>
      </p:sp>
      <p:sp>
        <p:nvSpPr>
          <p:cNvPr id="42" name="node:aprep">
            <a:extLst>
              <a:ext uri="{FF2B5EF4-FFF2-40B4-BE49-F238E27FC236}">
                <ns2:creationId id="{3DC4C287-0506-4A22-998D-060551DA0711}"/>
              </a:ext>
            </a:extLst>
          </p:cNvPr>
          <p:cNvSpPr>
            <a:spLocks noGrp="1"/>
          </p:cNvSpPr>
          <p:nvPr/>
        </p:nvSpPr>
        <p:spPr>
          <a:xfrm>
            <a:off x="571500" y="4391025"/>
            <a:ext cx="3429000" cy="1381125"/>
          </a:xfrm>
          <a:prstGeom prst="rect">
            <a:avLst/>
          </a:prstGeom>
          <a:solidFill>
            <a:srgbClr val="FFF6DD"/>
          </a:solidFill>
          <a:ln w="16193">
            <a:solidFill>
              <a:srgbClr val="4676CB"/>
            </a:solidFill>
          </a:ln>
        </p:spPr>
        <p:txBody>
          <a:bodyPr wrap="none" lIns="47625" tIns="19050" rIns="47625" bIns="10382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Preparation Coordinator</a:t>
            </a:r>
            <a:endParaRPr lang="ko-KR">
              <a:latin typeface="Calibri"/>
              <a:ea typeface="Calibri"/>
              <a:cs typeface="Calibri"/>
            </a:endParaRPr>
          </a:p>
        </p:txBody>
      </p:sp>
      <p:sp>
        <p:nvSpPr>
          <p:cNvPr id="43" name="divider aprep">
            <a:extLst>
              <a:ext uri="{FF2B5EF4-FFF2-40B4-BE49-F238E27FC236}">
                <ns2:creationId id="{2E397459-3C94-4795-8C52-670D8770DC35}"/>
              </a:ext>
            </a:extLst>
          </p:cNvPr>
          <p:cNvSpPr>
            <a:spLocks noGrp="1"/>
          </p:cNvSpPr>
          <p:nvPr/>
        </p:nvSpPr>
        <p:spPr>
          <a:xfrm>
            <a:off x="571500" y="4752975"/>
            <a:ext cx="3429000" cy="953"/>
          </a:xfrm>
          <a:custGeom>
            <a:pathLst>
              <a:path w="3429000" h="953">
                <a:moveTo>
                  <a:pt x="0" y="0"/>
                </a:moveTo>
                <a:lnTo>
                  <a:pt x="3429000" y="0"/>
                </a:lnTo>
              </a:path>
            </a:pathLst>
          </a:custGeom>
          <a:noFill/>
          <a:ln w="9525">
            <a:solidFill>
              <a:srgbClr val="111111"/>
            </a:solidFill>
            <a:prstDash val="solid"/>
          </a:ln>
        </p:spPr>
      </p:sp>
      <p:sp>
        <p:nvSpPr>
          <p:cNvPr id="44" name="node:agen">
            <a:extLst>
              <a:ext uri="{FF2B5EF4-FFF2-40B4-BE49-F238E27FC236}">
                <ns2:creationId id="{E08B6AB2-0F5B-485B-B046-FB5F0A9ABED7}"/>
              </a:ext>
            </a:extLst>
          </p:cNvPr>
          <p:cNvSpPr>
            <a:spLocks noGrp="1"/>
          </p:cNvSpPr>
          <p:nvPr/>
        </p:nvSpPr>
        <p:spPr>
          <a:xfrm>
            <a:off x="762000" y="4933950"/>
            <a:ext cx="3048000" cy="571500"/>
          </a:xfrm>
          <a:prstGeom prst="roundRect">
            <a:avLst>
              <a:gd name="adj" fmla="val 13333"/>
            </a:avLst>
          </a:prstGeom>
          <a:solidFill>
            <a:srgbClr val="FFFFFF"/>
          </a:solidFill>
          <a:ln w="16193">
            <a:solidFill>
              <a:srgbClr val="4676CB"/>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Preparation Jobs</a:t>
            </a:r>
            <a:endParaRPr lang="ko-KR">
              <a:latin typeface="Calibri"/>
              <a:ea typeface="Calibri"/>
              <a:cs typeface="Calibri"/>
            </a:endParaRPr>
          </a:p>
        </p:txBody>
      </p:sp>
      <p:sp>
        <p:nvSpPr>
          <p:cNvPr id="45" name="node:aplay">
            <a:extLst>
              <a:ext uri="{FF2B5EF4-FFF2-40B4-BE49-F238E27FC236}">
                <ns2:creationId id="{B8D2BF31-6B26-439B-8672-C86E01CE7330}"/>
              </a:ext>
            </a:extLst>
          </p:cNvPr>
          <p:cNvSpPr>
            <a:spLocks noGrp="1"/>
          </p:cNvSpPr>
          <p:nvPr/>
        </p:nvSpPr>
        <p:spPr>
          <a:xfrm>
            <a:off x="4762500" y="4391025"/>
            <a:ext cx="3429000" cy="1381125"/>
          </a:xfrm>
          <a:prstGeom prst="rect">
            <a:avLst/>
          </a:prstGeom>
          <a:solidFill>
            <a:srgbClr val="FFF6DD"/>
          </a:solidFill>
          <a:ln w="16193">
            <a:solidFill>
              <a:srgbClr val="4676CB"/>
            </a:solidFill>
          </a:ln>
        </p:spPr>
        <p:txBody>
          <a:bodyPr wrap="none" lIns="47625" tIns="19050" rIns="47625" bIns="10382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Playback Coordinator</a:t>
            </a:r>
            <a:endParaRPr lang="ko-KR">
              <a:latin typeface="Calibri"/>
              <a:ea typeface="Calibri"/>
              <a:cs typeface="Calibri"/>
            </a:endParaRPr>
          </a:p>
        </p:txBody>
      </p:sp>
      <p:sp>
        <p:nvSpPr>
          <p:cNvPr id="46" name="divider aplay">
            <a:extLst>
              <a:ext uri="{FF2B5EF4-FFF2-40B4-BE49-F238E27FC236}">
                <ns2:creationId id="{332E594D-9AA7-4FC9-98F9-4B60E25115BD}"/>
              </a:ext>
            </a:extLst>
          </p:cNvPr>
          <p:cNvSpPr>
            <a:spLocks noGrp="1"/>
          </p:cNvSpPr>
          <p:nvPr/>
        </p:nvSpPr>
        <p:spPr>
          <a:xfrm>
            <a:off x="4762500" y="4752975"/>
            <a:ext cx="3429000" cy="953"/>
          </a:xfrm>
          <a:custGeom>
            <a:pathLst>
              <a:path w="3429000" h="953">
                <a:moveTo>
                  <a:pt x="0" y="0"/>
                </a:moveTo>
                <a:lnTo>
                  <a:pt x="3429000" y="0"/>
                </a:lnTo>
              </a:path>
            </a:pathLst>
          </a:custGeom>
          <a:noFill/>
          <a:ln w="9525">
            <a:solidFill>
              <a:srgbClr val="111111"/>
            </a:solidFill>
            <a:prstDash val="solid"/>
          </a:ln>
        </p:spPr>
      </p:sp>
      <p:sp>
        <p:nvSpPr>
          <p:cNvPr id="47" name="node:aselect">
            <a:extLst>
              <a:ext uri="{FF2B5EF4-FFF2-40B4-BE49-F238E27FC236}">
                <ns2:creationId id="{F795B9C9-F71B-4F8F-BE30-73A00B6AB6DA}"/>
              </a:ext>
            </a:extLst>
          </p:cNvPr>
          <p:cNvSpPr>
            <a:spLocks noGrp="1"/>
          </p:cNvSpPr>
          <p:nvPr/>
        </p:nvSpPr>
        <p:spPr>
          <a:xfrm>
            <a:off x="4953000" y="4933950"/>
            <a:ext cx="3048000" cy="571500"/>
          </a:xfrm>
          <a:prstGeom prst="roundRect">
            <a:avLst>
              <a:gd name="adj" fmla="val 13333"/>
            </a:avLst>
          </a:prstGeom>
          <a:solidFill>
            <a:srgbClr val="FFFFFF"/>
          </a:solidFill>
          <a:ln w="16193">
            <a:solidFill>
              <a:srgbClr val="4676CB"/>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Playback Selection</a:t>
            </a:r>
            <a:endParaRPr lang="ko-KR">
              <a:latin typeface="Calibri"/>
              <a:ea typeface="Calibri"/>
              <a:cs typeface="Calibri"/>
            </a:endParaRPr>
          </a:p>
        </p:txBody>
      </p:sp>
      <p:sp>
        <p:nvSpPr>
          <p:cNvPr id="48" name="node:astore">
            <a:extLst>
              <a:ext uri="{FF2B5EF4-FFF2-40B4-BE49-F238E27FC236}">
                <ns2:creationId id="{0B56960C-1E22-4A5F-8F99-579A66F16FF9}"/>
              </a:ext>
            </a:extLst>
          </p:cNvPr>
          <p:cNvSpPr>
            <a:spLocks noGrp="1"/>
          </p:cNvSpPr>
          <p:nvPr/>
        </p:nvSpPr>
        <p:spPr>
          <a:xfrm>
            <a:off x="4762500" y="6667500"/>
            <a:ext cx="3429000" cy="1571625"/>
          </a:xfrm>
          <a:prstGeom prst="rect">
            <a:avLst/>
          </a:prstGeom>
          <a:solidFill>
            <a:srgbClr val="FFF6DD"/>
          </a:solidFill>
          <a:ln w="16193">
            <a:solidFill>
              <a:srgbClr val="4676CB"/>
            </a:solidFill>
          </a:ln>
        </p:spPr>
        <p:txBody>
          <a:bodyPr wrap="none" lIns="47625" tIns="19050" rIns="47625" bIns="12287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Prepared Audio Store</a:t>
            </a:r>
            <a:endParaRPr lang="ko-KR">
              <a:latin typeface="Calibri"/>
              <a:ea typeface="Calibri"/>
              <a:cs typeface="Calibri"/>
            </a:endParaRPr>
          </a:p>
        </p:txBody>
      </p:sp>
      <p:sp>
        <p:nvSpPr>
          <p:cNvPr id="49" name="divider astore">
            <a:extLst>
              <a:ext uri="{FF2B5EF4-FFF2-40B4-BE49-F238E27FC236}">
                <ns2:creationId id="{FDC330A2-7395-4F73-AD79-2AF8FF03A1F3}"/>
              </a:ext>
            </a:extLst>
          </p:cNvPr>
          <p:cNvSpPr>
            <a:spLocks noGrp="1"/>
          </p:cNvSpPr>
          <p:nvPr/>
        </p:nvSpPr>
        <p:spPr>
          <a:xfrm>
            <a:off x="4762500" y="7029450"/>
            <a:ext cx="3429000" cy="953"/>
          </a:xfrm>
          <a:custGeom>
            <a:pathLst>
              <a:path w="3429000" h="953">
                <a:moveTo>
                  <a:pt x="0" y="0"/>
                </a:moveTo>
                <a:lnTo>
                  <a:pt x="3429000" y="0"/>
                </a:lnTo>
              </a:path>
            </a:pathLst>
          </a:custGeom>
          <a:noFill/>
          <a:ln w="9525">
            <a:solidFill>
              <a:srgbClr val="111111"/>
            </a:solidFill>
            <a:prstDash val="solid"/>
          </a:ln>
        </p:spPr>
      </p:sp>
      <p:sp>
        <p:nvSpPr>
          <p:cNvPr id="50" name="node:aaccess">
            <a:extLst>
              <a:ext uri="{FF2B5EF4-FFF2-40B4-BE49-F238E27FC236}">
                <ns2:creationId id="{51FB7A10-9614-4E23-AE51-01DEFDD27BB0}"/>
              </a:ext>
            </a:extLst>
          </p:cNvPr>
          <p:cNvSpPr>
            <a:spLocks noGrp="1"/>
          </p:cNvSpPr>
          <p:nvPr/>
        </p:nvSpPr>
        <p:spPr>
          <a:xfrm>
            <a:off x="4953000" y="7200900"/>
            <a:ext cx="1333500" cy="666750"/>
          </a:xfrm>
          <a:prstGeom prst="roundRect">
            <a:avLst>
              <a:gd name="adj" fmla="val 11429"/>
            </a:avLst>
          </a:prstGeom>
          <a:solidFill>
            <a:srgbClr val="FFFFFF"/>
          </a:solidFill>
          <a:ln w="16193">
            <a:solidFill>
              <a:srgbClr val="4676CB"/>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Range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Access</a:t>
            </a:r>
            <a:endParaRPr lang="ko-KR">
              <a:latin typeface="Calibri"/>
              <a:ea typeface="Calibri"/>
              <a:cs typeface="Calibri"/>
            </a:endParaRPr>
          </a:p>
        </p:txBody>
      </p:sp>
      <p:sp>
        <p:nvSpPr>
          <p:cNvPr id="51" name="node:abuffer">
            <a:extLst>
              <a:ext uri="{FF2B5EF4-FFF2-40B4-BE49-F238E27FC236}">
                <ns2:creationId id="{34AA288D-FCFA-4762-B84C-E56582DDA039}"/>
              </a:ext>
            </a:extLst>
          </p:cNvPr>
          <p:cNvSpPr>
            <a:spLocks noGrp="1"/>
          </p:cNvSpPr>
          <p:nvPr/>
        </p:nvSpPr>
        <p:spPr>
          <a:xfrm>
            <a:off x="6524625" y="7134225"/>
            <a:ext cx="1428750" cy="857250"/>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준비 음성</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RAM</a:t>
            </a:r>
            <a:endParaRPr lang="ko-KR">
              <a:latin typeface="Calibri"/>
              <a:ea typeface="Calibri"/>
              <a:cs typeface="Calibri"/>
            </a:endParaRPr>
          </a:p>
        </p:txBody>
      </p:sp>
      <p:sp>
        <p:nvSpPr>
          <p:cNvPr id="52" name="edge:a-admit-gen">
            <a:extLst>
              <a:ext uri="{FF2B5EF4-FFF2-40B4-BE49-F238E27FC236}">
                <ns2:creationId id="{ECEFD4AE-37F7-48FB-AB47-13D6D2F441DE}"/>
              </a:ext>
            </a:extLst>
          </p:cNvPr>
          <p:cNvSpPr>
            <a:spLocks noGrp="1"/>
          </p:cNvSpPr>
          <p:nvPr/>
        </p:nvSpPr>
        <p:spPr>
          <a:xfrm>
            <a:off x="381000" y="3467100"/>
            <a:ext cx="1333500" cy="1752600"/>
          </a:xfrm>
          <a:custGeom>
            <a:pathLst>
              <a:path w="1333500" h="1752600">
                <a:moveTo>
                  <a:pt x="1333500" y="0"/>
                </a:moveTo>
                <a:lnTo>
                  <a:pt x="1333500" y="581025"/>
                </a:lnTo>
                <a:lnTo>
                  <a:pt x="0" y="581025"/>
                </a:lnTo>
                <a:lnTo>
                  <a:pt x="0" y="1752600"/>
                </a:lnTo>
                <a:lnTo>
                  <a:pt x="381000" y="1752600"/>
                </a:lnTo>
              </a:path>
            </a:pathLst>
          </a:custGeom>
          <a:noFill/>
          <a:ln w="17145">
            <a:solidFill>
              <a:srgbClr val="4676CB"/>
            </a:solidFill>
            <a:prstDash val="solid"/>
          </a:ln>
        </p:spPr>
      </p:sp>
      <p:sp>
        <p:nvSpPr>
          <p:cNvPr id="53" name="arrow:a-admit-gen">
            <a:extLst>
              <a:ext uri="{FF2B5EF4-FFF2-40B4-BE49-F238E27FC236}">
                <ns2:creationId id="{D7ABF30D-5236-437E-B425-162326625F39}"/>
              </a:ext>
            </a:extLst>
          </p:cNvPr>
          <p:cNvSpPr>
            <a:spLocks noGrp="1"/>
          </p:cNvSpPr>
          <p:nvPr/>
        </p:nvSpPr>
        <p:spPr>
          <a:xfrm>
            <a:off x="676275" y="51816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54" name="edge:a-admit-select">
            <a:extLst>
              <a:ext uri="{FF2B5EF4-FFF2-40B4-BE49-F238E27FC236}">
                <ns2:creationId id="{7A4C8113-F46C-499D-8DBE-621F2C586B13}"/>
              </a:ext>
            </a:extLst>
          </p:cNvPr>
          <p:cNvSpPr>
            <a:spLocks noGrp="1"/>
          </p:cNvSpPr>
          <p:nvPr/>
        </p:nvSpPr>
        <p:spPr>
          <a:xfrm>
            <a:off x="3619500" y="3209925"/>
            <a:ext cx="4810125" cy="1866900"/>
          </a:xfrm>
          <a:custGeom>
            <a:pathLst>
              <a:path w="4810125" h="1866900">
                <a:moveTo>
                  <a:pt x="0" y="0"/>
                </a:moveTo>
                <a:lnTo>
                  <a:pt x="666750" y="0"/>
                </a:lnTo>
                <a:lnTo>
                  <a:pt x="666750" y="790575"/>
                </a:lnTo>
                <a:lnTo>
                  <a:pt x="4810125" y="790575"/>
                </a:lnTo>
                <a:lnTo>
                  <a:pt x="4810125" y="1866900"/>
                </a:lnTo>
                <a:lnTo>
                  <a:pt x="4381500" y="1866900"/>
                </a:lnTo>
              </a:path>
            </a:pathLst>
          </a:custGeom>
          <a:noFill/>
          <a:ln w="17145">
            <a:solidFill>
              <a:srgbClr val="111111"/>
            </a:solidFill>
            <a:prstDash val="solid"/>
          </a:ln>
        </p:spPr>
      </p:sp>
      <p:sp>
        <p:nvSpPr>
          <p:cNvPr id="55" name="arrow:a-admit-select">
            <a:extLst>
              <a:ext uri="{FF2B5EF4-FFF2-40B4-BE49-F238E27FC236}">
                <ns2:creationId id="{46633801-3A8D-441E-A174-27893BD40D4E}"/>
              </a:ext>
            </a:extLst>
          </p:cNvPr>
          <p:cNvSpPr>
            <a:spLocks noGrp="1"/>
          </p:cNvSpPr>
          <p:nvPr/>
        </p:nvSpPr>
        <p:spPr>
          <a:xfrm>
            <a:off x="8001000" y="50387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56" name="edge:a-call">
            <a:extLst>
              <a:ext uri="{FF2B5EF4-FFF2-40B4-BE49-F238E27FC236}">
                <ns2:creationId id="{1CDF418B-87D7-4AFA-A4BD-FD1F5234436F}"/>
              </a:ext>
            </a:extLst>
          </p:cNvPr>
          <p:cNvSpPr>
            <a:spLocks noGrp="1"/>
          </p:cNvSpPr>
          <p:nvPr/>
        </p:nvSpPr>
        <p:spPr>
          <a:xfrm>
            <a:off x="381000" y="5505450"/>
            <a:ext cx="1047750" cy="1828800"/>
          </a:xfrm>
          <a:custGeom>
            <a:pathLst>
              <a:path w="1047750" h="1828800">
                <a:moveTo>
                  <a:pt x="1047750" y="0"/>
                </a:moveTo>
                <a:lnTo>
                  <a:pt x="1047750" y="590550"/>
                </a:lnTo>
                <a:lnTo>
                  <a:pt x="0" y="590550"/>
                </a:lnTo>
                <a:lnTo>
                  <a:pt x="0" y="1828800"/>
                </a:lnTo>
                <a:lnTo>
                  <a:pt x="381000" y="1828800"/>
                </a:lnTo>
              </a:path>
            </a:pathLst>
          </a:custGeom>
          <a:noFill/>
          <a:ln w="17145">
            <a:solidFill>
              <a:srgbClr val="4676CB"/>
            </a:solidFill>
            <a:prstDash val="solid"/>
          </a:ln>
        </p:spPr>
      </p:sp>
      <p:sp>
        <p:nvSpPr>
          <p:cNvPr id="57" name="arrow:a-call">
            <a:extLst>
              <a:ext uri="{FF2B5EF4-FFF2-40B4-BE49-F238E27FC236}">
                <ns2:creationId id="{3DD140C0-A622-4D0E-890C-717FCBBF3DCB}"/>
              </a:ext>
            </a:extLst>
          </p:cNvPr>
          <p:cNvSpPr>
            <a:spLocks noGrp="1"/>
          </p:cNvSpPr>
          <p:nvPr/>
        </p:nvSpPr>
        <p:spPr>
          <a:xfrm>
            <a:off x="676275" y="72961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58" name="edge:a-return">
            <a:extLst>
              <a:ext uri="{FF2B5EF4-FFF2-40B4-BE49-F238E27FC236}">
                <ns2:creationId id="{017B8330-2982-47B7-B945-1D1A913177AF}"/>
              </a:ext>
            </a:extLst>
          </p:cNvPr>
          <p:cNvSpPr>
            <a:spLocks noGrp="1"/>
          </p:cNvSpPr>
          <p:nvPr/>
        </p:nvSpPr>
        <p:spPr>
          <a:xfrm>
            <a:off x="3143250" y="5505450"/>
            <a:ext cx="1047750" cy="2019300"/>
          </a:xfrm>
          <a:custGeom>
            <a:pathLst>
              <a:path w="1047750" h="2019300">
                <a:moveTo>
                  <a:pt x="666750" y="2019300"/>
                </a:moveTo>
                <a:lnTo>
                  <a:pt x="1047750" y="2019300"/>
                </a:lnTo>
                <a:lnTo>
                  <a:pt x="1047750" y="114300"/>
                </a:lnTo>
                <a:lnTo>
                  <a:pt x="0" y="114300"/>
                </a:lnTo>
                <a:lnTo>
                  <a:pt x="0" y="0"/>
                </a:lnTo>
              </a:path>
            </a:pathLst>
          </a:custGeom>
          <a:noFill/>
          <a:ln w="17145">
            <a:solidFill>
              <a:srgbClr val="4676CB"/>
            </a:solidFill>
            <a:prstDash val="dash"/>
          </a:ln>
        </p:spPr>
      </p:sp>
      <p:sp>
        <p:nvSpPr>
          <p:cNvPr id="59" name="arrow:a-return">
            <a:extLst>
              <a:ext uri="{FF2B5EF4-FFF2-40B4-BE49-F238E27FC236}">
                <ns2:creationId id="{32361929-F86F-402B-90A0-6AD381D5411D}"/>
              </a:ext>
            </a:extLst>
          </p:cNvPr>
          <p:cNvSpPr>
            <a:spLocks noGrp="1"/>
          </p:cNvSpPr>
          <p:nvPr/>
        </p:nvSpPr>
        <p:spPr>
          <a:xfrm>
            <a:off x="3105150" y="5505450"/>
            <a:ext cx="76200" cy="85725"/>
          </a:xfrm>
          <a:custGeom>
            <a:pathLst>
              <a:path w="76200" h="85725">
                <a:moveTo>
                  <a:pt x="38100" y="0"/>
                </a:moveTo>
                <a:lnTo>
                  <a:pt x="0" y="85725"/>
                </a:lnTo>
                <a:lnTo>
                  <a:pt x="76200" y="85725"/>
                </a:lnTo>
                <a:close/>
              </a:path>
            </a:pathLst>
          </a:custGeom>
          <a:solidFill>
            <a:srgbClr val="4676CB"/>
          </a:solidFill>
          <a:ln w="3810">
            <a:solidFill>
              <a:srgbClr val="4676CB"/>
            </a:solidFill>
          </a:ln>
        </p:spPr>
      </p:sp>
      <p:sp>
        <p:nvSpPr>
          <p:cNvPr id="60" name="edge:a-save">
            <a:extLst>
              <a:ext uri="{FF2B5EF4-FFF2-40B4-BE49-F238E27FC236}">
                <ns2:creationId id="{23A6CA1F-6400-4D4F-93AD-DC4F50FD73A8}"/>
              </a:ext>
            </a:extLst>
          </p:cNvPr>
          <p:cNvSpPr>
            <a:spLocks noGrp="1"/>
          </p:cNvSpPr>
          <p:nvPr/>
        </p:nvSpPr>
        <p:spPr>
          <a:xfrm>
            <a:off x="3810000" y="5219700"/>
            <a:ext cx="1143000" cy="2305050"/>
          </a:xfrm>
          <a:custGeom>
            <a:pathLst>
              <a:path w="1143000" h="2305050">
                <a:moveTo>
                  <a:pt x="0" y="0"/>
                </a:moveTo>
                <a:lnTo>
                  <a:pt x="571500" y="0"/>
                </a:lnTo>
                <a:lnTo>
                  <a:pt x="571500" y="2305050"/>
                </a:lnTo>
                <a:lnTo>
                  <a:pt x="1143000" y="2305050"/>
                </a:lnTo>
              </a:path>
            </a:pathLst>
          </a:custGeom>
          <a:noFill/>
          <a:ln w="17145">
            <a:solidFill>
              <a:srgbClr val="4676CB"/>
            </a:solidFill>
            <a:prstDash val="solid"/>
          </a:ln>
        </p:spPr>
      </p:sp>
      <p:sp>
        <p:nvSpPr>
          <p:cNvPr id="61" name="arrow:a-save">
            <a:extLst>
              <a:ext uri="{FF2B5EF4-FFF2-40B4-BE49-F238E27FC236}">
                <ns2:creationId id="{6CE26665-2364-446C-BDD3-F815DB406C3C}"/>
              </a:ext>
            </a:extLst>
          </p:cNvPr>
          <p:cNvSpPr>
            <a:spLocks noGrp="1"/>
          </p:cNvSpPr>
          <p:nvPr/>
        </p:nvSpPr>
        <p:spPr>
          <a:xfrm>
            <a:off x="4867275" y="74866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62" name="edge:a-storewrite">
            <a:extLst>
              <a:ext uri="{FF2B5EF4-FFF2-40B4-BE49-F238E27FC236}">
                <ns2:creationId id="{BFB5893E-B187-4C83-A9B6-47D068FCF5FD}"/>
              </a:ext>
            </a:extLst>
          </p:cNvPr>
          <p:cNvSpPr>
            <a:spLocks noGrp="1"/>
          </p:cNvSpPr>
          <p:nvPr/>
        </p:nvSpPr>
        <p:spPr>
          <a:xfrm>
            <a:off x="6286500" y="7391400"/>
            <a:ext cx="238125" cy="953"/>
          </a:xfrm>
          <a:custGeom>
            <a:pathLst>
              <a:path w="238125" h="953">
                <a:moveTo>
                  <a:pt x="0" y="0"/>
                </a:moveTo>
                <a:lnTo>
                  <a:pt x="238125" y="0"/>
                </a:lnTo>
              </a:path>
            </a:pathLst>
          </a:custGeom>
          <a:noFill/>
          <a:ln w="17145">
            <a:solidFill>
              <a:srgbClr val="4676CB"/>
            </a:solidFill>
            <a:prstDash val="solid"/>
          </a:ln>
        </p:spPr>
      </p:sp>
      <p:sp>
        <p:nvSpPr>
          <p:cNvPr id="63" name="arrow:a-storewrite">
            <a:extLst>
              <a:ext uri="{FF2B5EF4-FFF2-40B4-BE49-F238E27FC236}">
                <ns2:creationId id="{DFA4F7C7-DE7B-4648-8655-C8025232CA8F}"/>
              </a:ext>
            </a:extLst>
          </p:cNvPr>
          <p:cNvSpPr>
            <a:spLocks noGrp="1"/>
          </p:cNvSpPr>
          <p:nvPr/>
        </p:nvSpPr>
        <p:spPr>
          <a:xfrm>
            <a:off x="6438900" y="73533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64" name="edge:a-storeread">
            <a:extLst>
              <a:ext uri="{FF2B5EF4-FFF2-40B4-BE49-F238E27FC236}">
                <ns2:creationId id="{0581FE9F-2AB1-455C-8286-6A5E15B06FC0}"/>
              </a:ext>
            </a:extLst>
          </p:cNvPr>
          <p:cNvSpPr>
            <a:spLocks noGrp="1"/>
          </p:cNvSpPr>
          <p:nvPr/>
        </p:nvSpPr>
        <p:spPr>
          <a:xfrm>
            <a:off x="6286500" y="7677150"/>
            <a:ext cx="238125" cy="953"/>
          </a:xfrm>
          <a:custGeom>
            <a:pathLst>
              <a:path w="238125" h="953">
                <a:moveTo>
                  <a:pt x="238125" y="0"/>
                </a:moveTo>
                <a:lnTo>
                  <a:pt x="0" y="0"/>
                </a:lnTo>
              </a:path>
            </a:pathLst>
          </a:custGeom>
          <a:noFill/>
          <a:ln w="17145">
            <a:solidFill>
              <a:srgbClr val="4676CB"/>
            </a:solidFill>
            <a:prstDash val="dash"/>
          </a:ln>
        </p:spPr>
      </p:sp>
      <p:sp>
        <p:nvSpPr>
          <p:cNvPr id="65" name="arrow:a-storeread">
            <a:extLst>
              <a:ext uri="{FF2B5EF4-FFF2-40B4-BE49-F238E27FC236}">
                <ns2:creationId id="{A1651FB9-EF01-4998-9CE6-0AAD5FB3F4D8}"/>
              </a:ext>
            </a:extLst>
          </p:cNvPr>
          <p:cNvSpPr>
            <a:spLocks noGrp="1"/>
          </p:cNvSpPr>
          <p:nvPr/>
        </p:nvSpPr>
        <p:spPr>
          <a:xfrm>
            <a:off x="6286500" y="763905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66" name="edge:a-read">
            <a:extLst>
              <a:ext uri="{FF2B5EF4-FFF2-40B4-BE49-F238E27FC236}">
                <ns2:creationId id="{0CAC9513-B7AD-4D8D-812A-09E831B614CA}"/>
              </a:ext>
            </a:extLst>
          </p:cNvPr>
          <p:cNvSpPr>
            <a:spLocks noGrp="1"/>
          </p:cNvSpPr>
          <p:nvPr/>
        </p:nvSpPr>
        <p:spPr>
          <a:xfrm>
            <a:off x="4572000" y="5505450"/>
            <a:ext cx="857250" cy="1876425"/>
          </a:xfrm>
          <a:custGeom>
            <a:pathLst>
              <a:path w="857250" h="1876425">
                <a:moveTo>
                  <a:pt x="857250" y="0"/>
                </a:moveTo>
                <a:lnTo>
                  <a:pt x="857250" y="685800"/>
                </a:lnTo>
                <a:lnTo>
                  <a:pt x="0" y="685800"/>
                </a:lnTo>
                <a:lnTo>
                  <a:pt x="0" y="1876425"/>
                </a:lnTo>
                <a:lnTo>
                  <a:pt x="381000" y="1876425"/>
                </a:lnTo>
              </a:path>
            </a:pathLst>
          </a:custGeom>
          <a:noFill/>
          <a:ln w="17145">
            <a:solidFill>
              <a:srgbClr val="4676CB"/>
            </a:solidFill>
            <a:prstDash val="solid"/>
          </a:ln>
        </p:spPr>
      </p:sp>
      <p:sp>
        <p:nvSpPr>
          <p:cNvPr id="67" name="arrow:a-read">
            <a:extLst>
              <a:ext uri="{FF2B5EF4-FFF2-40B4-BE49-F238E27FC236}">
                <ns2:creationId id="{04458A41-EDF5-4B9B-B5D4-EEF1DB008FF5}"/>
              </a:ext>
            </a:extLst>
          </p:cNvPr>
          <p:cNvSpPr>
            <a:spLocks noGrp="1"/>
          </p:cNvSpPr>
          <p:nvPr/>
        </p:nvSpPr>
        <p:spPr>
          <a:xfrm>
            <a:off x="4867275" y="734377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68" name="edge:a-read-return">
            <a:extLst>
              <a:ext uri="{FF2B5EF4-FFF2-40B4-BE49-F238E27FC236}">
                <ns2:creationId id="{2A0FFE87-4C5D-4813-A918-7EEB6FFA7A03}"/>
              </a:ext>
            </a:extLst>
          </p:cNvPr>
          <p:cNvSpPr>
            <a:spLocks noGrp="1"/>
          </p:cNvSpPr>
          <p:nvPr/>
        </p:nvSpPr>
        <p:spPr>
          <a:xfrm>
            <a:off x="6000750" y="5381625"/>
            <a:ext cx="2476500" cy="3000375"/>
          </a:xfrm>
          <a:custGeom>
            <a:pathLst>
              <a:path w="2476500" h="3000375">
                <a:moveTo>
                  <a:pt x="0" y="2486025"/>
                </a:moveTo>
                <a:lnTo>
                  <a:pt x="0" y="3000375"/>
                </a:lnTo>
                <a:lnTo>
                  <a:pt x="2476500" y="3000375"/>
                </a:lnTo>
                <a:lnTo>
                  <a:pt x="2476500" y="0"/>
                </a:lnTo>
                <a:lnTo>
                  <a:pt x="2000250" y="0"/>
                </a:lnTo>
              </a:path>
            </a:pathLst>
          </a:custGeom>
          <a:noFill/>
          <a:ln w="17145">
            <a:solidFill>
              <a:srgbClr val="4676CB"/>
            </a:solidFill>
            <a:prstDash val="dash"/>
          </a:ln>
        </p:spPr>
      </p:sp>
      <p:sp>
        <p:nvSpPr>
          <p:cNvPr id="69" name="arrow:a-read-return">
            <a:extLst>
              <a:ext uri="{FF2B5EF4-FFF2-40B4-BE49-F238E27FC236}">
                <ns2:creationId id="{23532CDF-EEEC-4C2F-9C52-E47B046DC6D8}"/>
              </a:ext>
            </a:extLst>
          </p:cNvPr>
          <p:cNvSpPr>
            <a:spLocks noGrp="1"/>
          </p:cNvSpPr>
          <p:nvPr/>
        </p:nvSpPr>
        <p:spPr>
          <a:xfrm>
            <a:off x="8001000" y="5343525"/>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70" name="edge:a-enqueue">
            <a:extLst>
              <a:ext uri="{FF2B5EF4-FFF2-40B4-BE49-F238E27FC236}">
                <ns2:creationId id="{B6D05108-8324-4887-B656-BF5E03E346B6}"/>
              </a:ext>
            </a:extLst>
          </p:cNvPr>
          <p:cNvSpPr>
            <a:spLocks noGrp="1"/>
          </p:cNvSpPr>
          <p:nvPr/>
        </p:nvSpPr>
        <p:spPr>
          <a:xfrm>
            <a:off x="6762750" y="5219700"/>
            <a:ext cx="1905000" cy="3648075"/>
          </a:xfrm>
          <a:custGeom>
            <a:pathLst>
              <a:path w="1905000" h="3648075">
                <a:moveTo>
                  <a:pt x="1238250" y="0"/>
                </a:moveTo>
                <a:lnTo>
                  <a:pt x="1905000" y="0"/>
                </a:lnTo>
                <a:lnTo>
                  <a:pt x="1905000" y="3362325"/>
                </a:lnTo>
                <a:lnTo>
                  <a:pt x="0" y="3362325"/>
                </a:lnTo>
                <a:lnTo>
                  <a:pt x="0" y="3648075"/>
                </a:lnTo>
              </a:path>
            </a:pathLst>
          </a:custGeom>
          <a:noFill/>
          <a:ln w="17145">
            <a:solidFill>
              <a:srgbClr val="4676CB"/>
            </a:solidFill>
            <a:prstDash val="solid"/>
          </a:ln>
        </p:spPr>
      </p:sp>
      <p:sp>
        <p:nvSpPr>
          <p:cNvPr id="71" name="arrow:a-enqueue">
            <a:extLst>
              <a:ext uri="{FF2B5EF4-FFF2-40B4-BE49-F238E27FC236}">
                <ns2:creationId id="{76B6AB42-1787-46D0-86CF-FC71F9E7782B}"/>
              </a:ext>
            </a:extLst>
          </p:cNvPr>
          <p:cNvSpPr>
            <a:spLocks noGrp="1"/>
          </p:cNvSpPr>
          <p:nvPr/>
        </p:nvSpPr>
        <p:spPr>
          <a:xfrm>
            <a:off x="6724650" y="8782050"/>
            <a:ext cx="76200" cy="85725"/>
          </a:xfrm>
          <a:custGeom>
            <a:pathLst>
              <a:path w="76200" h="85725">
                <a:moveTo>
                  <a:pt x="38100" y="85725"/>
                </a:moveTo>
                <a:lnTo>
                  <a:pt x="76200" y="0"/>
                </a:lnTo>
                <a:lnTo>
                  <a:pt x="0" y="0"/>
                </a:lnTo>
                <a:close/>
              </a:path>
            </a:pathLst>
          </a:custGeom>
          <a:solidFill>
            <a:srgbClr val="4676CB"/>
          </a:solidFill>
          <a:ln w="3810">
            <a:solidFill>
              <a:srgbClr val="4676CB"/>
            </a:solidFill>
          </a:ln>
        </p:spPr>
      </p:sp>
      <p:sp>
        <p:nvSpPr>
          <p:cNvPr id="72" name="node:bturn">
            <a:extLst>
              <a:ext uri="{FF2B5EF4-FFF2-40B4-BE49-F238E27FC236}">
                <ns2:creationId id="{F9D4D0FD-3C26-4317-B3DE-C7CD214C76D8}"/>
              </a:ext>
            </a:extLst>
          </p:cNvPr>
          <p:cNvSpPr>
            <a:spLocks noGrp="1"/>
          </p:cNvSpPr>
          <p:nvPr/>
        </p:nvSpPr>
        <p:spPr>
          <a:xfrm>
            <a:off x="9810750" y="4391025"/>
            <a:ext cx="7620000" cy="1714500"/>
          </a:xfrm>
          <a:prstGeom prst="rect">
            <a:avLst/>
          </a:prstGeom>
          <a:solidFill>
            <a:srgbClr val="FFF6DD"/>
          </a:solidFill>
          <a:ln w="16193">
            <a:solidFill>
              <a:srgbClr val="32824A"/>
            </a:solidFill>
          </a:ln>
        </p:spPr>
        <p:txBody>
          <a:bodyPr wrap="none" lIns="47625" tIns="19050" rIns="47625" bIns="13716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Speech Turn Controller</a:t>
            </a:r>
            <a:endParaRPr lang="ko-KR">
              <a:latin typeface="Calibri"/>
              <a:ea typeface="Calibri"/>
              <a:cs typeface="Calibri"/>
            </a:endParaRPr>
          </a:p>
        </p:txBody>
      </p:sp>
      <p:sp>
        <p:nvSpPr>
          <p:cNvPr id="73" name="divider bturn">
            <a:extLst>
              <a:ext uri="{FF2B5EF4-FFF2-40B4-BE49-F238E27FC236}">
                <ns2:creationId id="{00B8C278-58BE-4C48-A702-0503671F1434}"/>
              </a:ext>
            </a:extLst>
          </p:cNvPr>
          <p:cNvSpPr>
            <a:spLocks noGrp="1"/>
          </p:cNvSpPr>
          <p:nvPr/>
        </p:nvSpPr>
        <p:spPr>
          <a:xfrm>
            <a:off x="9810750" y="4752975"/>
            <a:ext cx="7620000" cy="953"/>
          </a:xfrm>
          <a:custGeom>
            <a:pathLst>
              <a:path w="7620000" h="953">
                <a:moveTo>
                  <a:pt x="0" y="0"/>
                </a:moveTo>
                <a:lnTo>
                  <a:pt x="7620000" y="0"/>
                </a:lnTo>
              </a:path>
            </a:pathLst>
          </a:custGeom>
          <a:noFill/>
          <a:ln w="9525">
            <a:solidFill>
              <a:srgbClr val="111111"/>
            </a:solidFill>
            <a:prstDash val="solid"/>
          </a:ln>
        </p:spPr>
      </p:sp>
      <p:sp>
        <p:nvSpPr>
          <p:cNvPr id="74" name="node:bexec">
            <a:extLst>
              <a:ext uri="{FF2B5EF4-FFF2-40B4-BE49-F238E27FC236}">
                <ns2:creationId id="{D6B1065A-ABCC-4923-BAC7-14AC8A1E039A}"/>
              </a:ext>
            </a:extLst>
          </p:cNvPr>
          <p:cNvSpPr>
            <a:spLocks noGrp="1"/>
          </p:cNvSpPr>
          <p:nvPr/>
        </p:nvSpPr>
        <p:spPr>
          <a:xfrm>
            <a:off x="10001250" y="4933950"/>
            <a:ext cx="2857500" cy="571500"/>
          </a:xfrm>
          <a:prstGeom prst="roundRect">
            <a:avLst>
              <a:gd name="adj" fmla="val 13333"/>
            </a:avLst>
          </a:prstGeom>
          <a:solidFill>
            <a:srgbClr val="FFFFFF"/>
          </a:solidFill>
          <a:ln w="16193">
            <a:solidFill>
              <a:srgbClr val="32824A"/>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Turn Execution</a:t>
            </a:r>
            <a:endParaRPr lang="ko-KR">
              <a:latin typeface="Calibri"/>
              <a:ea typeface="Calibri"/>
              <a:cs typeface="Calibri"/>
            </a:endParaRPr>
          </a:p>
        </p:txBody>
      </p:sp>
      <p:sp>
        <p:nvSpPr>
          <p:cNvPr id="75" name="node:bbuffer">
            <a:extLst>
              <a:ext uri="{FF2B5EF4-FFF2-40B4-BE49-F238E27FC236}">
                <ns2:creationId id="{93223A68-460F-4922-9CDE-54DE17528E6E}"/>
              </a:ext>
            </a:extLst>
          </p:cNvPr>
          <p:cNvSpPr>
            <a:spLocks noGrp="1"/>
          </p:cNvSpPr>
          <p:nvPr/>
        </p:nvSpPr>
        <p:spPr>
          <a:xfrm>
            <a:off x="14192250" y="4857750"/>
            <a:ext cx="2952750" cy="904875"/>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Turn Audio Buffer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유효 구간 / RAM</a:t>
            </a:r>
            <a:endParaRPr lang="ko-KR">
              <a:latin typeface="Calibri"/>
              <a:ea typeface="Calibri"/>
              <a:cs typeface="Calibri"/>
            </a:endParaRPr>
          </a:p>
        </p:txBody>
      </p:sp>
      <p:sp>
        <p:nvSpPr>
          <p:cNvPr id="76" name="edge:b-admit-turn">
            <a:extLst>
              <a:ext uri="{FF2B5EF4-FFF2-40B4-BE49-F238E27FC236}">
                <ns2:creationId id="{9AC07728-C75C-4284-B614-B134AD0C2217}"/>
              </a:ext>
            </a:extLst>
          </p:cNvPr>
          <p:cNvSpPr>
            <a:spLocks noGrp="1"/>
          </p:cNvSpPr>
          <p:nvPr/>
        </p:nvSpPr>
        <p:spPr>
          <a:xfrm>
            <a:off x="9620250" y="3467100"/>
            <a:ext cx="1619250" cy="1752600"/>
          </a:xfrm>
          <a:custGeom>
            <a:pathLst>
              <a:path w="1619250" h="1752600">
                <a:moveTo>
                  <a:pt x="1619250" y="0"/>
                </a:moveTo>
                <a:lnTo>
                  <a:pt x="1619250" y="533400"/>
                </a:lnTo>
                <a:lnTo>
                  <a:pt x="0" y="533400"/>
                </a:lnTo>
                <a:lnTo>
                  <a:pt x="0" y="1752600"/>
                </a:lnTo>
                <a:lnTo>
                  <a:pt x="381000" y="1752600"/>
                </a:lnTo>
              </a:path>
            </a:pathLst>
          </a:custGeom>
          <a:noFill/>
          <a:ln w="17145">
            <a:solidFill>
              <a:srgbClr val="32824A"/>
            </a:solidFill>
            <a:prstDash val="solid"/>
          </a:ln>
        </p:spPr>
      </p:sp>
      <p:sp>
        <p:nvSpPr>
          <p:cNvPr id="77" name="arrow:b-admit-turn">
            <a:extLst>
              <a:ext uri="{FF2B5EF4-FFF2-40B4-BE49-F238E27FC236}">
                <ns2:creationId id="{AEF8F1C6-0B53-470C-9D61-7091BE35B90A}"/>
              </a:ext>
            </a:extLst>
          </p:cNvPr>
          <p:cNvSpPr>
            <a:spLocks noGrp="1"/>
          </p:cNvSpPr>
          <p:nvPr/>
        </p:nvSpPr>
        <p:spPr>
          <a:xfrm>
            <a:off x="9915525" y="518160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78" name="edge:b-call">
            <a:extLst>
              <a:ext uri="{FF2B5EF4-FFF2-40B4-BE49-F238E27FC236}">
                <ns2:creationId id="{37EF3BAB-924F-4C8F-A1EF-3B9CA43ED85B}"/>
              </a:ext>
            </a:extLst>
          </p:cNvPr>
          <p:cNvSpPr>
            <a:spLocks noGrp="1"/>
          </p:cNvSpPr>
          <p:nvPr/>
        </p:nvSpPr>
        <p:spPr>
          <a:xfrm>
            <a:off x="9620250" y="5505450"/>
            <a:ext cx="1047750" cy="1828800"/>
          </a:xfrm>
          <a:custGeom>
            <a:pathLst>
              <a:path w="1047750" h="1828800">
                <a:moveTo>
                  <a:pt x="1047750" y="0"/>
                </a:moveTo>
                <a:lnTo>
                  <a:pt x="1047750" y="923925"/>
                </a:lnTo>
                <a:lnTo>
                  <a:pt x="0" y="923925"/>
                </a:lnTo>
                <a:lnTo>
                  <a:pt x="0" y="1828800"/>
                </a:lnTo>
                <a:lnTo>
                  <a:pt x="381000" y="1828800"/>
                </a:lnTo>
              </a:path>
            </a:pathLst>
          </a:custGeom>
          <a:noFill/>
          <a:ln w="17145">
            <a:solidFill>
              <a:srgbClr val="32824A"/>
            </a:solidFill>
            <a:prstDash val="solid"/>
          </a:ln>
        </p:spPr>
      </p:sp>
      <p:sp>
        <p:nvSpPr>
          <p:cNvPr id="79" name="arrow:b-call">
            <a:extLst>
              <a:ext uri="{FF2B5EF4-FFF2-40B4-BE49-F238E27FC236}">
                <ns2:creationId id="{F75C4D87-F426-4ECC-9FAA-E7B0A06F4183}"/>
              </a:ext>
            </a:extLst>
          </p:cNvPr>
          <p:cNvSpPr>
            <a:spLocks noGrp="1"/>
          </p:cNvSpPr>
          <p:nvPr/>
        </p:nvSpPr>
        <p:spPr>
          <a:xfrm>
            <a:off x="9915525" y="729615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80" name="edge:b-return">
            <a:extLst>
              <a:ext uri="{FF2B5EF4-FFF2-40B4-BE49-F238E27FC236}">
                <ns2:creationId id="{5FFB873D-E90A-4352-8F92-8E14F3486391}"/>
              </a:ext>
            </a:extLst>
          </p:cNvPr>
          <p:cNvSpPr>
            <a:spLocks noGrp="1"/>
          </p:cNvSpPr>
          <p:nvPr/>
        </p:nvSpPr>
        <p:spPr>
          <a:xfrm>
            <a:off x="12382500" y="5505450"/>
            <a:ext cx="1047750" cy="2019300"/>
          </a:xfrm>
          <a:custGeom>
            <a:pathLst>
              <a:path w="1047750" h="2019300">
                <a:moveTo>
                  <a:pt x="666750" y="2019300"/>
                </a:moveTo>
                <a:lnTo>
                  <a:pt x="1047750" y="2019300"/>
                </a:lnTo>
                <a:lnTo>
                  <a:pt x="1047750" y="781050"/>
                </a:lnTo>
                <a:lnTo>
                  <a:pt x="0" y="781050"/>
                </a:lnTo>
                <a:lnTo>
                  <a:pt x="0" y="0"/>
                </a:lnTo>
              </a:path>
            </a:pathLst>
          </a:custGeom>
          <a:noFill/>
          <a:ln w="17145">
            <a:solidFill>
              <a:srgbClr val="32824A"/>
            </a:solidFill>
            <a:prstDash val="dash"/>
          </a:ln>
        </p:spPr>
      </p:sp>
      <p:sp>
        <p:nvSpPr>
          <p:cNvPr id="81" name="arrow:b-return">
            <a:extLst>
              <a:ext uri="{FF2B5EF4-FFF2-40B4-BE49-F238E27FC236}">
                <ns2:creationId id="{FB3D0260-16AD-4661-8EB9-7DD6BBD75A41}"/>
              </a:ext>
            </a:extLst>
          </p:cNvPr>
          <p:cNvSpPr>
            <a:spLocks noGrp="1"/>
          </p:cNvSpPr>
          <p:nvPr/>
        </p:nvSpPr>
        <p:spPr>
          <a:xfrm>
            <a:off x="12344400" y="5505450"/>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82" name="edge:b-write">
            <a:extLst>
              <a:ext uri="{FF2B5EF4-FFF2-40B4-BE49-F238E27FC236}">
                <ns2:creationId id="{F17A1B2F-BB74-4736-B316-A710AA6F5FDB}"/>
              </a:ext>
            </a:extLst>
          </p:cNvPr>
          <p:cNvSpPr>
            <a:spLocks noGrp="1"/>
          </p:cNvSpPr>
          <p:nvPr/>
        </p:nvSpPr>
        <p:spPr>
          <a:xfrm>
            <a:off x="12858750" y="5124450"/>
            <a:ext cx="1333500" cy="953"/>
          </a:xfrm>
          <a:custGeom>
            <a:pathLst>
              <a:path w="1333500" h="953">
                <a:moveTo>
                  <a:pt x="0" y="0"/>
                </a:moveTo>
                <a:lnTo>
                  <a:pt x="1333500" y="0"/>
                </a:lnTo>
              </a:path>
            </a:pathLst>
          </a:custGeom>
          <a:noFill/>
          <a:ln w="17145">
            <a:solidFill>
              <a:srgbClr val="32824A"/>
            </a:solidFill>
            <a:prstDash val="solid"/>
          </a:ln>
        </p:spPr>
      </p:sp>
      <p:sp>
        <p:nvSpPr>
          <p:cNvPr id="83" name="arrow:b-write">
            <a:extLst>
              <a:ext uri="{FF2B5EF4-FFF2-40B4-BE49-F238E27FC236}">
                <ns2:creationId id="{723D72CE-AFBB-41EB-B604-AF3BEE0BC85D}"/>
              </a:ext>
            </a:extLst>
          </p:cNvPr>
          <p:cNvSpPr>
            <a:spLocks noGrp="1"/>
          </p:cNvSpPr>
          <p:nvPr/>
        </p:nvSpPr>
        <p:spPr>
          <a:xfrm>
            <a:off x="14106525" y="508635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84" name="edge:b-read">
            <a:extLst>
              <a:ext uri="{FF2B5EF4-FFF2-40B4-BE49-F238E27FC236}">
                <ns2:creationId id="{F13DE96A-E90A-4FC6-AD6D-A334334CB2B3}"/>
              </a:ext>
            </a:extLst>
          </p:cNvPr>
          <p:cNvSpPr>
            <a:spLocks noGrp="1"/>
          </p:cNvSpPr>
          <p:nvPr/>
        </p:nvSpPr>
        <p:spPr>
          <a:xfrm>
            <a:off x="12858750" y="5410200"/>
            <a:ext cx="1333500" cy="953"/>
          </a:xfrm>
          <a:custGeom>
            <a:pathLst>
              <a:path w="1333500" h="953">
                <a:moveTo>
                  <a:pt x="1333500" y="0"/>
                </a:moveTo>
                <a:lnTo>
                  <a:pt x="0" y="0"/>
                </a:lnTo>
              </a:path>
            </a:pathLst>
          </a:custGeom>
          <a:noFill/>
          <a:ln w="17145">
            <a:solidFill>
              <a:srgbClr val="32824A"/>
            </a:solidFill>
            <a:prstDash val="dash"/>
          </a:ln>
        </p:spPr>
      </p:sp>
      <p:sp>
        <p:nvSpPr>
          <p:cNvPr id="85" name="arrow:b-read">
            <a:extLst>
              <a:ext uri="{FF2B5EF4-FFF2-40B4-BE49-F238E27FC236}">
                <ns2:creationId id="{82AAD1F7-8BE7-45D2-B635-6C54DC5C5AC0}"/>
              </a:ext>
            </a:extLst>
          </p:cNvPr>
          <p:cNvSpPr>
            <a:spLocks noGrp="1"/>
          </p:cNvSpPr>
          <p:nvPr/>
        </p:nvSpPr>
        <p:spPr>
          <a:xfrm>
            <a:off x="12858750" y="537210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86" name="edge:b-enqueue">
            <a:extLst>
              <a:ext uri="{FF2B5EF4-FFF2-40B4-BE49-F238E27FC236}">
                <ns2:creationId id="{F9B3A181-DC8C-41FD-AED7-3689639CEC21}"/>
              </a:ext>
            </a:extLst>
          </p:cNvPr>
          <p:cNvSpPr>
            <a:spLocks noGrp="1"/>
          </p:cNvSpPr>
          <p:nvPr/>
        </p:nvSpPr>
        <p:spPr>
          <a:xfrm>
            <a:off x="12858750" y="5267325"/>
            <a:ext cx="3143250" cy="3600450"/>
          </a:xfrm>
          <a:custGeom>
            <a:pathLst>
              <a:path w="3143250" h="3600450">
                <a:moveTo>
                  <a:pt x="0" y="0"/>
                </a:moveTo>
                <a:lnTo>
                  <a:pt x="714375" y="0"/>
                </a:lnTo>
                <a:lnTo>
                  <a:pt x="714375" y="3209925"/>
                </a:lnTo>
                <a:lnTo>
                  <a:pt x="3143250" y="3209925"/>
                </a:lnTo>
                <a:lnTo>
                  <a:pt x="3143250" y="3600450"/>
                </a:lnTo>
              </a:path>
            </a:pathLst>
          </a:custGeom>
          <a:noFill/>
          <a:ln w="17145">
            <a:solidFill>
              <a:srgbClr val="32824A"/>
            </a:solidFill>
            <a:prstDash val="solid"/>
          </a:ln>
        </p:spPr>
      </p:sp>
      <p:sp>
        <p:nvSpPr>
          <p:cNvPr id="87" name="arrow:b-enqueue">
            <a:extLst>
              <a:ext uri="{FF2B5EF4-FFF2-40B4-BE49-F238E27FC236}">
                <ns2:creationId id="{5CE086EE-8FC7-43CA-8CC1-082EB67CEE02}"/>
              </a:ext>
            </a:extLst>
          </p:cNvPr>
          <p:cNvSpPr>
            <a:spLocks noGrp="1"/>
          </p:cNvSpPr>
          <p:nvPr/>
        </p:nvSpPr>
        <p:spPr>
          <a:xfrm>
            <a:off x="15963900" y="8782050"/>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88" name="label 미선택 항목은 텍스트로 대기한다.&#10;복귀하면 유효 audio를 먼저 쓰고,&#10;미생성 후반만 추가 생성한다.">
            <a:extLst>
              <a:ext uri="{FF2B5EF4-FFF2-40B4-BE49-F238E27FC236}">
                <ns2:creationId id="{14313469-6B9E-470A-875D-DF16037699BE}"/>
              </a:ext>
            </a:extLst>
          </p:cNvPr>
          <p:cNvSpPr>
            <a:spLocks noGrp="1"/>
          </p:cNvSpPr>
          <p:nvPr/>
        </p:nvSpPr>
        <p:spPr>
          <a:xfrm>
            <a:off x="14192250" y="6572250"/>
            <a:ext cx="3238500" cy="1285875"/>
          </a:xfrm>
          <a:prstGeom prst="rect">
            <a:avLst/>
          </a:prstGeom>
          <a:noFill/>
          <a:ln w="0">
            <a:noFill/>
          </a:ln>
        </p:spPr>
        <p:txBody>
          <a:bodyPr wrap="none" lIns="47625" tIns="19050" rIns="47625" bIns="1905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미선택 항목은 텍스트로 대기한다.</a:t>
            </a:r>
            <a:endParaRPr lang="ko-KR">
              <a:latin typeface="Calibri"/>
              <a:ea typeface="Calibri"/>
              <a:cs typeface="Calibri"/>
            </a:endParaRPr>
          </a:p>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복귀하면 유효 audio를 먼저 쓰고,</a:t>
            </a:r>
            <a:endParaRPr lang="ko-KR">
              <a:latin typeface="Calibri"/>
              <a:ea typeface="Calibri"/>
              <a:cs typeface="Calibri"/>
            </a:endParaRPr>
          </a:p>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미생성 후반만 추가 생성한다.</a:t>
            </a:r>
            <a:endParaRPr lang="ko-KR">
              <a:latin typeface="Calibri"/>
              <a:ea typeface="Calibri"/>
              <a:cs typeface="Calibri"/>
            </a:endParaRPr>
          </a:p>
        </p:txBody>
      </p:sp>
      <p:sp>
        <p:nvSpPr>
          <p:cNvPr id="89" name="label 검정 공통 / 파랑 A / 초록 B (A/B 배타적). 실선: 요청과 전달 / 점선: 결과와 복원. 입력과 실제 이력은 26쪽.">
            <a:extLst>
              <a:ext uri="{FF2B5EF4-FFF2-40B4-BE49-F238E27FC236}">
                <ns2:creationId id="{8FCCB24A-0F23-4DFE-8F9B-108CC5962F1C}"/>
              </a:ext>
            </a:extLst>
          </p:cNvPr>
          <p:cNvSpPr>
            <a:spLocks noGrp="1"/>
          </p:cNvSpPr>
          <p:nvPr/>
        </p:nvSpPr>
        <p:spPr>
          <a:xfrm>
            <a:off x="571500" y="9639300"/>
            <a:ext cx="16954500" cy="285750"/>
          </a:xfrm>
          <a:prstGeom prst="rect">
            <a:avLst/>
          </a:prstGeom>
          <a:noFill/>
          <a:ln w="0">
            <a:noFill/>
          </a:ln>
        </p:spPr>
        <p:txBody>
          <a:bodyPr wrap="none" lIns="47625" tIns="19050" rIns="47625" bIns="19050" anchor="ctr">
            <a:noAutofit/>
          </a:bodyPr>
          <a:lstStyle>
            <a:defPPr algn="l">
              <a:defRPr sz="1600" b="0" lang="ko-KR">
                <a:solidFill>
                  <a:srgbClr val="111111"/>
                </a:solidFill>
                <a:latin typeface="Calibri"/>
                <a:ea typeface="Calibri"/>
                <a:cs typeface="Calibri"/>
              </a:defRPr>
            </a:defPPr>
            <a:lvl1pPr algn="l">
              <a:defRPr sz="1600" b="0" lang="ko-KR">
                <a:solidFill>
                  <a:srgbClr val="111111"/>
                </a:solidFill>
                <a:latin typeface="Calibri"/>
                <a:ea typeface="Calibri"/>
                <a:cs typeface="Calibri"/>
              </a:defRPr>
            </a:lvl1pPr>
            <a:lvl2pPr algn="l">
              <a:defRPr sz="1600" b="0" lang="ko-KR">
                <a:solidFill>
                  <a:srgbClr val="111111"/>
                </a:solidFill>
                <a:latin typeface="Calibri"/>
                <a:ea typeface="Calibri"/>
                <a:cs typeface="Calibri"/>
              </a:defRPr>
            </a:lvl2pPr>
            <a:lvl3pPr algn="l">
              <a:defRPr sz="1600" b="0" lang="ko-KR">
                <a:solidFill>
                  <a:srgbClr val="111111"/>
                </a:solidFill>
                <a:latin typeface="Calibri"/>
                <a:ea typeface="Calibri"/>
                <a:cs typeface="Calibri"/>
              </a:defRPr>
            </a:lvl3pPr>
            <a:lvl4pPr algn="l">
              <a:defRPr sz="1600" b="0" lang="ko-KR">
                <a:solidFill>
                  <a:srgbClr val="111111"/>
                </a:solidFill>
                <a:latin typeface="Calibri"/>
                <a:ea typeface="Calibri"/>
                <a:cs typeface="Calibri"/>
              </a:defRPr>
            </a:lvl4pPr>
            <a:lvl5pPr algn="l">
              <a:defRPr sz="1600" b="0" lang="ko-KR">
                <a:solidFill>
                  <a:srgbClr val="111111"/>
                </a:solidFill>
                <a:latin typeface="Calibri"/>
                <a:ea typeface="Calibri"/>
                <a:cs typeface="Calibri"/>
              </a:defRPr>
            </a:lvl5pPr>
            <a:lvl6pPr algn="l">
              <a:defRPr sz="1600" b="0" lang="ko-KR">
                <a:solidFill>
                  <a:srgbClr val="111111"/>
                </a:solidFill>
                <a:latin typeface="Calibri"/>
                <a:ea typeface="Calibri"/>
                <a:cs typeface="Calibri"/>
              </a:defRPr>
            </a:lvl6pPr>
            <a:lvl7pPr algn="l">
              <a:defRPr sz="1600" b="0" lang="ko-KR">
                <a:solidFill>
                  <a:srgbClr val="111111"/>
                </a:solidFill>
                <a:latin typeface="Calibri"/>
                <a:ea typeface="Calibri"/>
                <a:cs typeface="Calibri"/>
              </a:defRPr>
            </a:lvl7pPr>
            <a:lvl8pPr algn="l">
              <a:defRPr sz="1600" b="0" lang="ko-KR">
                <a:solidFill>
                  <a:srgbClr val="111111"/>
                </a:solidFill>
                <a:latin typeface="Calibri"/>
                <a:ea typeface="Calibri"/>
                <a:cs typeface="Calibri"/>
              </a:defRPr>
            </a:lvl8pPr>
            <a:lvl9pPr algn="l">
              <a:defRPr sz="1600" b="0" lang="ko-KR">
                <a:solidFill>
                  <a:srgbClr val="111111"/>
                </a:solidFill>
                <a:latin typeface="Calibri"/>
                <a:ea typeface="Calibri"/>
                <a:cs typeface="Calibri"/>
              </a:defRPr>
            </a:lvl9pPr>
          </a:lstStyle>
          <a:p>
            <a:pPr algn="l">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검정 공통 / 파랑 A / 초록 B (A/B 배타적). 실선: 요청과 전달 / 점선: 결과와 복원. 입력과 실제 이력은 26쪽.</a:t>
            </a:r>
            <a:endParaRPr lang="ko-KR">
              <a:latin typeface="Calibri"/>
              <a:ea typeface="Calibri"/>
              <a:cs typeface="Calibri"/>
            </a:endParaRPr>
          </a:p>
        </p:txBody>
      </p:sp>
      <p:sp>
        <p:nvSpPr>
          <p:cNvPr id="90" name="label 1 등록">
            <a:extLst>
              <a:ext uri="{FF2B5EF4-FFF2-40B4-BE49-F238E27FC236}">
                <ns2:creationId id="{71D2F18D-EF1F-4056-8BA2-9C2AFE4C7CC3}"/>
              </a:ext>
            </a:extLst>
          </p:cNvPr>
          <p:cNvSpPr>
            <a:spLocks noGrp="1"/>
          </p:cNvSpPr>
          <p:nvPr/>
        </p:nvSpPr>
        <p:spPr>
          <a:xfrm>
            <a:off x="3638550" y="2905125"/>
            <a:ext cx="1285875" cy="2762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등록</a:t>
            </a:r>
            <a:endParaRPr lang="ko-KR">
              <a:latin typeface="Calibri"/>
              <a:ea typeface="Calibri"/>
              <a:cs typeface="Calibri"/>
            </a:endParaRPr>
          </a:p>
        </p:txBody>
      </p:sp>
      <p:sp>
        <p:nvSpPr>
          <p:cNvPr id="91" name="label text →">
            <a:extLst>
              <a:ext uri="{FF2B5EF4-FFF2-40B4-BE49-F238E27FC236}">
                <ns2:creationId id="{A1C4E802-2C3E-4987-92B0-75E2BEBA23C2}"/>
              </a:ext>
            </a:extLst>
          </p:cNvPr>
          <p:cNvSpPr>
            <a:spLocks noGrp="1"/>
          </p:cNvSpPr>
          <p:nvPr/>
        </p:nvSpPr>
        <p:spPr>
          <a:xfrm>
            <a:off x="638175" y="8029575"/>
            <a:ext cx="904875"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text →</a:t>
            </a:r>
            <a:endParaRPr lang="ko-KR">
              <a:latin typeface="Calibri"/>
              <a:ea typeface="Calibri"/>
              <a:cs typeface="Calibri"/>
            </a:endParaRPr>
          </a:p>
        </p:txBody>
      </p:sp>
      <p:sp>
        <p:nvSpPr>
          <p:cNvPr id="92" name="label ← audio">
            <a:extLst>
              <a:ext uri="{FF2B5EF4-FFF2-40B4-BE49-F238E27FC236}">
                <ns2:creationId id="{B12F3BC0-908F-48FE-91AC-C5968C6055AA}"/>
              </a:ext>
            </a:extLst>
          </p:cNvPr>
          <p:cNvSpPr>
            <a:spLocks noGrp="1"/>
          </p:cNvSpPr>
          <p:nvPr/>
        </p:nvSpPr>
        <p:spPr>
          <a:xfrm>
            <a:off x="3143250" y="8029575"/>
            <a:ext cx="857250"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 audio</a:t>
            </a:r>
            <a:endParaRPr lang="ko-KR">
              <a:latin typeface="Calibri"/>
              <a:ea typeface="Calibri"/>
              <a:cs typeface="Calibri"/>
            </a:endParaRPr>
          </a:p>
        </p:txBody>
      </p:sp>
      <p:sp>
        <p:nvSpPr>
          <p:cNvPr id="93" name="label 1 등록">
            <a:extLst>
              <a:ext uri="{FF2B5EF4-FFF2-40B4-BE49-F238E27FC236}">
                <ns2:creationId id="{AE28BC39-4BDD-41FB-B7BD-AA9F19EBC3AE}"/>
              </a:ext>
            </a:extLst>
          </p:cNvPr>
          <p:cNvSpPr>
            <a:spLocks noGrp="1"/>
          </p:cNvSpPr>
          <p:nvPr/>
        </p:nvSpPr>
        <p:spPr>
          <a:xfrm>
            <a:off x="12877800" y="2905125"/>
            <a:ext cx="1285875" cy="2762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등록</a:t>
            </a:r>
            <a:endParaRPr lang="ko-KR">
              <a:latin typeface="Calibri"/>
              <a:ea typeface="Calibri"/>
              <a:cs typeface="Calibri"/>
            </a:endParaRPr>
          </a:p>
        </p:txBody>
      </p:sp>
      <p:sp>
        <p:nvSpPr>
          <p:cNvPr id="94" name="label text →">
            <a:extLst>
              <a:ext uri="{FF2B5EF4-FFF2-40B4-BE49-F238E27FC236}">
                <ns2:creationId id="{572310FA-14ED-4954-BE96-FA7390FDFA71}"/>
              </a:ext>
            </a:extLst>
          </p:cNvPr>
          <p:cNvSpPr>
            <a:spLocks noGrp="1"/>
          </p:cNvSpPr>
          <p:nvPr/>
        </p:nvSpPr>
        <p:spPr>
          <a:xfrm>
            <a:off x="9877425" y="8029575"/>
            <a:ext cx="904875"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text →</a:t>
            </a:r>
            <a:endParaRPr lang="ko-KR">
              <a:latin typeface="Calibri"/>
              <a:ea typeface="Calibri"/>
              <a:cs typeface="Calibri"/>
            </a:endParaRPr>
          </a:p>
        </p:txBody>
      </p:sp>
      <p:sp>
        <p:nvSpPr>
          <p:cNvPr id="95" name="label ← audio">
            <a:extLst>
              <a:ext uri="{FF2B5EF4-FFF2-40B4-BE49-F238E27FC236}">
                <ns2:creationId id="{B1925A8E-5802-49C3-B8C5-A9985124C82B}"/>
              </a:ext>
            </a:extLst>
          </p:cNvPr>
          <p:cNvSpPr>
            <a:spLocks noGrp="1"/>
          </p:cNvSpPr>
          <p:nvPr/>
        </p:nvSpPr>
        <p:spPr>
          <a:xfrm>
            <a:off x="12382500" y="8029575"/>
            <a:ext cx="857250"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 audio</a:t>
            </a:r>
            <a:endParaRPr lang="ko-KR">
              <a:latin typeface="Calibri"/>
              <a:ea typeface="Calibri"/>
              <a:cs typeface="Calibri"/>
            </a:endParaRPr>
          </a:p>
        </p:txBody>
      </p:sp>
      <p:sp>
        <p:nvSpPr>
          <p:cNvPr id="96" name="label 2 유효 응답마다">
            <a:extLst>
              <a:ext uri="{FF2B5EF4-FFF2-40B4-BE49-F238E27FC236}">
                <ns2:creationId id="{2B68FC70-C556-4DFB-9C92-F3162D4F0E6F}"/>
              </a:ext>
            </a:extLst>
          </p:cNvPr>
          <p:cNvSpPr>
            <a:spLocks noGrp="1"/>
          </p:cNvSpPr>
          <p:nvPr/>
        </p:nvSpPr>
        <p:spPr>
          <a:xfrm>
            <a:off x="714375" y="3876675"/>
            <a:ext cx="2381250" cy="3429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유효 응답마다</a:t>
            </a:r>
            <a:endParaRPr lang="ko-KR">
              <a:latin typeface="Calibri"/>
              <a:ea typeface="Calibri"/>
              <a:cs typeface="Calibri"/>
            </a:endParaRPr>
          </a:p>
        </p:txBody>
      </p:sp>
      <p:sp>
        <p:nvSpPr>
          <p:cNvPr id="97" name="label 3 발화 허가 후 선택">
            <a:extLst>
              <a:ext uri="{FF2B5EF4-FFF2-40B4-BE49-F238E27FC236}">
                <ns2:creationId id="{37F5BEAC-9DBD-4EBC-86EB-D73187B84C9F}"/>
              </a:ext>
            </a:extLst>
          </p:cNvPr>
          <p:cNvSpPr>
            <a:spLocks noGrp="1"/>
          </p:cNvSpPr>
          <p:nvPr/>
        </p:nvSpPr>
        <p:spPr>
          <a:xfrm>
            <a:off x="4572000" y="3876675"/>
            <a:ext cx="3238500"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발화 허가 후 선택</a:t>
            </a:r>
            <a:endParaRPr lang="ko-KR">
              <a:latin typeface="Calibri"/>
              <a:ea typeface="Calibri"/>
              <a:cs typeface="Calibri"/>
            </a:endParaRPr>
          </a:p>
        </p:txBody>
      </p:sp>
      <p:sp>
        <p:nvSpPr>
          <p:cNvPr id="98" name="label 4 생성 요청">
            <a:extLst>
              <a:ext uri="{FF2B5EF4-FFF2-40B4-BE49-F238E27FC236}">
                <ns2:creationId id="{A74676EA-E792-42F6-9FF6-F93144C4231C}"/>
              </a:ext>
            </a:extLst>
          </p:cNvPr>
          <p:cNvSpPr>
            <a:spLocks noGrp="1"/>
          </p:cNvSpPr>
          <p:nvPr/>
        </p:nvSpPr>
        <p:spPr>
          <a:xfrm>
            <a:off x="619125" y="6038850"/>
            <a:ext cx="1476375"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생성 요청</a:t>
            </a:r>
            <a:endParaRPr lang="ko-KR">
              <a:latin typeface="Calibri"/>
              <a:ea typeface="Calibri"/>
              <a:cs typeface="Calibri"/>
            </a:endParaRPr>
          </a:p>
        </p:txBody>
      </p:sp>
      <p:sp>
        <p:nvSpPr>
          <p:cNvPr id="99" name="label 5 chunk 반환">
            <a:extLst>
              <a:ext uri="{FF2B5EF4-FFF2-40B4-BE49-F238E27FC236}">
                <ns2:creationId id="{7774231F-9BE6-4EE9-B657-44D102CBA430}"/>
              </a:ext>
            </a:extLst>
          </p:cNvPr>
          <p:cNvSpPr>
            <a:spLocks noGrp="1"/>
          </p:cNvSpPr>
          <p:nvPr/>
        </p:nvSpPr>
        <p:spPr>
          <a:xfrm>
            <a:off x="2857500" y="5829300"/>
            <a:ext cx="1714500" cy="3238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chunk 반환</a:t>
            </a:r>
            <a:endParaRPr lang="ko-KR">
              <a:latin typeface="Calibri"/>
              <a:ea typeface="Calibri"/>
              <a:cs typeface="Calibri"/>
            </a:endParaRPr>
          </a:p>
        </p:txBody>
      </p:sp>
      <p:sp>
        <p:nvSpPr>
          <p:cNvPr id="100" name="label 6 저장">
            <a:extLst>
              <a:ext uri="{FF2B5EF4-FFF2-40B4-BE49-F238E27FC236}">
                <ns2:creationId id="{B49B91A2-570C-414E-B5B6-E2F1B5FD726B}"/>
              </a:ext>
            </a:extLst>
          </p:cNvPr>
          <p:cNvSpPr>
            <a:spLocks noGrp="1"/>
          </p:cNvSpPr>
          <p:nvPr/>
        </p:nvSpPr>
        <p:spPr>
          <a:xfrm>
            <a:off x="4000500" y="6915150"/>
            <a:ext cx="9525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저장</a:t>
            </a:r>
            <a:endParaRPr lang="ko-KR">
              <a:latin typeface="Calibri"/>
              <a:ea typeface="Calibri"/>
              <a:cs typeface="Calibri"/>
            </a:endParaRPr>
          </a:p>
        </p:txBody>
      </p:sp>
      <p:sp>
        <p:nvSpPr>
          <p:cNvPr id="101" name="label 7 판본 확인&#10;구간 요청">
            <a:extLst>
              <a:ext uri="{FF2B5EF4-FFF2-40B4-BE49-F238E27FC236}">
                <ns2:creationId id="{F3CC4F83-E898-438F-96BA-A1FEC2B46E50}"/>
              </a:ext>
            </a:extLst>
          </p:cNvPr>
          <p:cNvSpPr>
            <a:spLocks noGrp="1"/>
          </p:cNvSpPr>
          <p:nvPr/>
        </p:nvSpPr>
        <p:spPr>
          <a:xfrm>
            <a:off x="4714875" y="5943600"/>
            <a:ext cx="1762125" cy="5715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7 판본 확인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구간 요청</a:t>
            </a:r>
            <a:endParaRPr lang="ko-KR">
              <a:latin typeface="Calibri"/>
              <a:ea typeface="Calibri"/>
              <a:cs typeface="Calibri"/>
            </a:endParaRPr>
          </a:p>
        </p:txBody>
      </p:sp>
      <p:sp>
        <p:nvSpPr>
          <p:cNvPr id="102" name="label 8 유효 audio 재생">
            <a:extLst>
              <a:ext uri="{FF2B5EF4-FFF2-40B4-BE49-F238E27FC236}">
                <ns2:creationId id="{49CDBDEB-50CD-4692-861B-5781C517B1E4}"/>
              </a:ext>
            </a:extLst>
          </p:cNvPr>
          <p:cNvSpPr>
            <a:spLocks noGrp="1"/>
          </p:cNvSpPr>
          <p:nvPr/>
        </p:nvSpPr>
        <p:spPr>
          <a:xfrm>
            <a:off x="6238875" y="8334375"/>
            <a:ext cx="2381250" cy="3143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8 유효 audio 재생</a:t>
            </a:r>
            <a:endParaRPr lang="ko-KR">
              <a:latin typeface="Calibri"/>
              <a:ea typeface="Calibri"/>
              <a:cs typeface="Calibri"/>
            </a:endParaRPr>
          </a:p>
        </p:txBody>
      </p:sp>
      <p:sp>
        <p:nvSpPr>
          <p:cNvPr id="103" name="label 2 발화 허가 후 선택">
            <a:extLst>
              <a:ext uri="{FF2B5EF4-FFF2-40B4-BE49-F238E27FC236}">
                <ns2:creationId id="{A9BA51BE-838B-4F8C-89AA-643DFEB3B84B}"/>
              </a:ext>
            </a:extLst>
          </p:cNvPr>
          <p:cNvSpPr>
            <a:spLocks noGrp="1"/>
          </p:cNvSpPr>
          <p:nvPr/>
        </p:nvSpPr>
        <p:spPr>
          <a:xfrm>
            <a:off x="9906000" y="3876675"/>
            <a:ext cx="2667000" cy="3429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발화 허가 후 선택</a:t>
            </a:r>
            <a:endParaRPr lang="ko-KR">
              <a:latin typeface="Calibri"/>
              <a:ea typeface="Calibri"/>
              <a:cs typeface="Calibri"/>
            </a:endParaRPr>
          </a:p>
        </p:txBody>
      </p:sp>
      <p:sp>
        <p:nvSpPr>
          <p:cNvPr id="104" name="label 3 선택된 항목 생성">
            <a:extLst>
              <a:ext uri="{FF2B5EF4-FFF2-40B4-BE49-F238E27FC236}">
                <ns2:creationId id="{31917683-964E-44A7-9886-9C1025CC4184}"/>
              </a:ext>
            </a:extLst>
          </p:cNvPr>
          <p:cNvSpPr>
            <a:spLocks noGrp="1"/>
          </p:cNvSpPr>
          <p:nvPr/>
        </p:nvSpPr>
        <p:spPr>
          <a:xfrm>
            <a:off x="9839325" y="6210300"/>
            <a:ext cx="2476500"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선택된 항목 생성</a:t>
            </a:r>
            <a:endParaRPr lang="ko-KR">
              <a:latin typeface="Calibri"/>
              <a:ea typeface="Calibri"/>
              <a:cs typeface="Calibri"/>
            </a:endParaRPr>
          </a:p>
        </p:txBody>
      </p:sp>
      <p:sp>
        <p:nvSpPr>
          <p:cNvPr id="105" name="label 4 chunk 반환">
            <a:extLst>
              <a:ext uri="{FF2B5EF4-FFF2-40B4-BE49-F238E27FC236}">
                <ns2:creationId id="{3901CF27-01D9-42D7-9E4E-41FC13CEBD80}"/>
              </a:ext>
            </a:extLst>
          </p:cNvPr>
          <p:cNvSpPr>
            <a:spLocks noGrp="1"/>
          </p:cNvSpPr>
          <p:nvPr/>
        </p:nvSpPr>
        <p:spPr>
          <a:xfrm>
            <a:off x="11144250" y="5810250"/>
            <a:ext cx="1714500"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chunk 반환</a:t>
            </a:r>
            <a:endParaRPr lang="ko-KR">
              <a:latin typeface="Calibri"/>
              <a:ea typeface="Calibri"/>
              <a:cs typeface="Calibri"/>
            </a:endParaRPr>
          </a:p>
        </p:txBody>
      </p:sp>
      <p:sp>
        <p:nvSpPr>
          <p:cNvPr id="106" name="label 5 보관">
            <a:extLst>
              <a:ext uri="{FF2B5EF4-FFF2-40B4-BE49-F238E27FC236}">
                <ns2:creationId id="{8723F601-DB85-4D0A-A5E3-587A96B41D26}"/>
              </a:ext>
            </a:extLst>
          </p:cNvPr>
          <p:cNvSpPr>
            <a:spLocks noGrp="1"/>
          </p:cNvSpPr>
          <p:nvPr/>
        </p:nvSpPr>
        <p:spPr>
          <a:xfrm>
            <a:off x="12954000" y="4705350"/>
            <a:ext cx="11430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보관</a:t>
            </a:r>
            <a:endParaRPr lang="ko-KR">
              <a:latin typeface="Calibri"/>
              <a:ea typeface="Calibri"/>
              <a:cs typeface="Calibri"/>
            </a:endParaRPr>
          </a:p>
        </p:txBody>
      </p:sp>
      <p:sp>
        <p:nvSpPr>
          <p:cNvPr id="107" name="label 6 재사용">
            <a:extLst>
              <a:ext uri="{FF2B5EF4-FFF2-40B4-BE49-F238E27FC236}">
                <ns2:creationId id="{8DA9C625-979B-4FF6-819C-6D726CE1BCDA}"/>
              </a:ext>
            </a:extLst>
          </p:cNvPr>
          <p:cNvSpPr>
            <a:spLocks noGrp="1"/>
          </p:cNvSpPr>
          <p:nvPr/>
        </p:nvSpPr>
        <p:spPr>
          <a:xfrm>
            <a:off x="12925425" y="5610225"/>
            <a:ext cx="1190625"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재사용</a:t>
            </a:r>
            <a:endParaRPr lang="ko-KR">
              <a:latin typeface="Calibri"/>
              <a:ea typeface="Calibri"/>
              <a:cs typeface="Calibri"/>
            </a:endParaRPr>
          </a:p>
        </p:txBody>
      </p:sp>
      <p:sp>
        <p:nvSpPr>
          <p:cNvPr id="108" name="label 7 유효 audio 재생">
            <a:extLst>
              <a:ext uri="{FF2B5EF4-FFF2-40B4-BE49-F238E27FC236}">
                <ns2:creationId id="{4F9AE52A-5456-44D7-90D6-E1009743EC11}"/>
              </a:ext>
            </a:extLst>
          </p:cNvPr>
          <p:cNvSpPr>
            <a:spLocks noGrp="1"/>
          </p:cNvSpPr>
          <p:nvPr/>
        </p:nvSpPr>
        <p:spPr>
          <a:xfrm>
            <a:off x="14478000" y="8115300"/>
            <a:ext cx="2667000"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7 유효 audio 재생</a:t>
            </a:r>
            <a:endParaRPr lang="ko-KR">
              <a:latin typeface="Calibri"/>
              <a:ea typeface="Calibri"/>
              <a:cs typeface="Calibri"/>
            </a:endParaRPr>
          </a:p>
        </p:txBody>
      </p:sp>
    </p:spTree>
    <p:extLst>
      <p:ext uri="{BB962C8B-B14F-4D97-AF65-F5344CB8AC3E}">
        <p14:creationId val="2063557526"/>
      </p:ext>
    </p:extLst>
  </p:cSld>
</p:sld>
</file>

<file path=ppt/slides/slide62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05" name="label DP44. 발화 감지, 중단과 실제 전달 이력">
            <a:extLst>
              <a:ext uri="{FF2B5EF4-FFF2-40B4-BE49-F238E27FC236}">
                <ns2:creationId id="{758E5FC2-997F-4673-B624-EBF8CC77E5B0}"/>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발화 감지, 중단과 실제 전달 이력</a:t>
            </a:r>
            <a:endParaRPr lang="ko-KR">
              <a:latin typeface="Calibri"/>
              <a:ea typeface="Calibri"/>
              <a:cs typeface="Calibri"/>
            </a:endParaRPr>
          </a:p>
        </p:txBody>
      </p:sp>
      <p:sp>
        <p:nvSpPr>
          <p:cNvPr id="2" name="stage 0">
            <a:extLst>
              <a:ext uri="{FF2B5EF4-FFF2-40B4-BE49-F238E27FC236}">
                <ns2:creationId id="{E8BFCBE8-7339-4F20-939A-B00123D3ECC5}"/>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67954E81-A0B8-4B35-B669-606B3E15413C}"/>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C78FBA11-0951-494C-A8C1-3A691F1D8BB7}"/>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E225B3C6-5F11-4E72-A82E-30DB734AA401}"/>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A20F7A7F-0D79-4E15-9703-99E236A13477}"/>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943E1928-59C7-4621-BDF3-220F6DFD6171}"/>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A/B 모두 로컬에서 즉시 재생을 끊고, 실제 제시 기록을 DP2의 입력 근거로 제공한다">
            <a:extLst>
              <a:ext uri="{FF2B5EF4-FFF2-40B4-BE49-F238E27FC236}">
                <ns2:creationId id="{952001E9-2FD7-4FB8-907E-8312CA84E27F}"/>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A/B 모두 로컬에서 즉시 재생을 끊고, 실제 제시 기록을 DP2의 입력 근거로 제공한다</a:t>
            </a:r>
            <a:endParaRPr lang="ko-KR">
              <a:latin typeface="Calibri"/>
              <a:ea typeface="Calibri"/>
              <a:cs typeface="Calibri"/>
            </a:endParaRPr>
          </a:p>
        </p:txBody>
      </p:sp>
      <p:sp>
        <p:nvSpPr>
          <p:cNvPr id="9" name="label 26 / 36">
            <a:extLst>
              <a:ext uri="{FF2B5EF4-FFF2-40B4-BE49-F238E27FC236}">
                <ns2:creationId id="{198CA240-BF05-448D-9F8D-03763DEE6885}"/>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26 / 36</a:t>
            </a:r>
            <a:endParaRPr lang="ko-KR">
              <a:latin typeface="Calibri"/>
              <a:ea typeface="Calibri"/>
              <a:cs typeface="Calibri"/>
            </a:endParaRPr>
          </a:p>
        </p:txBody>
      </p:sp>
      <p:sp>
        <p:nvSpPr>
          <p:cNvPr id="10" name="node:input">
            <a:extLst>
              <a:ext uri="{FF2B5EF4-FFF2-40B4-BE49-F238E27FC236}">
                <ns2:creationId id="{9C7A11E1-9832-4E33-A21E-B740B64C6514}"/>
              </a:ext>
            </a:extLst>
          </p:cNvPr>
          <p:cNvSpPr>
            <a:spLocks noGrp="1"/>
          </p:cNvSpPr>
          <p:nvPr/>
        </p:nvSpPr>
        <p:spPr>
          <a:xfrm>
            <a:off x="571500" y="2095500"/>
            <a:ext cx="4572000" cy="1905000"/>
          </a:xfrm>
          <a:prstGeom prst="rect">
            <a:avLst/>
          </a:prstGeom>
          <a:solidFill>
            <a:srgbClr val="FFF6DD"/>
          </a:solidFill>
          <a:ln w="16193">
            <a:solidFill>
              <a:srgbClr val="111111"/>
            </a:solidFill>
          </a:ln>
        </p:spPr>
        <p:txBody>
          <a:bodyPr wrap="none" lIns="47625" tIns="19050" rIns="47625" bIns="156210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Voice Input Controller</a:t>
            </a:r>
            <a:endParaRPr lang="ko-KR">
              <a:latin typeface="Calibri"/>
              <a:ea typeface="Calibri"/>
              <a:cs typeface="Calibri"/>
            </a:endParaRPr>
          </a:p>
        </p:txBody>
      </p:sp>
      <p:sp>
        <p:nvSpPr>
          <p:cNvPr id="11" name="divider input">
            <a:extLst>
              <a:ext uri="{FF2B5EF4-FFF2-40B4-BE49-F238E27FC236}">
                <ns2:creationId id="{8B21FF48-5974-42F8-8E7D-CAAD95226D18}"/>
              </a:ext>
            </a:extLst>
          </p:cNvPr>
          <p:cNvSpPr>
            <a:spLocks noGrp="1"/>
          </p:cNvSpPr>
          <p:nvPr/>
        </p:nvSpPr>
        <p:spPr>
          <a:xfrm>
            <a:off x="571500" y="2457450"/>
            <a:ext cx="4572000" cy="953"/>
          </a:xfrm>
          <a:custGeom>
            <a:pathLst>
              <a:path w="4572000" h="953">
                <a:moveTo>
                  <a:pt x="0" y="0"/>
                </a:moveTo>
                <a:lnTo>
                  <a:pt x="4572000" y="0"/>
                </a:lnTo>
              </a:path>
            </a:pathLst>
          </a:custGeom>
          <a:noFill/>
          <a:ln w="9525">
            <a:solidFill>
              <a:srgbClr val="111111"/>
            </a:solidFill>
            <a:prstDash val="solid"/>
          </a:ln>
        </p:spPr>
      </p:sp>
      <p:sp>
        <p:nvSpPr>
          <p:cNvPr id="12" name="node:finalizer">
            <a:extLst>
              <a:ext uri="{FF2B5EF4-FFF2-40B4-BE49-F238E27FC236}">
                <ns2:creationId id="{90B899B3-9921-4B2D-B06C-29B29A7D17E7}"/>
              </a:ext>
            </a:extLst>
          </p:cNvPr>
          <p:cNvSpPr>
            <a:spLocks noGrp="1"/>
          </p:cNvSpPr>
          <p:nvPr/>
        </p:nvSpPr>
        <p:spPr>
          <a:xfrm>
            <a:off x="857250" y="3381375"/>
            <a:ext cx="4000500" cy="476250"/>
          </a:xfrm>
          <a:prstGeom prst="roundRect">
            <a:avLst>
              <a:gd name="adj" fmla="val 16000"/>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Input Finalizer</a:t>
            </a:r>
            <a:endParaRPr lang="ko-KR">
              <a:latin typeface="Calibri"/>
              <a:ea typeface="Calibri"/>
              <a:cs typeface="Calibri"/>
            </a:endParaRPr>
          </a:p>
        </p:txBody>
      </p:sp>
      <p:sp>
        <p:nvSpPr>
          <p:cNvPr id="13" name="node:capture">
            <a:extLst>
              <a:ext uri="{FF2B5EF4-FFF2-40B4-BE49-F238E27FC236}">
                <ns2:creationId id="{7705248E-A7D5-499C-8F43-50EEE12E182F}"/>
              </a:ext>
            </a:extLst>
          </p:cNvPr>
          <p:cNvSpPr>
            <a:spLocks noGrp="1"/>
          </p:cNvSpPr>
          <p:nvPr/>
        </p:nvSpPr>
        <p:spPr>
          <a:xfrm>
            <a:off x="857250" y="2667000"/>
            <a:ext cx="190500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Audio Capture</a:t>
            </a:r>
            <a:endParaRPr lang="ko-KR">
              <a:latin typeface="Calibri"/>
              <a:ea typeface="Calibri"/>
              <a:cs typeface="Calibri"/>
            </a:endParaRPr>
          </a:p>
        </p:txBody>
      </p:sp>
      <p:sp>
        <p:nvSpPr>
          <p:cNvPr id="14" name="node:vad">
            <a:extLst>
              <a:ext uri="{FF2B5EF4-FFF2-40B4-BE49-F238E27FC236}">
                <ns2:creationId id="{471DD03F-06EA-4E5C-B693-E68E7D4F089A}"/>
              </a:ext>
            </a:extLst>
          </p:cNvPr>
          <p:cNvSpPr>
            <a:spLocks noGrp="1"/>
          </p:cNvSpPr>
          <p:nvPr/>
        </p:nvSpPr>
        <p:spPr>
          <a:xfrm>
            <a:off x="3048000" y="2667000"/>
            <a:ext cx="180975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Local VAD</a:t>
            </a:r>
            <a:endParaRPr lang="ko-KR">
              <a:latin typeface="Calibri"/>
              <a:ea typeface="Calibri"/>
              <a:cs typeface="Calibri"/>
            </a:endParaRPr>
          </a:p>
        </p:txBody>
      </p:sp>
      <p:sp>
        <p:nvSpPr>
          <p:cNvPr id="15" name="node:adapter">
            <a:extLst>
              <a:ext uri="{FF2B5EF4-FFF2-40B4-BE49-F238E27FC236}">
                <ns2:creationId id="{CB983D31-285A-465B-81B3-9B2CC2C95A6B}"/>
              </a:ext>
            </a:extLst>
          </p:cNvPr>
          <p:cNvSpPr>
            <a:spLocks noGrp="1"/>
          </p:cNvSpPr>
          <p:nvPr/>
        </p:nvSpPr>
        <p:spPr>
          <a:xfrm>
            <a:off x="6667500" y="2095500"/>
            <a:ext cx="4572000" cy="1238250"/>
          </a:xfrm>
          <a:prstGeom prst="rect">
            <a:avLst/>
          </a:prstGeom>
          <a:solidFill>
            <a:srgbClr val="FFF6DD"/>
          </a:solidFill>
          <a:ln w="16193">
            <a:solidFill>
              <a:srgbClr val="111111"/>
            </a:solidFill>
          </a:ln>
        </p:spPr>
        <p:txBody>
          <a:bodyPr wrap="none" lIns="47625" tIns="19050" rIns="47625" bIns="8953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S2S Runtime Adapter</a:t>
            </a:r>
            <a:endParaRPr lang="ko-KR">
              <a:latin typeface="Calibri"/>
              <a:ea typeface="Calibri"/>
              <a:cs typeface="Calibri"/>
            </a:endParaRPr>
          </a:p>
        </p:txBody>
      </p:sp>
      <p:sp>
        <p:nvSpPr>
          <p:cNvPr id="16" name="divider adapter">
            <a:extLst>
              <a:ext uri="{FF2B5EF4-FFF2-40B4-BE49-F238E27FC236}">
                <ns2:creationId id="{2AC5C260-8DF5-4D75-8C37-ED980DCDDF71}"/>
              </a:ext>
            </a:extLst>
          </p:cNvPr>
          <p:cNvSpPr>
            <a:spLocks noGrp="1"/>
          </p:cNvSpPr>
          <p:nvPr/>
        </p:nvSpPr>
        <p:spPr>
          <a:xfrm>
            <a:off x="6667500" y="2457450"/>
            <a:ext cx="4572000" cy="953"/>
          </a:xfrm>
          <a:custGeom>
            <a:pathLst>
              <a:path w="4572000" h="953">
                <a:moveTo>
                  <a:pt x="0" y="0"/>
                </a:moveTo>
                <a:lnTo>
                  <a:pt x="4572000" y="0"/>
                </a:lnTo>
              </a:path>
            </a:pathLst>
          </a:custGeom>
          <a:noFill/>
          <a:ln w="9525">
            <a:solidFill>
              <a:srgbClr val="111111"/>
            </a:solidFill>
            <a:prstDash val="solid"/>
          </a:ln>
        </p:spPr>
      </p:sp>
      <p:sp>
        <p:nvSpPr>
          <p:cNvPr id="17" name="node:inputclient">
            <a:extLst>
              <a:ext uri="{FF2B5EF4-FFF2-40B4-BE49-F238E27FC236}">
                <ns2:creationId id="{7C518E00-5900-422B-8342-083D12BF62BD}"/>
              </a:ext>
            </a:extLst>
          </p:cNvPr>
          <p:cNvSpPr>
            <a:spLocks noGrp="1"/>
          </p:cNvSpPr>
          <p:nvPr/>
        </p:nvSpPr>
        <p:spPr>
          <a:xfrm>
            <a:off x="6953250" y="2571750"/>
            <a:ext cx="4000500" cy="523875"/>
          </a:xfrm>
          <a:prstGeom prst="roundRect">
            <a:avLst>
              <a:gd name="adj" fmla="val 14545"/>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Input Session Client</a:t>
            </a:r>
            <a:endParaRPr lang="ko-KR">
              <a:latin typeface="Calibri"/>
              <a:ea typeface="Calibri"/>
              <a:cs typeface="Calibri"/>
            </a:endParaRPr>
          </a:p>
        </p:txBody>
      </p:sp>
      <p:sp>
        <p:nvSpPr>
          <p:cNvPr id="18" name="node:model">
            <a:extLst>
              <a:ext uri="{FF2B5EF4-FFF2-40B4-BE49-F238E27FC236}">
                <ns2:creationId id="{A0EC5D1A-F496-44E1-AC98-196CF870A3AF}"/>
              </a:ext>
            </a:extLst>
          </p:cNvPr>
          <p:cNvSpPr>
            <a:spLocks noGrp="1"/>
          </p:cNvSpPr>
          <p:nvPr/>
        </p:nvSpPr>
        <p:spPr>
          <a:xfrm>
            <a:off x="13049250" y="2286000"/>
            <a:ext cx="4191000" cy="809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원격 S2S Runtime</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입력 인식 세션</a:t>
            </a:r>
            <a:endParaRPr lang="ko-KR">
              <a:latin typeface="Calibri"/>
              <a:ea typeface="Calibri"/>
              <a:cs typeface="Calibri"/>
            </a:endParaRPr>
          </a:p>
        </p:txBody>
      </p:sp>
      <p:sp>
        <p:nvSpPr>
          <p:cNvPr id="19" name="node:ac">
            <a:extLst>
              <a:ext uri="{FF2B5EF4-FFF2-40B4-BE49-F238E27FC236}">
                <ns2:creationId id="{FECCEB74-3B3A-4001-86B5-59E6B4BEA959}"/>
              </a:ext>
            </a:extLst>
          </p:cNvPr>
          <p:cNvSpPr>
            <a:spLocks noGrp="1"/>
          </p:cNvSpPr>
          <p:nvPr/>
        </p:nvSpPr>
        <p:spPr>
          <a:xfrm>
            <a:off x="571500" y="4191000"/>
            <a:ext cx="4572000" cy="1285875"/>
          </a:xfrm>
          <a:prstGeom prst="rect">
            <a:avLst/>
          </a:prstGeom>
          <a:solidFill>
            <a:srgbClr val="FFF6DD"/>
          </a:solidFill>
          <a:ln w="16193">
            <a:solidFill>
              <a:srgbClr val="4676CB"/>
            </a:solidFill>
          </a:ln>
        </p:spPr>
        <p:txBody>
          <a:bodyPr wrap="none" lIns="47625" tIns="19050" rIns="47625" bIns="94297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Speech Playback Coordinator</a:t>
            </a:r>
            <a:endParaRPr lang="ko-KR">
              <a:latin typeface="Calibri"/>
              <a:ea typeface="Calibri"/>
              <a:cs typeface="Calibri"/>
            </a:endParaRPr>
          </a:p>
        </p:txBody>
      </p:sp>
      <p:sp>
        <p:nvSpPr>
          <p:cNvPr id="20" name="divider ac">
            <a:extLst>
              <a:ext uri="{FF2B5EF4-FFF2-40B4-BE49-F238E27FC236}">
                <ns2:creationId id="{4EACC6B0-9D5E-47E8-9A19-94A61BF7E35A}"/>
              </a:ext>
            </a:extLst>
          </p:cNvPr>
          <p:cNvSpPr>
            <a:spLocks noGrp="1"/>
          </p:cNvSpPr>
          <p:nvPr/>
        </p:nvSpPr>
        <p:spPr>
          <a:xfrm>
            <a:off x="571500" y="4552950"/>
            <a:ext cx="4572000" cy="953"/>
          </a:xfrm>
          <a:custGeom>
            <a:pathLst>
              <a:path w="4572000" h="953">
                <a:moveTo>
                  <a:pt x="0" y="0"/>
                </a:moveTo>
                <a:lnTo>
                  <a:pt x="4572000" y="0"/>
                </a:lnTo>
              </a:path>
            </a:pathLst>
          </a:custGeom>
          <a:noFill/>
          <a:ln w="9525">
            <a:solidFill>
              <a:srgbClr val="111111"/>
            </a:solidFill>
            <a:prstDash val="solid"/>
          </a:ln>
        </p:spPr>
      </p:sp>
      <p:sp>
        <p:nvSpPr>
          <p:cNvPr id="21" name="node:as">
            <a:extLst>
              <a:ext uri="{FF2B5EF4-FFF2-40B4-BE49-F238E27FC236}">
                <ns2:creationId id="{AA05C462-4C94-4FF3-A9CB-C585B103D126}"/>
              </a:ext>
            </a:extLst>
          </p:cNvPr>
          <p:cNvSpPr>
            <a:spLocks noGrp="1"/>
          </p:cNvSpPr>
          <p:nvPr/>
        </p:nvSpPr>
        <p:spPr>
          <a:xfrm>
            <a:off x="857250" y="4714875"/>
            <a:ext cx="4000500" cy="523875"/>
          </a:xfrm>
          <a:prstGeom prst="roundRect">
            <a:avLst>
              <a:gd name="adj" fmla="val 14545"/>
            </a:avLst>
          </a:prstGeom>
          <a:solidFill>
            <a:srgbClr val="FFFFFF"/>
          </a:solidFill>
          <a:ln w="16193">
            <a:solidFill>
              <a:srgbClr val="4676CB"/>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Playback Selection</a:t>
            </a:r>
            <a:endParaRPr lang="ko-KR">
              <a:latin typeface="Calibri"/>
              <a:ea typeface="Calibri"/>
              <a:cs typeface="Calibri"/>
            </a:endParaRPr>
          </a:p>
        </p:txBody>
      </p:sp>
      <p:sp>
        <p:nvSpPr>
          <p:cNvPr id="22" name="node:bc">
            <a:extLst>
              <a:ext uri="{FF2B5EF4-FFF2-40B4-BE49-F238E27FC236}">
                <ns2:creationId id="{5463AF5A-DF7D-4BB7-B2D9-016273E164B1}"/>
              </a:ext>
            </a:extLst>
          </p:cNvPr>
          <p:cNvSpPr>
            <a:spLocks noGrp="1"/>
          </p:cNvSpPr>
          <p:nvPr/>
        </p:nvSpPr>
        <p:spPr>
          <a:xfrm>
            <a:off x="571500" y="6191250"/>
            <a:ext cx="4572000" cy="1285875"/>
          </a:xfrm>
          <a:prstGeom prst="rect">
            <a:avLst/>
          </a:prstGeom>
          <a:solidFill>
            <a:srgbClr val="FFF6DD"/>
          </a:solidFill>
          <a:ln w="16193">
            <a:solidFill>
              <a:srgbClr val="32824A"/>
            </a:solidFill>
          </a:ln>
        </p:spPr>
        <p:txBody>
          <a:bodyPr wrap="none" lIns="47625" tIns="19050" rIns="47625" bIns="94297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Speech Turn Controller</a:t>
            </a:r>
            <a:endParaRPr lang="ko-KR">
              <a:latin typeface="Calibri"/>
              <a:ea typeface="Calibri"/>
              <a:cs typeface="Calibri"/>
            </a:endParaRPr>
          </a:p>
        </p:txBody>
      </p:sp>
      <p:sp>
        <p:nvSpPr>
          <p:cNvPr id="23" name="divider bc">
            <a:extLst>
              <a:ext uri="{FF2B5EF4-FFF2-40B4-BE49-F238E27FC236}">
                <ns2:creationId id="{E3E61FA9-AA15-4F95-A72C-96BF4A3A4517}"/>
              </a:ext>
            </a:extLst>
          </p:cNvPr>
          <p:cNvSpPr>
            <a:spLocks noGrp="1"/>
          </p:cNvSpPr>
          <p:nvPr/>
        </p:nvSpPr>
        <p:spPr>
          <a:xfrm>
            <a:off x="571500" y="6553200"/>
            <a:ext cx="4572000" cy="953"/>
          </a:xfrm>
          <a:custGeom>
            <a:pathLst>
              <a:path w="4572000" h="953">
                <a:moveTo>
                  <a:pt x="0" y="0"/>
                </a:moveTo>
                <a:lnTo>
                  <a:pt x="4572000" y="0"/>
                </a:lnTo>
              </a:path>
            </a:pathLst>
          </a:custGeom>
          <a:noFill/>
          <a:ln w="9525">
            <a:solidFill>
              <a:srgbClr val="111111"/>
            </a:solidFill>
            <a:prstDash val="solid"/>
          </a:ln>
        </p:spPr>
      </p:sp>
      <p:sp>
        <p:nvSpPr>
          <p:cNvPr id="24" name="node:bs">
            <a:extLst>
              <a:ext uri="{FF2B5EF4-FFF2-40B4-BE49-F238E27FC236}">
                <ns2:creationId id="{E04165CF-9D76-4BBC-BECD-A8C0469C3E4C}"/>
              </a:ext>
            </a:extLst>
          </p:cNvPr>
          <p:cNvSpPr>
            <a:spLocks noGrp="1"/>
          </p:cNvSpPr>
          <p:nvPr/>
        </p:nvSpPr>
        <p:spPr>
          <a:xfrm>
            <a:off x="857250" y="6715125"/>
            <a:ext cx="4000500" cy="523875"/>
          </a:xfrm>
          <a:prstGeom prst="roundRect">
            <a:avLst>
              <a:gd name="adj" fmla="val 14545"/>
            </a:avLst>
          </a:prstGeom>
          <a:solidFill>
            <a:srgbClr val="FFFFFF"/>
          </a:solidFill>
          <a:ln w="16193">
            <a:solidFill>
              <a:srgbClr val="32824A"/>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Turn Execution</a:t>
            </a:r>
            <a:endParaRPr lang="ko-KR">
              <a:latin typeface="Calibri"/>
              <a:ea typeface="Calibri"/>
              <a:cs typeface="Calibri"/>
            </a:endParaRPr>
          </a:p>
        </p:txBody>
      </p:sp>
      <p:sp>
        <p:nvSpPr>
          <p:cNvPr id="25" name="node:play">
            <a:extLst>
              <a:ext uri="{FF2B5EF4-FFF2-40B4-BE49-F238E27FC236}">
                <ns2:creationId id="{A2F17D74-4EC3-4137-8E2E-42C370DB7853}"/>
              </a:ext>
            </a:extLst>
          </p:cNvPr>
          <p:cNvSpPr>
            <a:spLocks noGrp="1"/>
          </p:cNvSpPr>
          <p:nvPr/>
        </p:nvSpPr>
        <p:spPr>
          <a:xfrm>
            <a:off x="6667500" y="4191000"/>
            <a:ext cx="4572000" cy="3286125"/>
          </a:xfrm>
          <a:prstGeom prst="rect">
            <a:avLst/>
          </a:prstGeom>
          <a:solidFill>
            <a:srgbClr val="FFF6DD"/>
          </a:solidFill>
          <a:ln w="16193">
            <a:solidFill>
              <a:srgbClr val="111111"/>
            </a:solidFill>
          </a:ln>
        </p:spPr>
        <p:txBody>
          <a:bodyPr wrap="none" lIns="47625" tIns="19050" rIns="47625" bIns="294322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Audio Playout</a:t>
            </a:r>
            <a:endParaRPr lang="ko-KR">
              <a:latin typeface="Calibri"/>
              <a:ea typeface="Calibri"/>
              <a:cs typeface="Calibri"/>
            </a:endParaRPr>
          </a:p>
        </p:txBody>
      </p:sp>
      <p:sp>
        <p:nvSpPr>
          <p:cNvPr id="26" name="divider play">
            <a:extLst>
              <a:ext uri="{FF2B5EF4-FFF2-40B4-BE49-F238E27FC236}">
                <ns2:creationId id="{99C24C2D-B0F0-47D5-9DE6-B8CA58553D88}"/>
              </a:ext>
            </a:extLst>
          </p:cNvPr>
          <p:cNvSpPr>
            <a:spLocks noGrp="1"/>
          </p:cNvSpPr>
          <p:nvPr/>
        </p:nvSpPr>
        <p:spPr>
          <a:xfrm>
            <a:off x="6667500" y="4552950"/>
            <a:ext cx="4572000" cy="953"/>
          </a:xfrm>
          <a:custGeom>
            <a:pathLst>
              <a:path w="4572000" h="953">
                <a:moveTo>
                  <a:pt x="0" y="0"/>
                </a:moveTo>
                <a:lnTo>
                  <a:pt x="4572000" y="0"/>
                </a:lnTo>
              </a:path>
            </a:pathLst>
          </a:custGeom>
          <a:noFill/>
          <a:ln w="9525">
            <a:solidFill>
              <a:srgbClr val="111111"/>
            </a:solidFill>
            <a:prstDash val="solid"/>
          </a:ln>
        </p:spPr>
      </p:sp>
      <p:sp>
        <p:nvSpPr>
          <p:cNvPr id="27" name="node:writer">
            <a:extLst>
              <a:ext uri="{FF2B5EF4-FFF2-40B4-BE49-F238E27FC236}">
                <ns2:creationId id="{570D4783-3630-46A8-992A-50EAEDC0218E}"/>
              </a:ext>
            </a:extLst>
          </p:cNvPr>
          <p:cNvSpPr>
            <a:spLocks noGrp="1"/>
          </p:cNvSpPr>
          <p:nvPr/>
        </p:nvSpPr>
        <p:spPr>
          <a:xfrm>
            <a:off x="6953250" y="4714875"/>
            <a:ext cx="2000250" cy="619125"/>
          </a:xfrm>
          <a:prstGeom prst="roundRect">
            <a:avLst>
              <a:gd name="adj" fmla="val 12308"/>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Device Writer</a:t>
            </a:r>
            <a:endParaRPr lang="ko-KR">
              <a:latin typeface="Calibri"/>
              <a:ea typeface="Calibri"/>
              <a:cs typeface="Calibri"/>
            </a:endParaRPr>
          </a:p>
        </p:txBody>
      </p:sp>
      <p:sp>
        <p:nvSpPr>
          <p:cNvPr id="28" name="node:queue">
            <a:extLst>
              <a:ext uri="{FF2B5EF4-FFF2-40B4-BE49-F238E27FC236}">
                <ns2:creationId id="{AB9E2E0F-8E31-40D6-B8AE-5717410CCC10}"/>
              </a:ext>
            </a:extLst>
          </p:cNvPr>
          <p:cNvSpPr>
            <a:spLocks noGrp="1"/>
          </p:cNvSpPr>
          <p:nvPr/>
        </p:nvSpPr>
        <p:spPr>
          <a:xfrm>
            <a:off x="9525000" y="4714875"/>
            <a:ext cx="1428750" cy="80962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장치 큐</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RAM</a:t>
            </a:r>
            <a:endParaRPr lang="ko-KR">
              <a:latin typeface="Calibri"/>
              <a:ea typeface="Calibri"/>
              <a:cs typeface="Calibri"/>
            </a:endParaRPr>
          </a:p>
        </p:txBody>
      </p:sp>
      <p:sp>
        <p:nvSpPr>
          <p:cNvPr id="29" name="node:receipt">
            <a:extLst>
              <a:ext uri="{FF2B5EF4-FFF2-40B4-BE49-F238E27FC236}">
                <ns2:creationId id="{1CADBC02-F9D8-41E9-835A-03B30C568136}"/>
              </a:ext>
            </a:extLst>
          </p:cNvPr>
          <p:cNvSpPr>
            <a:spLocks noGrp="1"/>
          </p:cNvSpPr>
          <p:nvPr/>
        </p:nvSpPr>
        <p:spPr>
          <a:xfrm>
            <a:off x="6953250" y="6429375"/>
            <a:ext cx="200025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Output Receipt</a:t>
            </a:r>
            <a:endParaRPr lang="ko-KR">
              <a:latin typeface="Calibri"/>
              <a:ea typeface="Calibri"/>
              <a:cs typeface="Calibri"/>
            </a:endParaRPr>
          </a:p>
        </p:txBody>
      </p:sp>
      <p:sp>
        <p:nvSpPr>
          <p:cNvPr id="30" name="node:dp2">
            <a:extLst>
              <a:ext uri="{FF2B5EF4-FFF2-40B4-BE49-F238E27FC236}">
                <ns2:creationId id="{19009892-D898-48A0-9DD5-A1ECC839B1D2}"/>
              </a:ext>
            </a:extLst>
          </p:cNvPr>
          <p:cNvSpPr>
            <a:spLocks noGrp="1"/>
          </p:cNvSpPr>
          <p:nvPr/>
        </p:nvSpPr>
        <p:spPr>
          <a:xfrm>
            <a:off x="13049250" y="4191000"/>
            <a:ext cx="4191000" cy="809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Interpretation</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Service (DP2)</a:t>
            </a:r>
            <a:endParaRPr lang="ko-KR">
              <a:latin typeface="Calibri"/>
              <a:ea typeface="Calibri"/>
              <a:cs typeface="Calibri"/>
            </a:endParaRPr>
          </a:p>
        </p:txBody>
      </p:sp>
      <p:sp>
        <p:nvSpPr>
          <p:cNvPr id="31" name="node:history">
            <a:extLst>
              <a:ext uri="{FF2B5EF4-FFF2-40B4-BE49-F238E27FC236}">
                <ns2:creationId id="{E4BD8A59-F28B-4C1C-9F93-386BED8A3E21}"/>
              </a:ext>
            </a:extLst>
          </p:cNvPr>
          <p:cNvSpPr>
            <a:spLocks noGrp="1"/>
          </p:cNvSpPr>
          <p:nvPr/>
        </p:nvSpPr>
        <p:spPr>
          <a:xfrm>
            <a:off x="13049250" y="6191250"/>
            <a:ext cx="4191000" cy="3143250"/>
          </a:xfrm>
          <a:prstGeom prst="rect">
            <a:avLst/>
          </a:prstGeom>
          <a:solidFill>
            <a:srgbClr val="FFF6DD"/>
          </a:solidFill>
          <a:ln w="16193">
            <a:solidFill>
              <a:srgbClr val="111111"/>
            </a:solidFill>
          </a:ln>
        </p:spPr>
        <p:txBody>
          <a:bodyPr wrap="none" lIns="47625" tIns="19050" rIns="47625" bIns="28003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Delivery History</a:t>
            </a:r>
            <a:endParaRPr lang="ko-KR">
              <a:latin typeface="Calibri"/>
              <a:ea typeface="Calibri"/>
              <a:cs typeface="Calibri"/>
            </a:endParaRPr>
          </a:p>
        </p:txBody>
      </p:sp>
      <p:sp>
        <p:nvSpPr>
          <p:cNvPr id="32" name="divider history">
            <a:extLst>
              <a:ext uri="{FF2B5EF4-FFF2-40B4-BE49-F238E27FC236}">
                <ns2:creationId id="{AA71581F-1D3F-44AA-B84A-9665E237B255}"/>
              </a:ext>
            </a:extLst>
          </p:cNvPr>
          <p:cNvSpPr>
            <a:spLocks noGrp="1"/>
          </p:cNvSpPr>
          <p:nvPr/>
        </p:nvSpPr>
        <p:spPr>
          <a:xfrm>
            <a:off x="13049250" y="6553200"/>
            <a:ext cx="4191000" cy="953"/>
          </a:xfrm>
          <a:custGeom>
            <a:pathLst>
              <a:path w="4191000" h="953">
                <a:moveTo>
                  <a:pt x="0" y="0"/>
                </a:moveTo>
                <a:lnTo>
                  <a:pt x="4191000" y="0"/>
                </a:lnTo>
              </a:path>
            </a:pathLst>
          </a:custGeom>
          <a:noFill/>
          <a:ln w="9525">
            <a:solidFill>
              <a:srgbClr val="111111"/>
            </a:solidFill>
            <a:prstDash val="solid"/>
          </a:ln>
        </p:spPr>
      </p:sp>
      <p:sp>
        <p:nvSpPr>
          <p:cNvPr id="33" name="node:record">
            <a:extLst>
              <a:ext uri="{FF2B5EF4-FFF2-40B4-BE49-F238E27FC236}">
                <ns2:creationId id="{94D1008B-9816-44BE-86AA-4805F2DCC9A0}"/>
              </a:ext>
            </a:extLst>
          </p:cNvPr>
          <p:cNvSpPr>
            <a:spLocks noGrp="1"/>
          </p:cNvSpPr>
          <p:nvPr/>
        </p:nvSpPr>
        <p:spPr>
          <a:xfrm>
            <a:off x="13335000" y="6715125"/>
            <a:ext cx="3619500" cy="523875"/>
          </a:xfrm>
          <a:prstGeom prst="roundRect">
            <a:avLst>
              <a:gd name="adj" fmla="val 1454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Presentation Recorder</a:t>
            </a:r>
            <a:endParaRPr lang="ko-KR">
              <a:latin typeface="Calibri"/>
              <a:ea typeface="Calibri"/>
              <a:cs typeface="Calibri"/>
            </a:endParaRPr>
          </a:p>
        </p:txBody>
      </p:sp>
      <p:sp>
        <p:nvSpPr>
          <p:cNvPr id="34" name="node:facts">
            <a:extLst>
              <a:ext uri="{FF2B5EF4-FFF2-40B4-BE49-F238E27FC236}">
                <ns2:creationId id="{BC2FB883-CA5B-49AF-9DAC-853756F66F97}"/>
              </a:ext>
            </a:extLst>
          </p:cNvPr>
          <p:cNvSpPr>
            <a:spLocks noGrp="1"/>
          </p:cNvSpPr>
          <p:nvPr/>
        </p:nvSpPr>
        <p:spPr>
          <a:xfrm>
            <a:off x="13335000" y="7810500"/>
            <a:ext cx="1714500" cy="9525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표시 / 출력 구간</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내구 기록</a:t>
            </a:r>
            <a:endParaRPr lang="ko-KR">
              <a:latin typeface="Calibri"/>
              <a:ea typeface="Calibri"/>
              <a:cs typeface="Calibri"/>
            </a:endParaRPr>
          </a:p>
        </p:txBody>
      </p:sp>
      <p:sp>
        <p:nvSpPr>
          <p:cNvPr id="35" name="node:snapshot">
            <a:extLst>
              <a:ext uri="{FF2B5EF4-FFF2-40B4-BE49-F238E27FC236}">
                <ns2:creationId id="{F78AC408-F0E7-4C66-A0EE-F431D72AEA02}"/>
              </a:ext>
            </a:extLst>
          </p:cNvPr>
          <p:cNvSpPr>
            <a:spLocks noGrp="1"/>
          </p:cNvSpPr>
          <p:nvPr/>
        </p:nvSpPr>
        <p:spPr>
          <a:xfrm>
            <a:off x="15430500" y="7858125"/>
            <a:ext cx="1524000" cy="666750"/>
          </a:xfrm>
          <a:prstGeom prst="roundRect">
            <a:avLst>
              <a:gd name="adj" fmla="val 11429"/>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Input</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Snapshot</a:t>
            </a:r>
            <a:endParaRPr lang="ko-KR">
              <a:latin typeface="Calibri"/>
              <a:ea typeface="Calibri"/>
              <a:cs typeface="Calibri"/>
            </a:endParaRPr>
          </a:p>
        </p:txBody>
      </p:sp>
      <p:sp>
        <p:nvSpPr>
          <p:cNvPr id="36" name="node:ui">
            <a:extLst>
              <a:ext uri="{FF2B5EF4-FFF2-40B4-BE49-F238E27FC236}">
                <ns2:creationId id="{BEBF256C-8CD0-4D2F-AEE9-B5B9238767E3}"/>
              </a:ext>
            </a:extLst>
          </p:cNvPr>
          <p:cNvSpPr>
            <a:spLocks noGrp="1"/>
          </p:cNvSpPr>
          <p:nvPr/>
        </p:nvSpPr>
        <p:spPr>
          <a:xfrm>
            <a:off x="571500" y="8239125"/>
            <a:ext cx="4572000" cy="1381125"/>
          </a:xfrm>
          <a:prstGeom prst="rect">
            <a:avLst/>
          </a:prstGeom>
          <a:solidFill>
            <a:srgbClr val="FFF6DD"/>
          </a:solidFill>
          <a:ln w="16193">
            <a:solidFill>
              <a:srgbClr val="111111"/>
            </a:solidFill>
          </a:ln>
        </p:spPr>
        <p:txBody>
          <a:bodyPr wrap="none" lIns="47625" tIns="19050" rIns="47625" bIns="103822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UI Renderer</a:t>
            </a:r>
            <a:endParaRPr lang="ko-KR">
              <a:latin typeface="Calibri"/>
              <a:ea typeface="Calibri"/>
              <a:cs typeface="Calibri"/>
            </a:endParaRPr>
          </a:p>
        </p:txBody>
      </p:sp>
      <p:sp>
        <p:nvSpPr>
          <p:cNvPr id="37" name="divider ui">
            <a:extLst>
              <a:ext uri="{FF2B5EF4-FFF2-40B4-BE49-F238E27FC236}">
                <ns2:creationId id="{E26C2883-B760-4F94-ACE0-10D13C6FD25F}"/>
              </a:ext>
            </a:extLst>
          </p:cNvPr>
          <p:cNvSpPr>
            <a:spLocks noGrp="1"/>
          </p:cNvSpPr>
          <p:nvPr/>
        </p:nvSpPr>
        <p:spPr>
          <a:xfrm>
            <a:off x="571500" y="8601075"/>
            <a:ext cx="4572000" cy="953"/>
          </a:xfrm>
          <a:custGeom>
            <a:pathLst>
              <a:path w="4572000" h="953">
                <a:moveTo>
                  <a:pt x="0" y="0"/>
                </a:moveTo>
                <a:lnTo>
                  <a:pt x="4572000" y="0"/>
                </a:lnTo>
              </a:path>
            </a:pathLst>
          </a:custGeom>
          <a:noFill/>
          <a:ln w="9525">
            <a:solidFill>
              <a:srgbClr val="111111"/>
            </a:solidFill>
            <a:prstDash val="solid"/>
          </a:ln>
        </p:spPr>
      </p:sp>
      <p:sp>
        <p:nvSpPr>
          <p:cNvPr id="38" name="node:publish">
            <a:extLst>
              <a:ext uri="{FF2B5EF4-FFF2-40B4-BE49-F238E27FC236}">
                <ns2:creationId id="{747230B8-8ED0-499E-9758-46ADC300699E}"/>
              </a:ext>
            </a:extLst>
          </p:cNvPr>
          <p:cNvSpPr>
            <a:spLocks noGrp="1"/>
          </p:cNvSpPr>
          <p:nvPr/>
        </p:nvSpPr>
        <p:spPr>
          <a:xfrm>
            <a:off x="857250" y="8763000"/>
            <a:ext cx="4000500" cy="523875"/>
          </a:xfrm>
          <a:prstGeom prst="roundRect">
            <a:avLst>
              <a:gd name="adj" fmla="val 14545"/>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Text Publisher</a:t>
            </a:r>
            <a:endParaRPr lang="ko-KR">
              <a:latin typeface="Calibri"/>
              <a:ea typeface="Calibri"/>
              <a:cs typeface="Calibri"/>
            </a:endParaRPr>
          </a:p>
        </p:txBody>
      </p:sp>
      <p:sp>
        <p:nvSpPr>
          <p:cNvPr id="39" name="node:reg">
            <a:extLst>
              <a:ext uri="{FF2B5EF4-FFF2-40B4-BE49-F238E27FC236}">
                <ns2:creationId id="{66EB3318-F902-4304-9032-8317EC75D9B0}"/>
              </a:ext>
            </a:extLst>
          </p:cNvPr>
          <p:cNvSpPr>
            <a:spLocks noGrp="1"/>
          </p:cNvSpPr>
          <p:nvPr/>
        </p:nvSpPr>
        <p:spPr>
          <a:xfrm>
            <a:off x="6667500" y="8239125"/>
            <a:ext cx="4572000" cy="1381125"/>
          </a:xfrm>
          <a:prstGeom prst="rect">
            <a:avLst/>
          </a:prstGeom>
          <a:solidFill>
            <a:srgbClr val="FFF6DD"/>
          </a:solidFill>
          <a:ln w="16193">
            <a:solidFill>
              <a:srgbClr val="111111"/>
            </a:solidFill>
          </a:ln>
        </p:spPr>
        <p:txBody>
          <a:bodyPr wrap="none" lIns="47625" tIns="19050" rIns="47625" bIns="103822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Response Registry</a:t>
            </a:r>
            <a:endParaRPr lang="ko-KR">
              <a:latin typeface="Calibri"/>
              <a:ea typeface="Calibri"/>
              <a:cs typeface="Calibri"/>
            </a:endParaRPr>
          </a:p>
        </p:txBody>
      </p:sp>
      <p:sp>
        <p:nvSpPr>
          <p:cNvPr id="40" name="divider reg">
            <a:extLst>
              <a:ext uri="{FF2B5EF4-FFF2-40B4-BE49-F238E27FC236}">
                <ns2:creationId id="{64FD37F1-A3C7-4238-9C3D-F0F39A7ACDBC}"/>
              </a:ext>
            </a:extLst>
          </p:cNvPr>
          <p:cNvSpPr>
            <a:spLocks noGrp="1"/>
          </p:cNvSpPr>
          <p:nvPr/>
        </p:nvSpPr>
        <p:spPr>
          <a:xfrm>
            <a:off x="6667500" y="8601075"/>
            <a:ext cx="4572000" cy="953"/>
          </a:xfrm>
          <a:custGeom>
            <a:pathLst>
              <a:path w="4572000" h="953">
                <a:moveTo>
                  <a:pt x="0" y="0"/>
                </a:moveTo>
                <a:lnTo>
                  <a:pt x="4572000" y="0"/>
                </a:lnTo>
              </a:path>
            </a:pathLst>
          </a:custGeom>
          <a:noFill/>
          <a:ln w="9525">
            <a:solidFill>
              <a:srgbClr val="111111"/>
            </a:solidFill>
            <a:prstDash val="solid"/>
          </a:ln>
        </p:spPr>
      </p:sp>
      <p:sp>
        <p:nvSpPr>
          <p:cNvPr id="41" name="node:apply">
            <a:extLst>
              <a:ext uri="{FF2B5EF4-FFF2-40B4-BE49-F238E27FC236}">
                <ns2:creationId id="{14213175-DC86-4DBF-B3E2-CC627BC6CFB0}"/>
              </a:ext>
            </a:extLst>
          </p:cNvPr>
          <p:cNvSpPr>
            <a:spLocks noGrp="1"/>
          </p:cNvSpPr>
          <p:nvPr/>
        </p:nvSpPr>
        <p:spPr>
          <a:xfrm>
            <a:off x="6953250" y="8763000"/>
            <a:ext cx="4000500" cy="523875"/>
          </a:xfrm>
          <a:prstGeom prst="roundRect">
            <a:avLst>
              <a:gd name="adj" fmla="val 14545"/>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Revision Admission</a:t>
            </a:r>
            <a:endParaRPr lang="ko-KR">
              <a:latin typeface="Calibri"/>
              <a:ea typeface="Calibri"/>
              <a:cs typeface="Calibri"/>
            </a:endParaRPr>
          </a:p>
        </p:txBody>
      </p:sp>
      <p:sp>
        <p:nvSpPr>
          <p:cNvPr id="42" name="edge:samples">
            <a:extLst>
              <a:ext uri="{FF2B5EF4-FFF2-40B4-BE49-F238E27FC236}">
                <ns2:creationId id="{FA2CC244-E5DC-43A1-912C-493D931D3F00}"/>
              </a:ext>
            </a:extLst>
          </p:cNvPr>
          <p:cNvSpPr>
            <a:spLocks noGrp="1"/>
          </p:cNvSpPr>
          <p:nvPr/>
        </p:nvSpPr>
        <p:spPr>
          <a:xfrm>
            <a:off x="2762250" y="2952750"/>
            <a:ext cx="285750" cy="953"/>
          </a:xfrm>
          <a:custGeom>
            <a:pathLst>
              <a:path w="285750" h="953">
                <a:moveTo>
                  <a:pt x="0" y="0"/>
                </a:moveTo>
                <a:lnTo>
                  <a:pt x="285750" y="0"/>
                </a:lnTo>
              </a:path>
            </a:pathLst>
          </a:custGeom>
          <a:noFill/>
          <a:ln w="17145">
            <a:solidFill>
              <a:srgbClr val="111111"/>
            </a:solidFill>
            <a:prstDash val="solid"/>
          </a:ln>
        </p:spPr>
      </p:sp>
      <p:sp>
        <p:nvSpPr>
          <p:cNvPr id="43" name="arrow:samples">
            <a:extLst>
              <a:ext uri="{FF2B5EF4-FFF2-40B4-BE49-F238E27FC236}">
                <ns2:creationId id="{4FB0F7A4-DCEA-47BB-8121-5FB464D742AC}"/>
              </a:ext>
            </a:extLst>
          </p:cNvPr>
          <p:cNvSpPr>
            <a:spLocks noGrp="1"/>
          </p:cNvSpPr>
          <p:nvPr/>
        </p:nvSpPr>
        <p:spPr>
          <a:xfrm>
            <a:off x="2962275" y="29146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44" name="edge:inputstream">
            <a:extLst>
              <a:ext uri="{FF2B5EF4-FFF2-40B4-BE49-F238E27FC236}">
                <ns2:creationId id="{D0D6CED5-8D85-4C63-876E-C9ECC0158457}"/>
              </a:ext>
            </a:extLst>
          </p:cNvPr>
          <p:cNvSpPr>
            <a:spLocks noGrp="1"/>
          </p:cNvSpPr>
          <p:nvPr/>
        </p:nvSpPr>
        <p:spPr>
          <a:xfrm>
            <a:off x="381000" y="1924050"/>
            <a:ext cx="6572250" cy="933450"/>
          </a:xfrm>
          <a:custGeom>
            <a:pathLst>
              <a:path w="6572250" h="933450">
                <a:moveTo>
                  <a:pt x="476250" y="933450"/>
                </a:moveTo>
                <a:lnTo>
                  <a:pt x="0" y="933450"/>
                </a:lnTo>
                <a:lnTo>
                  <a:pt x="0" y="0"/>
                </a:lnTo>
                <a:lnTo>
                  <a:pt x="6096000" y="0"/>
                </a:lnTo>
                <a:lnTo>
                  <a:pt x="6096000" y="933450"/>
                </a:lnTo>
                <a:lnTo>
                  <a:pt x="6572250" y="933450"/>
                </a:lnTo>
              </a:path>
            </a:pathLst>
          </a:custGeom>
          <a:noFill/>
          <a:ln w="17145">
            <a:solidFill>
              <a:srgbClr val="111111"/>
            </a:solidFill>
            <a:prstDash val="solid"/>
          </a:ln>
        </p:spPr>
      </p:sp>
      <p:sp>
        <p:nvSpPr>
          <p:cNvPr id="45" name="arrow:inputstream">
            <a:extLst>
              <a:ext uri="{FF2B5EF4-FFF2-40B4-BE49-F238E27FC236}">
                <ns2:creationId id="{BA3548FF-16FA-44E8-9CA2-BE37FC2A79B4}"/>
              </a:ext>
            </a:extLst>
          </p:cNvPr>
          <p:cNvSpPr>
            <a:spLocks noGrp="1"/>
          </p:cNvSpPr>
          <p:nvPr/>
        </p:nvSpPr>
        <p:spPr>
          <a:xfrm>
            <a:off x="6867525" y="28194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46" name="edge:vad-a">
            <a:extLst>
              <a:ext uri="{FF2B5EF4-FFF2-40B4-BE49-F238E27FC236}">
                <ns2:creationId id="{129A6393-D0EA-489A-A9EB-4209F97DB824}"/>
              </a:ext>
            </a:extLst>
          </p:cNvPr>
          <p:cNvSpPr>
            <a:spLocks noGrp="1"/>
          </p:cNvSpPr>
          <p:nvPr/>
        </p:nvSpPr>
        <p:spPr>
          <a:xfrm>
            <a:off x="381000" y="2762250"/>
            <a:ext cx="4953000" cy="3048000"/>
          </a:xfrm>
          <a:custGeom>
            <a:pathLst>
              <a:path w="4953000" h="3048000">
                <a:moveTo>
                  <a:pt x="4476750" y="0"/>
                </a:moveTo>
                <a:lnTo>
                  <a:pt x="4953000" y="0"/>
                </a:lnTo>
                <a:lnTo>
                  <a:pt x="4953000" y="3048000"/>
                </a:lnTo>
                <a:lnTo>
                  <a:pt x="0" y="3048000"/>
                </a:lnTo>
                <a:lnTo>
                  <a:pt x="0" y="2190750"/>
                </a:lnTo>
                <a:lnTo>
                  <a:pt x="476250" y="2190750"/>
                </a:lnTo>
              </a:path>
            </a:pathLst>
          </a:custGeom>
          <a:noFill/>
          <a:ln w="17145">
            <a:solidFill>
              <a:srgbClr val="4676CB"/>
            </a:solidFill>
            <a:prstDash val="solid"/>
          </a:ln>
        </p:spPr>
      </p:sp>
      <p:sp>
        <p:nvSpPr>
          <p:cNvPr id="47" name="arrow:vad-a">
            <a:extLst>
              <a:ext uri="{FF2B5EF4-FFF2-40B4-BE49-F238E27FC236}">
                <ns2:creationId id="{CC9F8629-9982-4CE0-8436-6E7185726A8F}"/>
              </a:ext>
            </a:extLst>
          </p:cNvPr>
          <p:cNvSpPr>
            <a:spLocks noGrp="1"/>
          </p:cNvSpPr>
          <p:nvPr/>
        </p:nvSpPr>
        <p:spPr>
          <a:xfrm>
            <a:off x="771525" y="49149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48" name="edge:vad-b">
            <a:extLst>
              <a:ext uri="{FF2B5EF4-FFF2-40B4-BE49-F238E27FC236}">
                <ns2:creationId id="{58D85AAA-B936-44C3-92A1-52279D6AD2C8}"/>
              </a:ext>
            </a:extLst>
          </p:cNvPr>
          <p:cNvSpPr>
            <a:spLocks noGrp="1"/>
          </p:cNvSpPr>
          <p:nvPr/>
        </p:nvSpPr>
        <p:spPr>
          <a:xfrm>
            <a:off x="4857750" y="2952750"/>
            <a:ext cx="666750" cy="4048125"/>
          </a:xfrm>
          <a:custGeom>
            <a:pathLst>
              <a:path w="666750" h="4048125">
                <a:moveTo>
                  <a:pt x="0" y="0"/>
                </a:moveTo>
                <a:lnTo>
                  <a:pt x="666750" y="0"/>
                </a:lnTo>
                <a:lnTo>
                  <a:pt x="666750" y="4048125"/>
                </a:lnTo>
                <a:lnTo>
                  <a:pt x="0" y="4048125"/>
                </a:lnTo>
              </a:path>
            </a:pathLst>
          </a:custGeom>
          <a:noFill/>
          <a:ln w="17145">
            <a:solidFill>
              <a:srgbClr val="32824A"/>
            </a:solidFill>
            <a:prstDash val="solid"/>
          </a:ln>
        </p:spPr>
      </p:sp>
      <p:sp>
        <p:nvSpPr>
          <p:cNvPr id="49" name="arrow:vad-b">
            <a:extLst>
              <a:ext uri="{FF2B5EF4-FFF2-40B4-BE49-F238E27FC236}">
                <ns2:creationId id="{33DFC146-449A-41E8-AC34-1DCE1AD3930A}"/>
              </a:ext>
            </a:extLst>
          </p:cNvPr>
          <p:cNvSpPr>
            <a:spLocks noGrp="1"/>
          </p:cNvSpPr>
          <p:nvPr/>
        </p:nvSpPr>
        <p:spPr>
          <a:xfrm>
            <a:off x="4857750" y="69627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50" name="edge:stop-a">
            <a:extLst>
              <a:ext uri="{FF2B5EF4-FFF2-40B4-BE49-F238E27FC236}">
                <ns2:creationId id="{8BD81110-C4D1-4C6D-B01A-94B3E512306B}"/>
              </a:ext>
            </a:extLst>
          </p:cNvPr>
          <p:cNvSpPr>
            <a:spLocks noGrp="1"/>
          </p:cNvSpPr>
          <p:nvPr/>
        </p:nvSpPr>
        <p:spPr>
          <a:xfrm>
            <a:off x="4857750" y="4962525"/>
            <a:ext cx="2095500" cy="953"/>
          </a:xfrm>
          <a:custGeom>
            <a:pathLst>
              <a:path w="2095500" h="953">
                <a:moveTo>
                  <a:pt x="0" y="0"/>
                </a:moveTo>
                <a:lnTo>
                  <a:pt x="2095500" y="0"/>
                </a:lnTo>
              </a:path>
            </a:pathLst>
          </a:custGeom>
          <a:noFill/>
          <a:ln w="17145">
            <a:solidFill>
              <a:srgbClr val="4676CB"/>
            </a:solidFill>
            <a:prstDash val="solid"/>
          </a:ln>
        </p:spPr>
      </p:sp>
      <p:sp>
        <p:nvSpPr>
          <p:cNvPr id="51" name="arrow:stop-a">
            <a:extLst>
              <a:ext uri="{FF2B5EF4-FFF2-40B4-BE49-F238E27FC236}">
                <ns2:creationId id="{FC0F9DB1-4079-42DF-9D45-CB91D297C2A9}"/>
              </a:ext>
            </a:extLst>
          </p:cNvPr>
          <p:cNvSpPr>
            <a:spLocks noGrp="1"/>
          </p:cNvSpPr>
          <p:nvPr/>
        </p:nvSpPr>
        <p:spPr>
          <a:xfrm>
            <a:off x="6867525" y="492442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52" name="edge:stop-b">
            <a:extLst>
              <a:ext uri="{FF2B5EF4-FFF2-40B4-BE49-F238E27FC236}">
                <ns2:creationId id="{EA10AEAF-7835-48BC-87AF-1147DCCE4B70}"/>
              </a:ext>
            </a:extLst>
          </p:cNvPr>
          <p:cNvSpPr>
            <a:spLocks noGrp="1"/>
          </p:cNvSpPr>
          <p:nvPr/>
        </p:nvSpPr>
        <p:spPr>
          <a:xfrm>
            <a:off x="4857750" y="5219700"/>
            <a:ext cx="2095500" cy="1781175"/>
          </a:xfrm>
          <a:custGeom>
            <a:pathLst>
              <a:path w="2095500" h="1781175">
                <a:moveTo>
                  <a:pt x="0" y="1781175"/>
                </a:moveTo>
                <a:lnTo>
                  <a:pt x="1333500" y="1781175"/>
                </a:lnTo>
                <a:lnTo>
                  <a:pt x="1333500" y="0"/>
                </a:lnTo>
                <a:lnTo>
                  <a:pt x="2095500" y="0"/>
                </a:lnTo>
              </a:path>
            </a:pathLst>
          </a:custGeom>
          <a:noFill/>
          <a:ln w="17145">
            <a:solidFill>
              <a:srgbClr val="32824A"/>
            </a:solidFill>
            <a:prstDash val="solid"/>
          </a:ln>
        </p:spPr>
      </p:sp>
      <p:sp>
        <p:nvSpPr>
          <p:cNvPr id="53" name="arrow:stop-b">
            <a:extLst>
              <a:ext uri="{FF2B5EF4-FFF2-40B4-BE49-F238E27FC236}">
                <ns2:creationId id="{1F0DB29C-B5E8-4180-BB24-DB58012F43AB}"/>
              </a:ext>
            </a:extLst>
          </p:cNvPr>
          <p:cNvSpPr>
            <a:spLocks noGrp="1"/>
          </p:cNvSpPr>
          <p:nvPr/>
        </p:nvSpPr>
        <p:spPr>
          <a:xfrm>
            <a:off x="6867525" y="518160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54" name="edge:enqueue">
            <a:extLst>
              <a:ext uri="{FF2B5EF4-FFF2-40B4-BE49-F238E27FC236}">
                <ns2:creationId id="{4E8AB2E5-798C-468F-BAC3-4F02661A0CD3}"/>
              </a:ext>
            </a:extLst>
          </p:cNvPr>
          <p:cNvSpPr>
            <a:spLocks noGrp="1"/>
          </p:cNvSpPr>
          <p:nvPr/>
        </p:nvSpPr>
        <p:spPr>
          <a:xfrm>
            <a:off x="8953500" y="4905375"/>
            <a:ext cx="571500" cy="953"/>
          </a:xfrm>
          <a:custGeom>
            <a:pathLst>
              <a:path w="571500" h="953">
                <a:moveTo>
                  <a:pt x="0" y="0"/>
                </a:moveTo>
                <a:lnTo>
                  <a:pt x="571500" y="0"/>
                </a:lnTo>
              </a:path>
            </a:pathLst>
          </a:custGeom>
          <a:noFill/>
          <a:ln w="17145">
            <a:solidFill>
              <a:srgbClr val="111111"/>
            </a:solidFill>
            <a:prstDash val="solid"/>
          </a:ln>
        </p:spPr>
      </p:sp>
      <p:sp>
        <p:nvSpPr>
          <p:cNvPr id="55" name="arrow:enqueue">
            <a:extLst>
              <a:ext uri="{FF2B5EF4-FFF2-40B4-BE49-F238E27FC236}">
                <ns2:creationId id="{0AE2A01A-0D34-4A5C-9D36-D6B5994E4CB1}"/>
              </a:ext>
            </a:extLst>
          </p:cNvPr>
          <p:cNvSpPr>
            <a:spLocks noGrp="1"/>
          </p:cNvSpPr>
          <p:nvPr/>
        </p:nvSpPr>
        <p:spPr>
          <a:xfrm>
            <a:off x="9439275" y="486727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56" name="edge:position">
            <a:extLst>
              <a:ext uri="{FF2B5EF4-FFF2-40B4-BE49-F238E27FC236}">
                <ns2:creationId id="{01B105F5-5693-4B79-AAFB-E60677E49F79}"/>
              </a:ext>
            </a:extLst>
          </p:cNvPr>
          <p:cNvSpPr>
            <a:spLocks noGrp="1"/>
          </p:cNvSpPr>
          <p:nvPr/>
        </p:nvSpPr>
        <p:spPr>
          <a:xfrm>
            <a:off x="8953500" y="5219700"/>
            <a:ext cx="571500" cy="953"/>
          </a:xfrm>
          <a:custGeom>
            <a:pathLst>
              <a:path w="571500" h="953">
                <a:moveTo>
                  <a:pt x="571500" y="0"/>
                </a:moveTo>
                <a:lnTo>
                  <a:pt x="0" y="0"/>
                </a:lnTo>
              </a:path>
            </a:pathLst>
          </a:custGeom>
          <a:noFill/>
          <a:ln w="17145">
            <a:solidFill>
              <a:srgbClr val="111111"/>
            </a:solidFill>
            <a:prstDash val="dash"/>
          </a:ln>
        </p:spPr>
      </p:sp>
      <p:sp>
        <p:nvSpPr>
          <p:cNvPr id="57" name="arrow:position">
            <a:extLst>
              <a:ext uri="{FF2B5EF4-FFF2-40B4-BE49-F238E27FC236}">
                <ns2:creationId id="{BD08A936-1207-45A5-BAE7-54DDDCCBCDCF}"/>
              </a:ext>
            </a:extLst>
          </p:cNvPr>
          <p:cNvSpPr>
            <a:spLocks noGrp="1"/>
          </p:cNvSpPr>
          <p:nvPr/>
        </p:nvSpPr>
        <p:spPr>
          <a:xfrm>
            <a:off x="8953500" y="51816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58" name="edge:receiptrange">
            <a:extLst>
              <a:ext uri="{FF2B5EF4-FFF2-40B4-BE49-F238E27FC236}">
                <ns2:creationId id="{6C65A1D5-9F89-46AE-9620-E7052A2A1319}"/>
              </a:ext>
            </a:extLst>
          </p:cNvPr>
          <p:cNvSpPr>
            <a:spLocks noGrp="1"/>
          </p:cNvSpPr>
          <p:nvPr/>
        </p:nvSpPr>
        <p:spPr>
          <a:xfrm>
            <a:off x="7953375" y="5334000"/>
            <a:ext cx="953" cy="1095375"/>
          </a:xfrm>
          <a:custGeom>
            <a:pathLst>
              <a:path w="953" h="1095375">
                <a:moveTo>
                  <a:pt x="0" y="0"/>
                </a:moveTo>
                <a:lnTo>
                  <a:pt x="0" y="1095375"/>
                </a:lnTo>
              </a:path>
            </a:pathLst>
          </a:custGeom>
          <a:noFill/>
          <a:ln w="17145">
            <a:solidFill>
              <a:srgbClr val="111111"/>
            </a:solidFill>
            <a:prstDash val="dash"/>
          </a:ln>
        </p:spPr>
      </p:sp>
      <p:sp>
        <p:nvSpPr>
          <p:cNvPr id="59" name="arrow:receiptrange">
            <a:extLst>
              <a:ext uri="{FF2B5EF4-FFF2-40B4-BE49-F238E27FC236}">
                <ns2:creationId id="{FBCBA8E2-E7A2-4D3A-AB8E-B0B1559E00C1}"/>
              </a:ext>
            </a:extLst>
          </p:cNvPr>
          <p:cNvSpPr>
            <a:spLocks noGrp="1"/>
          </p:cNvSpPr>
          <p:nvPr/>
        </p:nvSpPr>
        <p:spPr>
          <a:xfrm>
            <a:off x="7915275" y="63436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60" name="edge:halt-ack-a">
            <a:extLst>
              <a:ext uri="{FF2B5EF4-FFF2-40B4-BE49-F238E27FC236}">
                <ns2:creationId id="{D482F8B6-EE61-464A-9357-6211BE5F2815}"/>
              </a:ext>
            </a:extLst>
          </p:cNvPr>
          <p:cNvSpPr>
            <a:spLocks noGrp="1"/>
          </p:cNvSpPr>
          <p:nvPr/>
        </p:nvSpPr>
        <p:spPr>
          <a:xfrm>
            <a:off x="4857750" y="5143500"/>
            <a:ext cx="2095500" cy="1428750"/>
          </a:xfrm>
          <a:custGeom>
            <a:pathLst>
              <a:path w="2095500" h="1428750">
                <a:moveTo>
                  <a:pt x="2095500" y="1428750"/>
                </a:moveTo>
                <a:lnTo>
                  <a:pt x="1047750" y="1428750"/>
                </a:lnTo>
                <a:lnTo>
                  <a:pt x="1047750" y="0"/>
                </a:lnTo>
                <a:lnTo>
                  <a:pt x="0" y="0"/>
                </a:lnTo>
              </a:path>
            </a:pathLst>
          </a:custGeom>
          <a:noFill/>
          <a:ln w="17145">
            <a:solidFill>
              <a:srgbClr val="4676CB"/>
            </a:solidFill>
            <a:prstDash val="dash"/>
          </a:ln>
        </p:spPr>
      </p:sp>
      <p:sp>
        <p:nvSpPr>
          <p:cNvPr id="61" name="arrow:halt-ack-a">
            <a:extLst>
              <a:ext uri="{FF2B5EF4-FFF2-40B4-BE49-F238E27FC236}">
                <ns2:creationId id="{9447E3CE-A8B6-4DE5-A3BE-2481813A4FDD}"/>
              </a:ext>
            </a:extLst>
          </p:cNvPr>
          <p:cNvSpPr>
            <a:spLocks noGrp="1"/>
          </p:cNvSpPr>
          <p:nvPr/>
        </p:nvSpPr>
        <p:spPr>
          <a:xfrm>
            <a:off x="4857750" y="510540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62" name="edge:halt-ack-b">
            <a:extLst>
              <a:ext uri="{FF2B5EF4-FFF2-40B4-BE49-F238E27FC236}">
                <ns2:creationId id="{0706ADD4-C5DE-4192-832C-40EA85963009}"/>
              </a:ext>
            </a:extLst>
          </p:cNvPr>
          <p:cNvSpPr>
            <a:spLocks noGrp="1"/>
          </p:cNvSpPr>
          <p:nvPr/>
        </p:nvSpPr>
        <p:spPr>
          <a:xfrm>
            <a:off x="2857500" y="6858000"/>
            <a:ext cx="4095750" cy="552450"/>
          </a:xfrm>
          <a:custGeom>
            <a:pathLst>
              <a:path w="4095750" h="552450">
                <a:moveTo>
                  <a:pt x="4095750" y="0"/>
                </a:moveTo>
                <a:lnTo>
                  <a:pt x="3714750" y="0"/>
                </a:lnTo>
                <a:lnTo>
                  <a:pt x="3714750" y="552450"/>
                </a:lnTo>
                <a:lnTo>
                  <a:pt x="0" y="552450"/>
                </a:lnTo>
                <a:lnTo>
                  <a:pt x="0" y="381000"/>
                </a:lnTo>
              </a:path>
            </a:pathLst>
          </a:custGeom>
          <a:noFill/>
          <a:ln w="17145">
            <a:solidFill>
              <a:srgbClr val="32824A"/>
            </a:solidFill>
            <a:prstDash val="dash"/>
          </a:ln>
        </p:spPr>
      </p:sp>
      <p:sp>
        <p:nvSpPr>
          <p:cNvPr id="63" name="arrow:halt-ack-b">
            <a:extLst>
              <a:ext uri="{FF2B5EF4-FFF2-40B4-BE49-F238E27FC236}">
                <ns2:creationId id="{CF19020E-15E0-405D-A1A1-6CF82A91B1E4}"/>
              </a:ext>
            </a:extLst>
          </p:cNvPr>
          <p:cNvSpPr>
            <a:spLocks noGrp="1"/>
          </p:cNvSpPr>
          <p:nvPr/>
        </p:nvSpPr>
        <p:spPr>
          <a:xfrm>
            <a:off x="2819400" y="7239000"/>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64" name="edge:recordaudio">
            <a:extLst>
              <a:ext uri="{FF2B5EF4-FFF2-40B4-BE49-F238E27FC236}">
                <ns2:creationId id="{D59B2996-8FCC-4D2A-ACBB-B94AAE5152E6}"/>
              </a:ext>
            </a:extLst>
          </p:cNvPr>
          <p:cNvSpPr>
            <a:spLocks noGrp="1"/>
          </p:cNvSpPr>
          <p:nvPr/>
        </p:nvSpPr>
        <p:spPr>
          <a:xfrm>
            <a:off x="8953500" y="6715125"/>
            <a:ext cx="4381500" cy="953"/>
          </a:xfrm>
          <a:custGeom>
            <a:pathLst>
              <a:path w="4381500" h="953">
                <a:moveTo>
                  <a:pt x="0" y="0"/>
                </a:moveTo>
                <a:lnTo>
                  <a:pt x="4381500" y="0"/>
                </a:lnTo>
              </a:path>
            </a:pathLst>
          </a:custGeom>
          <a:noFill/>
          <a:ln w="17145">
            <a:solidFill>
              <a:srgbClr val="111111"/>
            </a:solidFill>
            <a:prstDash val="dash"/>
          </a:ln>
        </p:spPr>
      </p:sp>
      <p:sp>
        <p:nvSpPr>
          <p:cNvPr id="65" name="arrow:recordaudio">
            <a:extLst>
              <a:ext uri="{FF2B5EF4-FFF2-40B4-BE49-F238E27FC236}">
                <ns2:creationId id="{4FAC2260-3D94-4319-9F76-D7EF94EF0A21}"/>
              </a:ext>
            </a:extLst>
          </p:cNvPr>
          <p:cNvSpPr>
            <a:spLocks noGrp="1"/>
          </p:cNvSpPr>
          <p:nvPr/>
        </p:nvSpPr>
        <p:spPr>
          <a:xfrm>
            <a:off x="13249275" y="66770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66" name="edge:sendinput">
            <a:extLst>
              <a:ext uri="{FF2B5EF4-FFF2-40B4-BE49-F238E27FC236}">
                <ns2:creationId id="{FE39E7CD-C37A-467F-B122-A6CE646B249A}"/>
              </a:ext>
            </a:extLst>
          </p:cNvPr>
          <p:cNvSpPr>
            <a:spLocks noGrp="1"/>
          </p:cNvSpPr>
          <p:nvPr/>
        </p:nvSpPr>
        <p:spPr>
          <a:xfrm>
            <a:off x="10953750" y="2714625"/>
            <a:ext cx="2095500" cy="953"/>
          </a:xfrm>
          <a:custGeom>
            <a:pathLst>
              <a:path w="2095500" h="953">
                <a:moveTo>
                  <a:pt x="0" y="0"/>
                </a:moveTo>
                <a:lnTo>
                  <a:pt x="2095500" y="0"/>
                </a:lnTo>
              </a:path>
            </a:pathLst>
          </a:custGeom>
          <a:noFill/>
          <a:ln w="17145">
            <a:solidFill>
              <a:srgbClr val="111111"/>
            </a:solidFill>
            <a:prstDash val="solid"/>
          </a:ln>
        </p:spPr>
      </p:sp>
      <p:sp>
        <p:nvSpPr>
          <p:cNvPr id="67" name="arrow:sendinput">
            <a:extLst>
              <a:ext uri="{FF2B5EF4-FFF2-40B4-BE49-F238E27FC236}">
                <ns2:creationId id="{BACE4D87-5028-4E9C-83D9-8B5E61D8669E}"/>
              </a:ext>
            </a:extLst>
          </p:cNvPr>
          <p:cNvSpPr>
            <a:spLocks noGrp="1"/>
          </p:cNvSpPr>
          <p:nvPr/>
        </p:nvSpPr>
        <p:spPr>
          <a:xfrm>
            <a:off x="12963525" y="26765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68" name="edge:inputack">
            <a:extLst>
              <a:ext uri="{FF2B5EF4-FFF2-40B4-BE49-F238E27FC236}">
                <ns2:creationId id="{5B364982-1851-4DF1-BDDB-12419DDF4F52}"/>
              </a:ext>
            </a:extLst>
          </p:cNvPr>
          <p:cNvSpPr>
            <a:spLocks noGrp="1"/>
          </p:cNvSpPr>
          <p:nvPr/>
        </p:nvSpPr>
        <p:spPr>
          <a:xfrm>
            <a:off x="10953750" y="2981325"/>
            <a:ext cx="2095500" cy="953"/>
          </a:xfrm>
          <a:custGeom>
            <a:pathLst>
              <a:path w="2095500" h="953">
                <a:moveTo>
                  <a:pt x="2095500" y="0"/>
                </a:moveTo>
                <a:lnTo>
                  <a:pt x="0" y="0"/>
                </a:lnTo>
              </a:path>
            </a:pathLst>
          </a:custGeom>
          <a:noFill/>
          <a:ln w="17145">
            <a:solidFill>
              <a:srgbClr val="111111"/>
            </a:solidFill>
            <a:prstDash val="dash"/>
          </a:ln>
        </p:spPr>
      </p:sp>
      <p:sp>
        <p:nvSpPr>
          <p:cNvPr id="69" name="arrow:inputack">
            <a:extLst>
              <a:ext uri="{FF2B5EF4-FFF2-40B4-BE49-F238E27FC236}">
                <ns2:creationId id="{3A32FA73-7A05-440F-BB15-4350A9DA611C}"/>
              </a:ext>
            </a:extLst>
          </p:cNvPr>
          <p:cNvSpPr>
            <a:spLocks noGrp="1"/>
          </p:cNvSpPr>
          <p:nvPr/>
        </p:nvSpPr>
        <p:spPr>
          <a:xfrm>
            <a:off x="10953750" y="29432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70" name="edge:transcript">
            <a:extLst>
              <a:ext uri="{FF2B5EF4-FFF2-40B4-BE49-F238E27FC236}">
                <ns2:creationId id="{B960B91D-71BA-428F-831F-9C46908057D3}"/>
              </a:ext>
            </a:extLst>
          </p:cNvPr>
          <p:cNvSpPr>
            <a:spLocks noGrp="1"/>
          </p:cNvSpPr>
          <p:nvPr/>
        </p:nvSpPr>
        <p:spPr>
          <a:xfrm>
            <a:off x="4857750" y="3000375"/>
            <a:ext cx="2095500" cy="476250"/>
          </a:xfrm>
          <a:custGeom>
            <a:pathLst>
              <a:path w="2095500" h="476250">
                <a:moveTo>
                  <a:pt x="2095500" y="0"/>
                </a:moveTo>
                <a:lnTo>
                  <a:pt x="1333500" y="0"/>
                </a:lnTo>
                <a:lnTo>
                  <a:pt x="1333500" y="476250"/>
                </a:lnTo>
                <a:lnTo>
                  <a:pt x="0" y="476250"/>
                </a:lnTo>
              </a:path>
            </a:pathLst>
          </a:custGeom>
          <a:noFill/>
          <a:ln w="17145">
            <a:solidFill>
              <a:srgbClr val="111111"/>
            </a:solidFill>
            <a:prstDash val="dash"/>
          </a:ln>
        </p:spPr>
      </p:sp>
      <p:sp>
        <p:nvSpPr>
          <p:cNvPr id="71" name="arrow:transcript">
            <a:extLst>
              <a:ext uri="{FF2B5EF4-FFF2-40B4-BE49-F238E27FC236}">
                <ns2:creationId id="{545F494D-5587-4ABA-BDE5-55E16CDAF191}"/>
              </a:ext>
            </a:extLst>
          </p:cNvPr>
          <p:cNvSpPr>
            <a:spLocks noGrp="1"/>
          </p:cNvSpPr>
          <p:nvPr/>
        </p:nvSpPr>
        <p:spPr>
          <a:xfrm>
            <a:off x="4857750" y="34385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72" name="edge:speech-end">
            <a:extLst>
              <a:ext uri="{FF2B5EF4-FFF2-40B4-BE49-F238E27FC236}">
                <ns2:creationId id="{DF878F8A-3D17-40DE-BFD4-B23F0642B8A8}"/>
              </a:ext>
            </a:extLst>
          </p:cNvPr>
          <p:cNvSpPr>
            <a:spLocks noGrp="1"/>
          </p:cNvSpPr>
          <p:nvPr/>
        </p:nvSpPr>
        <p:spPr>
          <a:xfrm>
            <a:off x="3952875" y="3238500"/>
            <a:ext cx="953" cy="142875"/>
          </a:xfrm>
          <a:custGeom>
            <a:pathLst>
              <a:path w="953" h="142875">
                <a:moveTo>
                  <a:pt x="0" y="0"/>
                </a:moveTo>
                <a:lnTo>
                  <a:pt x="0" y="142875"/>
                </a:lnTo>
              </a:path>
            </a:pathLst>
          </a:custGeom>
          <a:noFill/>
          <a:ln w="17145">
            <a:solidFill>
              <a:srgbClr val="111111"/>
            </a:solidFill>
            <a:prstDash val="solid"/>
          </a:ln>
        </p:spPr>
      </p:sp>
      <p:sp>
        <p:nvSpPr>
          <p:cNvPr id="73" name="arrow:speech-end">
            <a:extLst>
              <a:ext uri="{FF2B5EF4-FFF2-40B4-BE49-F238E27FC236}">
                <ns2:creationId id="{D65D6F4C-B2F0-4034-B597-8C55CD09C1F5}"/>
              </a:ext>
            </a:extLst>
          </p:cNvPr>
          <p:cNvSpPr>
            <a:spLocks noGrp="1"/>
          </p:cNvSpPr>
          <p:nvPr/>
        </p:nvSpPr>
        <p:spPr>
          <a:xfrm>
            <a:off x="3914775" y="32956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4" name="edge:meaninginput">
            <a:extLst>
              <a:ext uri="{FF2B5EF4-FFF2-40B4-BE49-F238E27FC236}">
                <ns2:creationId id="{A3CFD864-2119-4C5E-A46A-828F199B0559}"/>
              </a:ext>
            </a:extLst>
          </p:cNvPr>
          <p:cNvSpPr>
            <a:spLocks noGrp="1"/>
          </p:cNvSpPr>
          <p:nvPr/>
        </p:nvSpPr>
        <p:spPr>
          <a:xfrm>
            <a:off x="4857750" y="3686175"/>
            <a:ext cx="8191500" cy="885825"/>
          </a:xfrm>
          <a:custGeom>
            <a:pathLst>
              <a:path w="8191500" h="885825">
                <a:moveTo>
                  <a:pt x="0" y="0"/>
                </a:moveTo>
                <a:lnTo>
                  <a:pt x="857250" y="0"/>
                </a:lnTo>
                <a:lnTo>
                  <a:pt x="857250" y="314325"/>
                </a:lnTo>
                <a:lnTo>
                  <a:pt x="7715250" y="314325"/>
                </a:lnTo>
                <a:lnTo>
                  <a:pt x="7715250" y="885825"/>
                </a:lnTo>
                <a:lnTo>
                  <a:pt x="8191500" y="885825"/>
                </a:lnTo>
              </a:path>
            </a:pathLst>
          </a:custGeom>
          <a:noFill/>
          <a:ln w="17145">
            <a:solidFill>
              <a:srgbClr val="111111"/>
            </a:solidFill>
            <a:prstDash val="solid"/>
          </a:ln>
        </p:spPr>
      </p:sp>
      <p:sp>
        <p:nvSpPr>
          <p:cNvPr id="75" name="arrow:meaninginput">
            <a:extLst>
              <a:ext uri="{FF2B5EF4-FFF2-40B4-BE49-F238E27FC236}">
                <ns2:creationId id="{AEDDF5EE-60E5-4003-8037-E73E881B6852}"/>
              </a:ext>
            </a:extLst>
          </p:cNvPr>
          <p:cNvSpPr>
            <a:spLocks noGrp="1"/>
          </p:cNvSpPr>
          <p:nvPr/>
        </p:nvSpPr>
        <p:spPr>
          <a:xfrm>
            <a:off x="12963525" y="45339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76" name="edge:query">
            <a:extLst>
              <a:ext uri="{FF2B5EF4-FFF2-40B4-BE49-F238E27FC236}">
                <ns2:creationId id="{73045E15-905D-484E-8521-04E9A22A335F}"/>
              </a:ext>
            </a:extLst>
          </p:cNvPr>
          <p:cNvSpPr>
            <a:spLocks noGrp="1"/>
          </p:cNvSpPr>
          <p:nvPr/>
        </p:nvSpPr>
        <p:spPr>
          <a:xfrm>
            <a:off x="16954500" y="4381500"/>
            <a:ext cx="857250" cy="3638550"/>
          </a:xfrm>
          <a:custGeom>
            <a:pathLst>
              <a:path w="857250" h="3638550">
                <a:moveTo>
                  <a:pt x="285750" y="0"/>
                </a:moveTo>
                <a:lnTo>
                  <a:pt x="857250" y="0"/>
                </a:lnTo>
                <a:lnTo>
                  <a:pt x="857250" y="3638550"/>
                </a:lnTo>
                <a:lnTo>
                  <a:pt x="0" y="3638550"/>
                </a:lnTo>
              </a:path>
            </a:pathLst>
          </a:custGeom>
          <a:noFill/>
          <a:ln w="17145">
            <a:solidFill>
              <a:srgbClr val="111111"/>
            </a:solidFill>
            <a:prstDash val="solid"/>
          </a:ln>
        </p:spPr>
      </p:sp>
      <p:sp>
        <p:nvSpPr>
          <p:cNvPr id="77" name="arrow:query">
            <a:extLst>
              <a:ext uri="{FF2B5EF4-FFF2-40B4-BE49-F238E27FC236}">
                <ns2:creationId id="{148E6DAC-0076-400F-845C-0374D55D4A8C}"/>
              </a:ext>
            </a:extLst>
          </p:cNvPr>
          <p:cNvSpPr>
            <a:spLocks noGrp="1"/>
          </p:cNvSpPr>
          <p:nvPr/>
        </p:nvSpPr>
        <p:spPr>
          <a:xfrm>
            <a:off x="16954500" y="798195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78" name="edge:snapshotreturn">
            <a:extLst>
              <a:ext uri="{FF2B5EF4-FFF2-40B4-BE49-F238E27FC236}">
                <ns2:creationId id="{C6039D05-34BF-4305-8828-546D2ADCEA65}"/>
              </a:ext>
            </a:extLst>
          </p:cNvPr>
          <p:cNvSpPr>
            <a:spLocks noGrp="1"/>
          </p:cNvSpPr>
          <p:nvPr/>
        </p:nvSpPr>
        <p:spPr>
          <a:xfrm>
            <a:off x="16954500" y="4686300"/>
            <a:ext cx="571500" cy="3629025"/>
          </a:xfrm>
          <a:custGeom>
            <a:pathLst>
              <a:path w="571500" h="3629025">
                <a:moveTo>
                  <a:pt x="0" y="3629025"/>
                </a:moveTo>
                <a:lnTo>
                  <a:pt x="571500" y="3629025"/>
                </a:lnTo>
                <a:lnTo>
                  <a:pt x="571500" y="0"/>
                </a:lnTo>
                <a:lnTo>
                  <a:pt x="285750" y="0"/>
                </a:lnTo>
              </a:path>
            </a:pathLst>
          </a:custGeom>
          <a:noFill/>
          <a:ln w="17145">
            <a:solidFill>
              <a:srgbClr val="111111"/>
            </a:solidFill>
            <a:prstDash val="dash"/>
          </a:ln>
        </p:spPr>
      </p:sp>
      <p:sp>
        <p:nvSpPr>
          <p:cNvPr id="79" name="arrow:snapshotreturn">
            <a:extLst>
              <a:ext uri="{FF2B5EF4-FFF2-40B4-BE49-F238E27FC236}">
                <ns2:creationId id="{86981F4F-26AC-4962-867F-AF5E0153DAA4}"/>
              </a:ext>
            </a:extLst>
          </p:cNvPr>
          <p:cNvSpPr>
            <a:spLocks noGrp="1"/>
          </p:cNvSpPr>
          <p:nvPr/>
        </p:nvSpPr>
        <p:spPr>
          <a:xfrm>
            <a:off x="17240250" y="46482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80" name="edge:factswrite">
            <a:extLst>
              <a:ext uri="{FF2B5EF4-FFF2-40B4-BE49-F238E27FC236}">
                <ns2:creationId id="{72572662-BB3F-4EAB-8677-28CE86DBA1C9}"/>
              </a:ext>
            </a:extLst>
          </p:cNvPr>
          <p:cNvSpPr>
            <a:spLocks noGrp="1"/>
          </p:cNvSpPr>
          <p:nvPr/>
        </p:nvSpPr>
        <p:spPr>
          <a:xfrm>
            <a:off x="14192250" y="7239000"/>
            <a:ext cx="953" cy="571500"/>
          </a:xfrm>
          <a:custGeom>
            <a:pathLst>
              <a:path w="953" h="571500">
                <a:moveTo>
                  <a:pt x="0" y="0"/>
                </a:moveTo>
                <a:lnTo>
                  <a:pt x="0" y="571500"/>
                </a:lnTo>
              </a:path>
            </a:pathLst>
          </a:custGeom>
          <a:noFill/>
          <a:ln w="17145">
            <a:solidFill>
              <a:srgbClr val="111111"/>
            </a:solidFill>
            <a:prstDash val="solid"/>
          </a:ln>
        </p:spPr>
      </p:sp>
      <p:sp>
        <p:nvSpPr>
          <p:cNvPr id="81" name="arrow:factswrite">
            <a:extLst>
              <a:ext uri="{FF2B5EF4-FFF2-40B4-BE49-F238E27FC236}">
                <ns2:creationId id="{6B1418DC-56DF-4630-815F-DFF6AB19248C}"/>
              </a:ext>
            </a:extLst>
          </p:cNvPr>
          <p:cNvSpPr>
            <a:spLocks noGrp="1"/>
          </p:cNvSpPr>
          <p:nvPr/>
        </p:nvSpPr>
        <p:spPr>
          <a:xfrm>
            <a:off x="14154150" y="77247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82" name="edge:factsread">
            <a:extLst>
              <a:ext uri="{FF2B5EF4-FFF2-40B4-BE49-F238E27FC236}">
                <ns2:creationId id="{C0586E82-E6B9-4AD8-BD98-04E71CF70588}"/>
              </a:ext>
            </a:extLst>
          </p:cNvPr>
          <p:cNvSpPr>
            <a:spLocks noGrp="1"/>
          </p:cNvSpPr>
          <p:nvPr/>
        </p:nvSpPr>
        <p:spPr>
          <a:xfrm>
            <a:off x="15049500" y="8248650"/>
            <a:ext cx="381000" cy="953"/>
          </a:xfrm>
          <a:custGeom>
            <a:pathLst>
              <a:path w="381000" h="953">
                <a:moveTo>
                  <a:pt x="0" y="0"/>
                </a:moveTo>
                <a:lnTo>
                  <a:pt x="381000" y="0"/>
                </a:lnTo>
              </a:path>
            </a:pathLst>
          </a:custGeom>
          <a:noFill/>
          <a:ln w="17145">
            <a:solidFill>
              <a:srgbClr val="111111"/>
            </a:solidFill>
            <a:prstDash val="dash"/>
          </a:ln>
        </p:spPr>
      </p:sp>
      <p:sp>
        <p:nvSpPr>
          <p:cNvPr id="83" name="arrow:factsread">
            <a:extLst>
              <a:ext uri="{FF2B5EF4-FFF2-40B4-BE49-F238E27FC236}">
                <ns2:creationId id="{B1A30502-63A3-4070-85BE-85F938AFF85B}"/>
              </a:ext>
            </a:extLst>
          </p:cNvPr>
          <p:cNvSpPr>
            <a:spLocks noGrp="1"/>
          </p:cNvSpPr>
          <p:nvPr/>
        </p:nvSpPr>
        <p:spPr>
          <a:xfrm>
            <a:off x="15344775" y="82105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84" name="edge:adopt">
            <a:extLst>
              <a:ext uri="{FF2B5EF4-FFF2-40B4-BE49-F238E27FC236}">
                <ns2:creationId id="{22899213-F542-4AE6-93B4-3EF4FEBF4F60}"/>
              </a:ext>
            </a:extLst>
          </p:cNvPr>
          <p:cNvSpPr>
            <a:spLocks noGrp="1"/>
          </p:cNvSpPr>
          <p:nvPr/>
        </p:nvSpPr>
        <p:spPr>
          <a:xfrm>
            <a:off x="10953750" y="5000625"/>
            <a:ext cx="4191000" cy="3952875"/>
          </a:xfrm>
          <a:custGeom>
            <a:pathLst>
              <a:path w="4191000" h="3952875">
                <a:moveTo>
                  <a:pt x="4191000" y="0"/>
                </a:moveTo>
                <a:lnTo>
                  <a:pt x="4191000" y="666750"/>
                </a:lnTo>
                <a:lnTo>
                  <a:pt x="1047750" y="666750"/>
                </a:lnTo>
                <a:lnTo>
                  <a:pt x="1047750" y="3952875"/>
                </a:lnTo>
                <a:lnTo>
                  <a:pt x="0" y="3952875"/>
                </a:lnTo>
              </a:path>
            </a:pathLst>
          </a:custGeom>
          <a:noFill/>
          <a:ln w="17145">
            <a:solidFill>
              <a:srgbClr val="111111"/>
            </a:solidFill>
            <a:prstDash val="solid"/>
          </a:ln>
        </p:spPr>
      </p:sp>
      <p:sp>
        <p:nvSpPr>
          <p:cNvPr id="85" name="arrow:adopt">
            <a:extLst>
              <a:ext uri="{FF2B5EF4-FFF2-40B4-BE49-F238E27FC236}">
                <ns2:creationId id="{03C6AB3D-D74B-4237-A22C-879091DF138B}"/>
              </a:ext>
            </a:extLst>
          </p:cNvPr>
          <p:cNvSpPr>
            <a:spLocks noGrp="1"/>
          </p:cNvSpPr>
          <p:nvPr/>
        </p:nvSpPr>
        <p:spPr>
          <a:xfrm>
            <a:off x="10953750" y="89154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86" name="edge:display">
            <a:extLst>
              <a:ext uri="{FF2B5EF4-FFF2-40B4-BE49-F238E27FC236}">
                <ns2:creationId id="{651A6E33-4674-4989-8853-93E459946784}"/>
              </a:ext>
            </a:extLst>
          </p:cNvPr>
          <p:cNvSpPr>
            <a:spLocks noGrp="1"/>
          </p:cNvSpPr>
          <p:nvPr/>
        </p:nvSpPr>
        <p:spPr>
          <a:xfrm>
            <a:off x="4857750" y="8972550"/>
            <a:ext cx="2095500" cy="953"/>
          </a:xfrm>
          <a:custGeom>
            <a:pathLst>
              <a:path w="2095500" h="953">
                <a:moveTo>
                  <a:pt x="2095500" y="0"/>
                </a:moveTo>
                <a:lnTo>
                  <a:pt x="0" y="0"/>
                </a:lnTo>
              </a:path>
            </a:pathLst>
          </a:custGeom>
          <a:noFill/>
          <a:ln w="17145">
            <a:solidFill>
              <a:srgbClr val="111111"/>
            </a:solidFill>
            <a:prstDash val="solid"/>
          </a:ln>
        </p:spPr>
      </p:sp>
      <p:sp>
        <p:nvSpPr>
          <p:cNvPr id="87" name="arrow:display">
            <a:extLst>
              <a:ext uri="{FF2B5EF4-FFF2-40B4-BE49-F238E27FC236}">
                <ns2:creationId id="{B61AD47D-9BF6-4440-AF89-A7D27C519CD4}"/>
              </a:ext>
            </a:extLst>
          </p:cNvPr>
          <p:cNvSpPr>
            <a:spLocks noGrp="1"/>
          </p:cNvSpPr>
          <p:nvPr/>
        </p:nvSpPr>
        <p:spPr>
          <a:xfrm>
            <a:off x="4857750" y="893445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88" name="edge:uireceipt">
            <a:extLst>
              <a:ext uri="{FF2B5EF4-FFF2-40B4-BE49-F238E27FC236}">
                <ns2:creationId id="{77D59829-3FF1-4780-89F2-CA9D62FF46D9}"/>
              </a:ext>
            </a:extLst>
          </p:cNvPr>
          <p:cNvSpPr>
            <a:spLocks noGrp="1"/>
          </p:cNvSpPr>
          <p:nvPr/>
        </p:nvSpPr>
        <p:spPr>
          <a:xfrm>
            <a:off x="2857500" y="7000875"/>
            <a:ext cx="10477500" cy="2762250"/>
          </a:xfrm>
          <a:custGeom>
            <a:pathLst>
              <a:path w="10477500" h="2762250">
                <a:moveTo>
                  <a:pt x="0" y="2286000"/>
                </a:moveTo>
                <a:lnTo>
                  <a:pt x="0" y="2762250"/>
                </a:lnTo>
                <a:lnTo>
                  <a:pt x="9715500" y="2762250"/>
                </a:lnTo>
                <a:lnTo>
                  <a:pt x="9715500" y="0"/>
                </a:lnTo>
                <a:lnTo>
                  <a:pt x="10477500" y="0"/>
                </a:lnTo>
              </a:path>
            </a:pathLst>
          </a:custGeom>
          <a:noFill/>
          <a:ln w="17145">
            <a:solidFill>
              <a:srgbClr val="111111"/>
            </a:solidFill>
            <a:prstDash val="dash"/>
          </a:ln>
        </p:spPr>
      </p:sp>
      <p:sp>
        <p:nvSpPr>
          <p:cNvPr id="89" name="arrow:uireceipt">
            <a:extLst>
              <a:ext uri="{FF2B5EF4-FFF2-40B4-BE49-F238E27FC236}">
                <ns2:creationId id="{B7D84A71-BC60-4AA3-BFA6-AE5E5F241A52}"/>
              </a:ext>
            </a:extLst>
          </p:cNvPr>
          <p:cNvSpPr>
            <a:spLocks noGrp="1"/>
          </p:cNvSpPr>
          <p:nvPr/>
        </p:nvSpPr>
        <p:spPr>
          <a:xfrm>
            <a:off x="13249275" y="696277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90" name="label 7 제시 이력 조회 / 반환">
            <a:extLst>
              <a:ext uri="{FF2B5EF4-FFF2-40B4-BE49-F238E27FC236}">
                <ns2:creationId id="{EAC4472A-227C-4A81-8184-CA95F6D22CA3}"/>
              </a:ext>
            </a:extLst>
          </p:cNvPr>
          <p:cNvSpPr>
            <a:spLocks noGrp="1"/>
          </p:cNvSpPr>
          <p:nvPr/>
        </p:nvSpPr>
        <p:spPr>
          <a:xfrm>
            <a:off x="13811250" y="5705475"/>
            <a:ext cx="3429000" cy="333375"/>
          </a:xfrm>
          <a:prstGeom prst="rect">
            <a:avLst/>
          </a:prstGeom>
          <a:noFill/>
          <a:ln w="0">
            <a:noFill/>
          </a:ln>
        </p:spPr>
        <p:txBody>
          <a:bodyPr wrap="none" lIns="47625" tIns="19050" rIns="47625" bIns="1905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7 제시 이력 조회 / 반환</a:t>
            </a:r>
            <a:endParaRPr lang="ko-KR">
              <a:latin typeface="Calibri"/>
              <a:ea typeface="Calibri"/>
              <a:cs typeface="Calibri"/>
            </a:endParaRPr>
          </a:p>
        </p:txBody>
      </p:sp>
      <p:sp>
        <p:nvSpPr>
          <p:cNvPr id="91" name="label 검정 공통 / 파랑 A / 초록 B (A/B 배타적). 실선: 요청과 전달 / 점선: 결과와 복원">
            <a:extLst>
              <a:ext uri="{FF2B5EF4-FFF2-40B4-BE49-F238E27FC236}">
                <ns2:creationId id="{3134A9DE-3907-4520-A4D1-5AAA041E5ACD}"/>
              </a:ext>
            </a:extLst>
          </p:cNvPr>
          <p:cNvSpPr>
            <a:spLocks noGrp="1"/>
          </p:cNvSpPr>
          <p:nvPr/>
        </p:nvSpPr>
        <p:spPr>
          <a:xfrm>
            <a:off x="571500" y="9848850"/>
            <a:ext cx="15716250" cy="238125"/>
          </a:xfrm>
          <a:prstGeom prst="rect">
            <a:avLst/>
          </a:prstGeom>
          <a:noFill/>
          <a:ln w="0">
            <a:noFill/>
          </a:ln>
        </p:spPr>
        <p:txBody>
          <a:bodyPr wrap="none" lIns="47625" tIns="19050" rIns="47625" bIns="19050" anchor="ctr">
            <a:noAutofit/>
          </a:bodyPr>
          <a:lstStyle>
            <a:defPPr algn="l">
              <a:defRPr sz="1500" b="0" lang="ko-KR">
                <a:solidFill>
                  <a:srgbClr val="111111"/>
                </a:solidFill>
                <a:latin typeface="Calibri"/>
                <a:ea typeface="Calibri"/>
                <a:cs typeface="Calibri"/>
              </a:defRPr>
            </a:defPPr>
            <a:lvl1pPr algn="l">
              <a:defRPr sz="1500" b="0" lang="ko-KR">
                <a:solidFill>
                  <a:srgbClr val="111111"/>
                </a:solidFill>
                <a:latin typeface="Calibri"/>
                <a:ea typeface="Calibri"/>
                <a:cs typeface="Calibri"/>
              </a:defRPr>
            </a:lvl1pPr>
            <a:lvl2pPr algn="l">
              <a:defRPr sz="1500" b="0" lang="ko-KR">
                <a:solidFill>
                  <a:srgbClr val="111111"/>
                </a:solidFill>
                <a:latin typeface="Calibri"/>
                <a:ea typeface="Calibri"/>
                <a:cs typeface="Calibri"/>
              </a:defRPr>
            </a:lvl2pPr>
            <a:lvl3pPr algn="l">
              <a:defRPr sz="1500" b="0" lang="ko-KR">
                <a:solidFill>
                  <a:srgbClr val="111111"/>
                </a:solidFill>
                <a:latin typeface="Calibri"/>
                <a:ea typeface="Calibri"/>
                <a:cs typeface="Calibri"/>
              </a:defRPr>
            </a:lvl3pPr>
            <a:lvl4pPr algn="l">
              <a:defRPr sz="1500" b="0" lang="ko-KR">
                <a:solidFill>
                  <a:srgbClr val="111111"/>
                </a:solidFill>
                <a:latin typeface="Calibri"/>
                <a:ea typeface="Calibri"/>
                <a:cs typeface="Calibri"/>
              </a:defRPr>
            </a:lvl4pPr>
            <a:lvl5pPr algn="l">
              <a:defRPr sz="1500" b="0" lang="ko-KR">
                <a:solidFill>
                  <a:srgbClr val="111111"/>
                </a:solidFill>
                <a:latin typeface="Calibri"/>
                <a:ea typeface="Calibri"/>
                <a:cs typeface="Calibri"/>
              </a:defRPr>
            </a:lvl5pPr>
            <a:lvl6pPr algn="l">
              <a:defRPr sz="1500" b="0" lang="ko-KR">
                <a:solidFill>
                  <a:srgbClr val="111111"/>
                </a:solidFill>
                <a:latin typeface="Calibri"/>
                <a:ea typeface="Calibri"/>
                <a:cs typeface="Calibri"/>
              </a:defRPr>
            </a:lvl6pPr>
            <a:lvl7pPr algn="l">
              <a:defRPr sz="1500" b="0" lang="ko-KR">
                <a:solidFill>
                  <a:srgbClr val="111111"/>
                </a:solidFill>
                <a:latin typeface="Calibri"/>
                <a:ea typeface="Calibri"/>
                <a:cs typeface="Calibri"/>
              </a:defRPr>
            </a:lvl7pPr>
            <a:lvl8pPr algn="l">
              <a:defRPr sz="1500" b="0" lang="ko-KR">
                <a:solidFill>
                  <a:srgbClr val="111111"/>
                </a:solidFill>
                <a:latin typeface="Calibri"/>
                <a:ea typeface="Calibri"/>
                <a:cs typeface="Calibri"/>
              </a:defRPr>
            </a:lvl8pPr>
            <a:lvl9pPr algn="l">
              <a:defRPr sz="1500" b="0" lang="ko-KR">
                <a:solidFill>
                  <a:srgbClr val="111111"/>
                </a:solidFill>
                <a:latin typeface="Calibri"/>
                <a:ea typeface="Calibri"/>
                <a:cs typeface="Calibri"/>
              </a:defRPr>
            </a:lvl9pPr>
          </a:lstStyle>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검정 공통 / 파랑 A / 초록 B (A/B 배타적). 실선: 요청과 전달 / 점선: 결과와 복원</a:t>
            </a:r>
            <a:endParaRPr lang="ko-KR">
              <a:latin typeface="Calibri"/>
              <a:ea typeface="Calibri"/>
              <a:cs typeface="Calibri"/>
            </a:endParaRPr>
          </a:p>
        </p:txBody>
      </p:sp>
      <p:sp>
        <p:nvSpPr>
          <p:cNvPr id="92" name="label 1 입력 audio는 계속 전달">
            <a:extLst>
              <a:ext uri="{FF2B5EF4-FFF2-40B4-BE49-F238E27FC236}">
                <ns2:creationId id="{12EB4467-503D-4802-B7BD-A55974B21B1D}"/>
              </a:ext>
            </a:extLst>
          </p:cNvPr>
          <p:cNvSpPr>
            <a:spLocks noGrp="1"/>
          </p:cNvSpPr>
          <p:nvPr/>
        </p:nvSpPr>
        <p:spPr>
          <a:xfrm>
            <a:off x="3048000" y="1666875"/>
            <a:ext cx="3952875"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입력 audio는 계속 전달</a:t>
            </a:r>
            <a:endParaRPr lang="ko-KR">
              <a:latin typeface="Calibri"/>
              <a:ea typeface="Calibri"/>
              <a:cs typeface="Calibri"/>
            </a:endParaRPr>
          </a:p>
        </p:txBody>
      </p:sp>
      <p:sp>
        <p:nvSpPr>
          <p:cNvPr id="93" name="label 2 발화 시작 A">
            <a:extLst>
              <a:ext uri="{FF2B5EF4-FFF2-40B4-BE49-F238E27FC236}">
                <ns2:creationId id="{5D74A7BC-89F9-497C-A122-060050656FC0}"/>
              </a:ext>
            </a:extLst>
          </p:cNvPr>
          <p:cNvSpPr>
            <a:spLocks noGrp="1"/>
          </p:cNvSpPr>
          <p:nvPr/>
        </p:nvSpPr>
        <p:spPr>
          <a:xfrm>
            <a:off x="571500" y="5619750"/>
            <a:ext cx="2667000" cy="3238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발화 시작 A</a:t>
            </a:r>
            <a:endParaRPr lang="ko-KR">
              <a:latin typeface="Calibri"/>
              <a:ea typeface="Calibri"/>
              <a:cs typeface="Calibri"/>
            </a:endParaRPr>
          </a:p>
        </p:txBody>
      </p:sp>
      <p:sp>
        <p:nvSpPr>
          <p:cNvPr id="94" name="label 2 발화&#10;시작 B">
            <a:extLst>
              <a:ext uri="{FF2B5EF4-FFF2-40B4-BE49-F238E27FC236}">
                <ns2:creationId id="{5ED51F7C-7A12-4BFA-B388-826145B3B115}"/>
              </a:ext>
            </a:extLst>
          </p:cNvPr>
          <p:cNvSpPr>
            <a:spLocks noGrp="1"/>
          </p:cNvSpPr>
          <p:nvPr/>
        </p:nvSpPr>
        <p:spPr>
          <a:xfrm>
            <a:off x="4048125" y="5619750"/>
            <a:ext cx="1285875" cy="5238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발화</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시작 B</a:t>
            </a:r>
            <a:endParaRPr lang="ko-KR">
              <a:latin typeface="Calibri"/>
              <a:ea typeface="Calibri"/>
              <a:cs typeface="Calibri"/>
            </a:endParaRPr>
          </a:p>
        </p:txBody>
      </p:sp>
      <p:sp>
        <p:nvSpPr>
          <p:cNvPr id="95" name="label 3 즉시 중단">
            <a:extLst>
              <a:ext uri="{FF2B5EF4-FFF2-40B4-BE49-F238E27FC236}">
                <ns2:creationId id="{8F2AFF84-CF95-4268-B03D-F0F0302E0513}"/>
              </a:ext>
            </a:extLst>
          </p:cNvPr>
          <p:cNvSpPr>
            <a:spLocks noGrp="1"/>
          </p:cNvSpPr>
          <p:nvPr/>
        </p:nvSpPr>
        <p:spPr>
          <a:xfrm>
            <a:off x="5038725" y="4552950"/>
            <a:ext cx="1809750" cy="3238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즉시 중단</a:t>
            </a:r>
            <a:endParaRPr lang="ko-KR">
              <a:latin typeface="Calibri"/>
              <a:ea typeface="Calibri"/>
              <a:cs typeface="Calibri"/>
            </a:endParaRPr>
          </a:p>
        </p:txBody>
      </p:sp>
      <p:sp>
        <p:nvSpPr>
          <p:cNvPr id="96" name="label 3 동일 중단">
            <a:extLst>
              <a:ext uri="{FF2B5EF4-FFF2-40B4-BE49-F238E27FC236}">
                <ns2:creationId id="{29070B93-9E4A-4BD8-A982-00751E5324C9}"/>
              </a:ext>
            </a:extLst>
          </p:cNvPr>
          <p:cNvSpPr>
            <a:spLocks noGrp="1"/>
          </p:cNvSpPr>
          <p:nvPr/>
        </p:nvSpPr>
        <p:spPr>
          <a:xfrm>
            <a:off x="5238750" y="7591425"/>
            <a:ext cx="17145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동일 중단</a:t>
            </a:r>
            <a:endParaRPr lang="ko-KR">
              <a:latin typeface="Calibri"/>
              <a:ea typeface="Calibri"/>
              <a:cs typeface="Calibri"/>
            </a:endParaRPr>
          </a:p>
        </p:txBody>
      </p:sp>
      <p:sp>
        <p:nvSpPr>
          <p:cNvPr id="97" name="label 4 실제 출력 위치">
            <a:extLst>
              <a:ext uri="{FF2B5EF4-FFF2-40B4-BE49-F238E27FC236}">
                <ns2:creationId id="{A9DBE20F-5BE4-488B-A2B9-2D1C24F084F1}"/>
              </a:ext>
            </a:extLst>
          </p:cNvPr>
          <p:cNvSpPr>
            <a:spLocks noGrp="1"/>
          </p:cNvSpPr>
          <p:nvPr/>
        </p:nvSpPr>
        <p:spPr>
          <a:xfrm>
            <a:off x="6858000" y="5715000"/>
            <a:ext cx="2667000" cy="3810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실제 출력 위치</a:t>
            </a:r>
            <a:endParaRPr lang="ko-KR">
              <a:latin typeface="Calibri"/>
              <a:ea typeface="Calibri"/>
              <a:cs typeface="Calibri"/>
            </a:endParaRPr>
          </a:p>
        </p:txBody>
      </p:sp>
      <p:sp>
        <p:nvSpPr>
          <p:cNvPr id="98" name="label 5 재생 시도별 실제 구간">
            <a:extLst>
              <a:ext uri="{FF2B5EF4-FFF2-40B4-BE49-F238E27FC236}">
                <ns2:creationId id="{D0E913D6-6D19-4204-863B-2A366F928F83}"/>
              </a:ext>
            </a:extLst>
          </p:cNvPr>
          <p:cNvSpPr>
            <a:spLocks noGrp="1"/>
          </p:cNvSpPr>
          <p:nvPr/>
        </p:nvSpPr>
        <p:spPr>
          <a:xfrm>
            <a:off x="9191625" y="6315075"/>
            <a:ext cx="3619500" cy="3429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재생 시도별 실제 구간</a:t>
            </a:r>
            <a:endParaRPr lang="ko-KR">
              <a:latin typeface="Calibri"/>
              <a:ea typeface="Calibri"/>
              <a:cs typeface="Calibri"/>
            </a:endParaRPr>
          </a:p>
        </p:txBody>
      </p:sp>
      <p:sp>
        <p:nvSpPr>
          <p:cNvPr id="99" name="label 입력 audio">
            <a:extLst>
              <a:ext uri="{FF2B5EF4-FFF2-40B4-BE49-F238E27FC236}">
                <ns2:creationId id="{98A7499E-5A62-452D-85D8-0CA74818877C}"/>
              </a:ext>
            </a:extLst>
          </p:cNvPr>
          <p:cNvSpPr>
            <a:spLocks noGrp="1"/>
          </p:cNvSpPr>
          <p:nvPr/>
        </p:nvSpPr>
        <p:spPr>
          <a:xfrm>
            <a:off x="11144250" y="2333625"/>
            <a:ext cx="17145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audio</a:t>
            </a:r>
            <a:endParaRPr lang="ko-KR">
              <a:latin typeface="Calibri"/>
              <a:ea typeface="Calibri"/>
              <a:cs typeface="Calibri"/>
            </a:endParaRPr>
          </a:p>
        </p:txBody>
      </p:sp>
      <p:sp>
        <p:nvSpPr>
          <p:cNvPr id="100" name="label 인식 결과 / 상태">
            <a:extLst>
              <a:ext uri="{FF2B5EF4-FFF2-40B4-BE49-F238E27FC236}">
                <ns2:creationId id="{D0324260-77BA-416B-865A-B2B05C77A14A}"/>
              </a:ext>
            </a:extLst>
          </p:cNvPr>
          <p:cNvSpPr>
            <a:spLocks noGrp="1"/>
          </p:cNvSpPr>
          <p:nvPr/>
        </p:nvSpPr>
        <p:spPr>
          <a:xfrm>
            <a:off x="11077575" y="3133725"/>
            <a:ext cx="19050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인식 결과 / 상태</a:t>
            </a:r>
            <a:endParaRPr lang="ko-KR">
              <a:latin typeface="Calibri"/>
              <a:ea typeface="Calibri"/>
              <a:cs typeface="Calibri"/>
            </a:endParaRPr>
          </a:p>
        </p:txBody>
      </p:sp>
      <p:sp>
        <p:nvSpPr>
          <p:cNvPr id="101" name="label 6 입력 판본 확정">
            <a:extLst>
              <a:ext uri="{FF2B5EF4-FFF2-40B4-BE49-F238E27FC236}">
                <ns2:creationId id="{42D2B2A7-378E-4513-9F68-C680B9FAAFBD}"/>
              </a:ext>
            </a:extLst>
          </p:cNvPr>
          <p:cNvSpPr>
            <a:spLocks noGrp="1"/>
          </p:cNvSpPr>
          <p:nvPr/>
        </p:nvSpPr>
        <p:spPr>
          <a:xfrm>
            <a:off x="7905750" y="3505200"/>
            <a:ext cx="3333750" cy="3429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입력 판본 확정</a:t>
            </a:r>
            <a:endParaRPr lang="ko-KR">
              <a:latin typeface="Calibri"/>
              <a:ea typeface="Calibri"/>
              <a:cs typeface="Calibri"/>
            </a:endParaRPr>
          </a:p>
        </p:txBody>
      </p:sp>
      <p:sp>
        <p:nvSpPr>
          <p:cNvPr id="102" name="label 8 정정 / 읽기 순서">
            <a:extLst>
              <a:ext uri="{FF2B5EF4-FFF2-40B4-BE49-F238E27FC236}">
                <ns2:creationId id="{A587689B-1D24-4155-98BF-FDDA7694952D}"/>
              </a:ext>
            </a:extLst>
          </p:cNvPr>
          <p:cNvSpPr>
            <a:spLocks noGrp="1"/>
          </p:cNvSpPr>
          <p:nvPr/>
        </p:nvSpPr>
        <p:spPr>
          <a:xfrm>
            <a:off x="11715750" y="5095875"/>
            <a:ext cx="3238500" cy="3429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8 정정 / 읽기 순서</a:t>
            </a:r>
            <a:endParaRPr lang="ko-KR">
              <a:latin typeface="Calibri"/>
              <a:ea typeface="Calibri"/>
              <a:cs typeface="Calibri"/>
            </a:endParaRPr>
          </a:p>
        </p:txBody>
      </p:sp>
      <p:sp>
        <p:nvSpPr>
          <p:cNvPr id="103" name="label 9 즉시 표시">
            <a:extLst>
              <a:ext uri="{FF2B5EF4-FFF2-40B4-BE49-F238E27FC236}">
                <ns2:creationId id="{B4F50322-411C-4504-8559-13DD979C5BF2}"/>
              </a:ext>
            </a:extLst>
          </p:cNvPr>
          <p:cNvSpPr>
            <a:spLocks noGrp="1"/>
          </p:cNvSpPr>
          <p:nvPr/>
        </p:nvSpPr>
        <p:spPr>
          <a:xfrm>
            <a:off x="5095875" y="8562975"/>
            <a:ext cx="17145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9 즉시 표시</a:t>
            </a:r>
            <a:endParaRPr lang="ko-KR">
              <a:latin typeface="Calibri"/>
              <a:ea typeface="Calibri"/>
              <a:cs typeface="Calibri"/>
            </a:endParaRPr>
          </a:p>
        </p:txBody>
      </p:sp>
      <p:sp>
        <p:nvSpPr>
          <p:cNvPr id="104" name="label 10 표시 확인">
            <a:extLst>
              <a:ext uri="{FF2B5EF4-FFF2-40B4-BE49-F238E27FC236}">
                <ns2:creationId id="{B90639F5-6D65-4C08-A60B-491C502E310D}"/>
              </a:ext>
            </a:extLst>
          </p:cNvPr>
          <p:cNvSpPr>
            <a:spLocks noGrp="1"/>
          </p:cNvSpPr>
          <p:nvPr/>
        </p:nvSpPr>
        <p:spPr>
          <a:xfrm>
            <a:off x="5619750" y="9429750"/>
            <a:ext cx="2143125"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10 표시 확인</a:t>
            </a:r>
            <a:endParaRPr lang="ko-KR">
              <a:latin typeface="Calibri"/>
              <a:ea typeface="Calibri"/>
              <a:cs typeface="Calibri"/>
            </a:endParaRPr>
          </a:p>
        </p:txBody>
      </p:sp>
    </p:spTree>
    <p:extLst>
      <p:ext uri="{BB962C8B-B14F-4D97-AF65-F5344CB8AC3E}">
        <p14:creationId val="304627129"/>
      </p:ext>
    </p:extLst>
  </p:cSld>
</p:sld>
</file>

<file path=ppt/slides/slide62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93" name="label DP44. 정정 반영, 생성 취소와 재개">
            <a:extLst>
              <a:ext uri="{FF2B5EF4-FFF2-40B4-BE49-F238E27FC236}">
                <ns2:creationId id="{7B20A2FC-16E2-49C0-A1FB-18BD47F43B16}"/>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정정 반영, 생성 취소와 재개</a:t>
            </a:r>
            <a:endParaRPr lang="ko-KR">
              <a:latin typeface="Calibri"/>
              <a:ea typeface="Calibri"/>
              <a:cs typeface="Calibri"/>
            </a:endParaRPr>
          </a:p>
        </p:txBody>
      </p:sp>
      <p:sp>
        <p:nvSpPr>
          <p:cNvPr id="2" name="stage 0">
            <a:extLst>
              <a:ext uri="{FF2B5EF4-FFF2-40B4-BE49-F238E27FC236}">
                <ns2:creationId id="{382C75E3-6656-49D6-8186-AFC97B095318}"/>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4984D7D5-8808-460C-9A9E-79FC7DBCC9FA}"/>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A414F0AA-3A66-4C91-9867-EC60316A51B6}"/>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CC3C6337-42E4-4E2B-9CBB-8441BEF9E7E6}"/>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0670F445-4034-4881-9B55-C90F0F3EBF9B}"/>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B129B17D-12C3-4A1A-A54C-CFE1A2963D0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같은 구판 차단을 수행하되, A는 응답별 job을 관리하고 B는 현재 turn의 생성 범위를 관리한다">
            <a:extLst>
              <a:ext uri="{FF2B5EF4-FFF2-40B4-BE49-F238E27FC236}">
                <ns2:creationId id="{8E7AE88D-4BB6-461B-8D46-0AF3A6BD4FBF}"/>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구판 차단을 수행하되, A는 응답별 job을 관리하고 B는 현재 turn의 생성 범위를 관리한다</a:t>
            </a:r>
            <a:endParaRPr lang="ko-KR">
              <a:latin typeface="Calibri"/>
              <a:ea typeface="Calibri"/>
              <a:cs typeface="Calibri"/>
            </a:endParaRPr>
          </a:p>
        </p:txBody>
      </p:sp>
      <p:sp>
        <p:nvSpPr>
          <p:cNvPr id="9" name="label 27 / 36">
            <a:extLst>
              <a:ext uri="{FF2B5EF4-FFF2-40B4-BE49-F238E27FC236}">
                <ns2:creationId id="{D0A8EC5E-49AD-432F-80A3-8F4C2DFE2CB4}"/>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27 / 36</a:t>
            </a:r>
            <a:endParaRPr lang="ko-KR">
              <a:latin typeface="Calibri"/>
              <a:ea typeface="Calibri"/>
              <a:cs typeface="Calibri"/>
            </a:endParaRPr>
          </a:p>
        </p:txBody>
      </p:sp>
      <p:sp>
        <p:nvSpPr>
          <p:cNvPr id="10" name="node:undefined">
            <a:extLst>
              <a:ext uri="{FF2B5EF4-FFF2-40B4-BE49-F238E27FC236}">
                <ns2:creationId id="{130A7043-9407-4305-9912-D3E30E16EB03}"/>
              </a:ext>
            </a:extLst>
          </p:cNvPr>
          <p:cNvSpPr>
            <a:spLocks noGrp="1"/>
          </p:cNvSpPr>
          <p:nvPr/>
        </p:nvSpPr>
        <p:spPr>
          <a:xfrm>
            <a:off x="571500" y="1905000"/>
            <a:ext cx="7620000" cy="40005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생성 실행과 재생 실행의 수명이 독립</a:t>
            </a:r>
            <a:endParaRPr lang="ko-KR">
              <a:latin typeface="Calibri"/>
              <a:ea typeface="Calibri"/>
              <a:cs typeface="Calibri"/>
            </a:endParaRPr>
          </a:p>
        </p:txBody>
      </p:sp>
      <p:sp>
        <p:nvSpPr>
          <p:cNvPr id="11" name="node:undefined">
            <a:extLst>
              <a:ext uri="{FF2B5EF4-FFF2-40B4-BE49-F238E27FC236}">
                <ns2:creationId id="{F99EF71F-9019-45F9-A51E-DA61A9EE1328}"/>
              </a:ext>
            </a:extLst>
          </p:cNvPr>
          <p:cNvSpPr>
            <a:spLocks noGrp="1"/>
          </p:cNvSpPr>
          <p:nvPr/>
        </p:nvSpPr>
        <p:spPr>
          <a:xfrm>
            <a:off x="9810750" y="1905000"/>
            <a:ext cx="7620000" cy="40005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 현재 발화에 생성 실행이 귀속</a:t>
            </a:r>
            <a:endParaRPr lang="ko-KR">
              <a:latin typeface="Calibri"/>
              <a:ea typeface="Calibri"/>
              <a:cs typeface="Calibri"/>
            </a:endParaRPr>
          </a:p>
        </p:txBody>
      </p:sp>
      <p:sp>
        <p:nvSpPr>
          <p:cNvPr id="12" name="node:revision">
            <a:extLst>
              <a:ext uri="{FF2B5EF4-FFF2-40B4-BE49-F238E27FC236}">
                <ns2:creationId id="{A857CA58-5E5D-4E71-9F4B-125EA0BC04D9}"/>
              </a:ext>
            </a:extLst>
          </p:cNvPr>
          <p:cNvSpPr>
            <a:spLocks noGrp="1"/>
          </p:cNvSpPr>
          <p:nvPr/>
        </p:nvSpPr>
        <p:spPr>
          <a:xfrm>
            <a:off x="4762500" y="4143375"/>
            <a:ext cx="3429000" cy="1000125"/>
          </a:xfrm>
          <a:prstGeom prst="rect">
            <a:avLst/>
          </a:prstGeom>
          <a:solidFill>
            <a:srgbClr val="FFF6DD"/>
          </a:solidFill>
          <a:ln w="16193">
            <a:solidFill>
              <a:srgbClr val="111111"/>
            </a:solidFill>
          </a:ln>
        </p:spPr>
        <p:txBody>
          <a:bodyPr wrap="none" lIns="47625" tIns="19050" rIns="47625" bIns="6572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Response Registry</a:t>
            </a:r>
            <a:endParaRPr lang="ko-KR">
              <a:latin typeface="Calibri"/>
              <a:ea typeface="Calibri"/>
              <a:cs typeface="Calibri"/>
            </a:endParaRPr>
          </a:p>
        </p:txBody>
      </p:sp>
      <p:sp>
        <p:nvSpPr>
          <p:cNvPr id="13" name="divider revision">
            <a:extLst>
              <a:ext uri="{FF2B5EF4-FFF2-40B4-BE49-F238E27FC236}">
                <ns2:creationId id="{7EAB18A0-0F5C-4CEA-B37E-55ED4CE88864}"/>
              </a:ext>
            </a:extLst>
          </p:cNvPr>
          <p:cNvSpPr>
            <a:spLocks noGrp="1"/>
          </p:cNvSpPr>
          <p:nvPr/>
        </p:nvSpPr>
        <p:spPr>
          <a:xfrm>
            <a:off x="4762500" y="4505325"/>
            <a:ext cx="3429000" cy="953"/>
          </a:xfrm>
          <a:custGeom>
            <a:pathLst>
              <a:path w="3429000" h="953">
                <a:moveTo>
                  <a:pt x="0" y="0"/>
                </a:moveTo>
                <a:lnTo>
                  <a:pt x="3429000" y="0"/>
                </a:lnTo>
              </a:path>
            </a:pathLst>
          </a:custGeom>
          <a:noFill/>
          <a:ln w="9525">
            <a:solidFill>
              <a:srgbClr val="111111"/>
            </a:solidFill>
            <a:prstDash val="solid"/>
          </a:ln>
        </p:spPr>
      </p:sp>
      <p:sp>
        <p:nvSpPr>
          <p:cNvPr id="14" name="node:revisionadmit">
            <a:extLst>
              <a:ext uri="{FF2B5EF4-FFF2-40B4-BE49-F238E27FC236}">
                <ns2:creationId id="{2BF38355-BF73-464A-A32E-812AA6CBCE30}"/>
              </a:ext>
            </a:extLst>
          </p:cNvPr>
          <p:cNvSpPr>
            <a:spLocks noGrp="1"/>
          </p:cNvSpPr>
          <p:nvPr/>
        </p:nvSpPr>
        <p:spPr>
          <a:xfrm>
            <a:off x="4953000" y="4572000"/>
            <a:ext cx="304800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Revision Admission</a:t>
            </a:r>
            <a:endParaRPr lang="ko-KR">
              <a:latin typeface="Calibri"/>
              <a:ea typeface="Calibri"/>
              <a:cs typeface="Calibri"/>
            </a:endParaRPr>
          </a:p>
        </p:txBody>
      </p:sp>
      <p:sp>
        <p:nvSpPr>
          <p:cNvPr id="15" name="node:prep">
            <a:extLst>
              <a:ext uri="{FF2B5EF4-FFF2-40B4-BE49-F238E27FC236}">
                <ns2:creationId id="{5F1247E2-941A-4F17-A1C2-761E1B4D3C83}"/>
              </a:ext>
            </a:extLst>
          </p:cNvPr>
          <p:cNvSpPr>
            <a:spLocks noGrp="1"/>
          </p:cNvSpPr>
          <p:nvPr/>
        </p:nvSpPr>
        <p:spPr>
          <a:xfrm>
            <a:off x="571500" y="2667000"/>
            <a:ext cx="7620000" cy="1333500"/>
          </a:xfrm>
          <a:prstGeom prst="rect">
            <a:avLst/>
          </a:prstGeom>
          <a:solidFill>
            <a:srgbClr val="FFF6DD"/>
          </a:solidFill>
          <a:ln w="16193">
            <a:solidFill>
              <a:srgbClr val="4676CB"/>
            </a:solidFill>
          </a:ln>
        </p:spPr>
        <p:txBody>
          <a:bodyPr wrap="none" lIns="47625" tIns="19050" rIns="47625" bIns="9906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Speech Preparation Coordinator</a:t>
            </a:r>
            <a:endParaRPr lang="ko-KR">
              <a:latin typeface="Calibri"/>
              <a:ea typeface="Calibri"/>
              <a:cs typeface="Calibri"/>
            </a:endParaRPr>
          </a:p>
        </p:txBody>
      </p:sp>
      <p:sp>
        <p:nvSpPr>
          <p:cNvPr id="16" name="divider prep">
            <a:extLst>
              <a:ext uri="{FF2B5EF4-FFF2-40B4-BE49-F238E27FC236}">
                <ns2:creationId id="{EAA9C580-9FB9-402D-AF01-CFD360A1F392}"/>
              </a:ext>
            </a:extLst>
          </p:cNvPr>
          <p:cNvSpPr>
            <a:spLocks noGrp="1"/>
          </p:cNvSpPr>
          <p:nvPr/>
        </p:nvSpPr>
        <p:spPr>
          <a:xfrm>
            <a:off x="571500" y="3028950"/>
            <a:ext cx="7620000" cy="953"/>
          </a:xfrm>
          <a:custGeom>
            <a:pathLst>
              <a:path w="7620000" h="953">
                <a:moveTo>
                  <a:pt x="0" y="0"/>
                </a:moveTo>
                <a:lnTo>
                  <a:pt x="7620000" y="0"/>
                </a:lnTo>
              </a:path>
            </a:pathLst>
          </a:custGeom>
          <a:noFill/>
          <a:ln w="9525">
            <a:solidFill>
              <a:srgbClr val="111111"/>
            </a:solidFill>
            <a:prstDash val="solid"/>
          </a:ln>
        </p:spPr>
      </p:sp>
      <p:sp>
        <p:nvSpPr>
          <p:cNvPr id="17" name="node:jobs">
            <a:extLst>
              <a:ext uri="{FF2B5EF4-FFF2-40B4-BE49-F238E27FC236}">
                <ns2:creationId id="{E2C7C346-8093-430B-BC0D-184F11017F52}"/>
              </a:ext>
            </a:extLst>
          </p:cNvPr>
          <p:cNvSpPr>
            <a:spLocks noGrp="1"/>
          </p:cNvSpPr>
          <p:nvPr/>
        </p:nvSpPr>
        <p:spPr>
          <a:xfrm>
            <a:off x="762000" y="3190875"/>
            <a:ext cx="2857500" cy="571500"/>
          </a:xfrm>
          <a:prstGeom prst="roundRect">
            <a:avLst>
              <a:gd name="adj" fmla="val 13333"/>
            </a:avLst>
          </a:prstGeom>
          <a:solidFill>
            <a:srgbClr val="FFFFFF"/>
          </a:solidFill>
          <a:ln w="16193">
            <a:solidFill>
              <a:srgbClr val="4676CB"/>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Generation Lifecycle</a:t>
            </a:r>
            <a:endParaRPr lang="ko-KR">
              <a:latin typeface="Calibri"/>
              <a:ea typeface="Calibri"/>
              <a:cs typeface="Calibri"/>
            </a:endParaRPr>
          </a:p>
        </p:txBody>
      </p:sp>
      <p:sp>
        <p:nvSpPr>
          <p:cNvPr id="18" name="node:state">
            <a:extLst>
              <a:ext uri="{FF2B5EF4-FFF2-40B4-BE49-F238E27FC236}">
                <ns2:creationId id="{03A0E87E-D2F1-4B43-96DE-7600E209FCFB}"/>
              </a:ext>
            </a:extLst>
          </p:cNvPr>
          <p:cNvSpPr>
            <a:spLocks noGrp="1"/>
          </p:cNvSpPr>
          <p:nvPr/>
        </p:nvSpPr>
        <p:spPr>
          <a:xfrm>
            <a:off x="4953000" y="3124200"/>
            <a:ext cx="2857500" cy="762000"/>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응답별 job / 판본</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RAM</a:t>
            </a:r>
            <a:endParaRPr lang="ko-KR">
              <a:latin typeface="Calibri"/>
              <a:ea typeface="Calibri"/>
              <a:cs typeface="Calibri"/>
            </a:endParaRPr>
          </a:p>
        </p:txBody>
      </p:sp>
      <p:sp>
        <p:nvSpPr>
          <p:cNvPr id="19" name="node:store">
            <a:extLst>
              <a:ext uri="{FF2B5EF4-FFF2-40B4-BE49-F238E27FC236}">
                <ns2:creationId id="{7F759AD6-EE1E-41D8-8990-6ED37D31387E}"/>
              </a:ext>
            </a:extLst>
          </p:cNvPr>
          <p:cNvSpPr>
            <a:spLocks noGrp="1"/>
          </p:cNvSpPr>
          <p:nvPr/>
        </p:nvSpPr>
        <p:spPr>
          <a:xfrm>
            <a:off x="571500" y="5286375"/>
            <a:ext cx="3429000" cy="1714500"/>
          </a:xfrm>
          <a:prstGeom prst="rect">
            <a:avLst/>
          </a:prstGeom>
          <a:solidFill>
            <a:srgbClr val="FFF6DD"/>
          </a:solidFill>
          <a:ln w="16193">
            <a:solidFill>
              <a:srgbClr val="4676CB"/>
            </a:solidFill>
          </a:ln>
        </p:spPr>
        <p:txBody>
          <a:bodyPr wrap="none" lIns="47625" tIns="19050" rIns="47625" bIns="13716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Prepared Audio Store</a:t>
            </a:r>
            <a:endParaRPr lang="ko-KR">
              <a:latin typeface="Calibri"/>
              <a:ea typeface="Calibri"/>
              <a:cs typeface="Calibri"/>
            </a:endParaRPr>
          </a:p>
        </p:txBody>
      </p:sp>
      <p:sp>
        <p:nvSpPr>
          <p:cNvPr id="20" name="divider store">
            <a:extLst>
              <a:ext uri="{FF2B5EF4-FFF2-40B4-BE49-F238E27FC236}">
                <ns2:creationId id="{5091009F-DDAB-4813-8954-6E44FC2DB1FC}"/>
              </a:ext>
            </a:extLst>
          </p:cNvPr>
          <p:cNvSpPr>
            <a:spLocks noGrp="1"/>
          </p:cNvSpPr>
          <p:nvPr/>
        </p:nvSpPr>
        <p:spPr>
          <a:xfrm>
            <a:off x="571500" y="5648325"/>
            <a:ext cx="3429000" cy="953"/>
          </a:xfrm>
          <a:custGeom>
            <a:pathLst>
              <a:path w="3429000" h="953">
                <a:moveTo>
                  <a:pt x="0" y="0"/>
                </a:moveTo>
                <a:lnTo>
                  <a:pt x="3429000" y="0"/>
                </a:lnTo>
              </a:path>
            </a:pathLst>
          </a:custGeom>
          <a:noFill/>
          <a:ln w="9525">
            <a:solidFill>
              <a:srgbClr val="111111"/>
            </a:solidFill>
            <a:prstDash val="solid"/>
          </a:ln>
        </p:spPr>
      </p:sp>
      <p:sp>
        <p:nvSpPr>
          <p:cNvPr id="21" name="node:access">
            <a:extLst>
              <a:ext uri="{FF2B5EF4-FFF2-40B4-BE49-F238E27FC236}">
                <ns2:creationId id="{4784D298-5A4E-4189-83EC-ABD2212CA83F}"/>
              </a:ext>
            </a:extLst>
          </p:cNvPr>
          <p:cNvSpPr>
            <a:spLocks noGrp="1"/>
          </p:cNvSpPr>
          <p:nvPr/>
        </p:nvSpPr>
        <p:spPr>
          <a:xfrm>
            <a:off x="762000" y="5810250"/>
            <a:ext cx="1333500" cy="619125"/>
          </a:xfrm>
          <a:prstGeom prst="roundRect">
            <a:avLst>
              <a:gd name="adj" fmla="val 12308"/>
            </a:avLst>
          </a:prstGeom>
          <a:solidFill>
            <a:srgbClr val="FFFFFF"/>
          </a:solidFill>
          <a:ln w="16193">
            <a:solidFill>
              <a:srgbClr val="4676CB"/>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Range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Access</a:t>
            </a:r>
            <a:endParaRPr lang="ko-KR">
              <a:latin typeface="Calibri"/>
              <a:ea typeface="Calibri"/>
              <a:cs typeface="Calibri"/>
            </a:endParaRPr>
          </a:p>
        </p:txBody>
      </p:sp>
      <p:sp>
        <p:nvSpPr>
          <p:cNvPr id="22" name="node:buffer">
            <a:extLst>
              <a:ext uri="{FF2B5EF4-FFF2-40B4-BE49-F238E27FC236}">
                <ns2:creationId id="{102CE562-E256-484A-ADF1-208FC4AB3FE7}"/>
              </a:ext>
            </a:extLst>
          </p:cNvPr>
          <p:cNvSpPr>
            <a:spLocks noGrp="1"/>
          </p:cNvSpPr>
          <p:nvPr/>
        </p:nvSpPr>
        <p:spPr>
          <a:xfrm>
            <a:off x="2286000" y="5715000"/>
            <a:ext cx="1428750" cy="904875"/>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audio</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RAM</a:t>
            </a:r>
            <a:endParaRPr lang="ko-KR">
              <a:latin typeface="Calibri"/>
              <a:ea typeface="Calibri"/>
              <a:cs typeface="Calibri"/>
            </a:endParaRPr>
          </a:p>
        </p:txBody>
      </p:sp>
      <p:sp>
        <p:nvSpPr>
          <p:cNvPr id="23" name="node:play">
            <a:extLst>
              <a:ext uri="{FF2B5EF4-FFF2-40B4-BE49-F238E27FC236}">
                <ns2:creationId id="{5CAE475F-42FE-4859-BA48-DF3B302F6CCA}"/>
              </a:ext>
            </a:extLst>
          </p:cNvPr>
          <p:cNvSpPr>
            <a:spLocks noGrp="1"/>
          </p:cNvSpPr>
          <p:nvPr/>
        </p:nvSpPr>
        <p:spPr>
          <a:xfrm>
            <a:off x="4762500" y="5286375"/>
            <a:ext cx="3429000" cy="1333500"/>
          </a:xfrm>
          <a:prstGeom prst="rect">
            <a:avLst/>
          </a:prstGeom>
          <a:solidFill>
            <a:srgbClr val="FFF6DD"/>
          </a:solidFill>
          <a:ln w="16193">
            <a:solidFill>
              <a:srgbClr val="4676CB"/>
            </a:solidFill>
          </a:ln>
        </p:spPr>
        <p:txBody>
          <a:bodyPr wrap="none" lIns="47625" tIns="19050" rIns="47625" bIns="9906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Playback Coordinator</a:t>
            </a:r>
            <a:endParaRPr lang="ko-KR">
              <a:latin typeface="Calibri"/>
              <a:ea typeface="Calibri"/>
              <a:cs typeface="Calibri"/>
            </a:endParaRPr>
          </a:p>
        </p:txBody>
      </p:sp>
      <p:sp>
        <p:nvSpPr>
          <p:cNvPr id="24" name="divider play">
            <a:extLst>
              <a:ext uri="{FF2B5EF4-FFF2-40B4-BE49-F238E27FC236}">
                <ns2:creationId id="{4AF5D622-AAC4-497B-A879-5F72226A3379}"/>
              </a:ext>
            </a:extLst>
          </p:cNvPr>
          <p:cNvSpPr>
            <a:spLocks noGrp="1"/>
          </p:cNvSpPr>
          <p:nvPr/>
        </p:nvSpPr>
        <p:spPr>
          <a:xfrm>
            <a:off x="4762500" y="5648325"/>
            <a:ext cx="3429000" cy="953"/>
          </a:xfrm>
          <a:custGeom>
            <a:pathLst>
              <a:path w="3429000" h="953">
                <a:moveTo>
                  <a:pt x="0" y="0"/>
                </a:moveTo>
                <a:lnTo>
                  <a:pt x="3429000" y="0"/>
                </a:lnTo>
              </a:path>
            </a:pathLst>
          </a:custGeom>
          <a:noFill/>
          <a:ln w="9525">
            <a:solidFill>
              <a:srgbClr val="111111"/>
            </a:solidFill>
            <a:prstDash val="solid"/>
          </a:ln>
        </p:spPr>
      </p:sp>
      <p:sp>
        <p:nvSpPr>
          <p:cNvPr id="25" name="node:select">
            <a:extLst>
              <a:ext uri="{FF2B5EF4-FFF2-40B4-BE49-F238E27FC236}">
                <ns2:creationId id="{EF15ABFC-B4B9-4916-AD56-A87EBBD42132}"/>
              </a:ext>
            </a:extLst>
          </p:cNvPr>
          <p:cNvSpPr>
            <a:spLocks noGrp="1"/>
          </p:cNvSpPr>
          <p:nvPr/>
        </p:nvSpPr>
        <p:spPr>
          <a:xfrm>
            <a:off x="4953000" y="5810250"/>
            <a:ext cx="3048000" cy="571500"/>
          </a:xfrm>
          <a:prstGeom prst="roundRect">
            <a:avLst>
              <a:gd name="adj" fmla="val 13333"/>
            </a:avLst>
          </a:prstGeom>
          <a:solidFill>
            <a:srgbClr val="FFFFFF"/>
          </a:solidFill>
          <a:ln w="16193">
            <a:solidFill>
              <a:srgbClr val="4676CB"/>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Playback Selection</a:t>
            </a:r>
            <a:endParaRPr lang="ko-KR">
              <a:latin typeface="Calibri"/>
              <a:ea typeface="Calibri"/>
              <a:cs typeface="Calibri"/>
            </a:endParaRPr>
          </a:p>
        </p:txBody>
      </p:sp>
      <p:sp>
        <p:nvSpPr>
          <p:cNvPr id="26" name="node:turn">
            <a:extLst>
              <a:ext uri="{FF2B5EF4-FFF2-40B4-BE49-F238E27FC236}">
                <ns2:creationId id="{6B13541D-4BA9-4446-82D8-996D83DBDE31}"/>
              </a:ext>
            </a:extLst>
          </p:cNvPr>
          <p:cNvSpPr>
            <a:spLocks noGrp="1"/>
          </p:cNvSpPr>
          <p:nvPr/>
        </p:nvSpPr>
        <p:spPr>
          <a:xfrm>
            <a:off x="9810750" y="2667000"/>
            <a:ext cx="7620000" cy="3952875"/>
          </a:xfrm>
          <a:prstGeom prst="rect">
            <a:avLst/>
          </a:prstGeom>
          <a:solidFill>
            <a:srgbClr val="FFF6DD"/>
          </a:solidFill>
          <a:ln w="16193">
            <a:solidFill>
              <a:srgbClr val="32824A"/>
            </a:solidFill>
          </a:ln>
        </p:spPr>
        <p:txBody>
          <a:bodyPr wrap="none" lIns="47625" tIns="19050" rIns="47625" bIns="360997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Speech Turn Controller</a:t>
            </a:r>
            <a:endParaRPr lang="ko-KR">
              <a:latin typeface="Calibri"/>
              <a:ea typeface="Calibri"/>
              <a:cs typeface="Calibri"/>
            </a:endParaRPr>
          </a:p>
        </p:txBody>
      </p:sp>
      <p:sp>
        <p:nvSpPr>
          <p:cNvPr id="27" name="divider turn">
            <a:extLst>
              <a:ext uri="{FF2B5EF4-FFF2-40B4-BE49-F238E27FC236}">
                <ns2:creationId id="{00CBDBFE-7A8D-4C95-A496-AAEF6B2C71C7}"/>
              </a:ext>
            </a:extLst>
          </p:cNvPr>
          <p:cNvSpPr>
            <a:spLocks noGrp="1"/>
          </p:cNvSpPr>
          <p:nvPr/>
        </p:nvSpPr>
        <p:spPr>
          <a:xfrm>
            <a:off x="9810750" y="3028950"/>
            <a:ext cx="7620000" cy="953"/>
          </a:xfrm>
          <a:custGeom>
            <a:pathLst>
              <a:path w="7620000" h="953">
                <a:moveTo>
                  <a:pt x="0" y="0"/>
                </a:moveTo>
                <a:lnTo>
                  <a:pt x="7620000" y="0"/>
                </a:lnTo>
              </a:path>
            </a:pathLst>
          </a:custGeom>
          <a:noFill/>
          <a:ln w="9525">
            <a:solidFill>
              <a:srgbClr val="111111"/>
            </a:solidFill>
            <a:prstDash val="solid"/>
          </a:ln>
        </p:spPr>
      </p:sp>
      <p:sp>
        <p:nvSpPr>
          <p:cNvPr id="28" name="node:exec">
            <a:extLst>
              <a:ext uri="{FF2B5EF4-FFF2-40B4-BE49-F238E27FC236}">
                <ns2:creationId id="{62677A0B-8AD9-45FA-8746-8A75D2C0A939}"/>
              </a:ext>
            </a:extLst>
          </p:cNvPr>
          <p:cNvSpPr>
            <a:spLocks noGrp="1"/>
          </p:cNvSpPr>
          <p:nvPr/>
        </p:nvSpPr>
        <p:spPr>
          <a:xfrm>
            <a:off x="10001250" y="3190875"/>
            <a:ext cx="2952750" cy="571500"/>
          </a:xfrm>
          <a:prstGeom prst="roundRect">
            <a:avLst>
              <a:gd name="adj" fmla="val 13333"/>
            </a:avLst>
          </a:prstGeom>
          <a:solidFill>
            <a:srgbClr val="FFFFFF"/>
          </a:solidFill>
          <a:ln w="16193">
            <a:solidFill>
              <a:srgbClr val="32824A"/>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Turn Execution</a:t>
            </a:r>
            <a:endParaRPr lang="ko-KR">
              <a:latin typeface="Calibri"/>
              <a:ea typeface="Calibri"/>
              <a:cs typeface="Calibri"/>
            </a:endParaRPr>
          </a:p>
        </p:txBody>
      </p:sp>
      <p:sp>
        <p:nvSpPr>
          <p:cNvPr id="29" name="node:turnbuffer">
            <a:extLst>
              <a:ext uri="{FF2B5EF4-FFF2-40B4-BE49-F238E27FC236}">
                <ns2:creationId id="{82DF1750-FCE5-4B5D-A27F-1B75ADEDC7D0}"/>
              </a:ext>
            </a:extLst>
          </p:cNvPr>
          <p:cNvSpPr>
            <a:spLocks noGrp="1"/>
          </p:cNvSpPr>
          <p:nvPr/>
        </p:nvSpPr>
        <p:spPr>
          <a:xfrm>
            <a:off x="14192250" y="3095625"/>
            <a:ext cx="2857500" cy="95250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Turn Audio Buffer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구간 / 판본 / RAM</a:t>
            </a:r>
            <a:endParaRPr lang="ko-KR">
              <a:latin typeface="Calibri"/>
              <a:ea typeface="Calibri"/>
              <a:cs typeface="Calibri"/>
            </a:endParaRPr>
          </a:p>
        </p:txBody>
      </p:sp>
      <p:sp>
        <p:nvSpPr>
          <p:cNvPr id="30" name="node:pending">
            <a:extLst>
              <a:ext uri="{FF2B5EF4-FFF2-40B4-BE49-F238E27FC236}">
                <ns2:creationId id="{9F697491-3022-4851-AD77-F9842BFE9983}"/>
              </a:ext>
            </a:extLst>
          </p:cNvPr>
          <p:cNvSpPr>
            <a:spLocks noGrp="1"/>
          </p:cNvSpPr>
          <p:nvPr/>
        </p:nvSpPr>
        <p:spPr>
          <a:xfrm>
            <a:off x="14192250" y="5238750"/>
            <a:ext cx="2857500" cy="95250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미선택 텍스트 참조</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RAM</a:t>
            </a:r>
            <a:endParaRPr lang="ko-KR">
              <a:latin typeface="Calibri"/>
              <a:ea typeface="Calibri"/>
              <a:cs typeface="Calibri"/>
            </a:endParaRPr>
          </a:p>
        </p:txBody>
      </p:sp>
      <p:sp>
        <p:nvSpPr>
          <p:cNvPr id="31" name="node:adapter">
            <a:extLst>
              <a:ext uri="{FF2B5EF4-FFF2-40B4-BE49-F238E27FC236}">
                <ns2:creationId id="{9B6E8B4C-E67F-46B6-88C6-7F12EB43E1AD}"/>
              </a:ext>
            </a:extLst>
          </p:cNvPr>
          <p:cNvSpPr>
            <a:spLocks noGrp="1"/>
          </p:cNvSpPr>
          <p:nvPr/>
        </p:nvSpPr>
        <p:spPr>
          <a:xfrm>
            <a:off x="5715000" y="8143875"/>
            <a:ext cx="4953000" cy="1476375"/>
          </a:xfrm>
          <a:prstGeom prst="rect">
            <a:avLst/>
          </a:prstGeom>
          <a:solidFill>
            <a:srgbClr val="FFF6DD"/>
          </a:solidFill>
          <a:ln w="16193">
            <a:solidFill>
              <a:srgbClr val="111111"/>
            </a:solidFill>
          </a:ln>
        </p:spPr>
        <p:txBody>
          <a:bodyPr wrap="none" lIns="47625" tIns="19050" rIns="47625" bIns="113347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S2S Runtime Adapter</a:t>
            </a:r>
            <a:endParaRPr lang="ko-KR">
              <a:latin typeface="Calibri"/>
              <a:ea typeface="Calibri"/>
              <a:cs typeface="Calibri"/>
            </a:endParaRPr>
          </a:p>
        </p:txBody>
      </p:sp>
      <p:sp>
        <p:nvSpPr>
          <p:cNvPr id="32" name="divider adapter">
            <a:extLst>
              <a:ext uri="{FF2B5EF4-FFF2-40B4-BE49-F238E27FC236}">
                <ns2:creationId id="{3125F6AA-508F-4D03-8B4B-A7E451D4F3AE}"/>
              </a:ext>
            </a:extLst>
          </p:cNvPr>
          <p:cNvSpPr>
            <a:spLocks noGrp="1"/>
          </p:cNvSpPr>
          <p:nvPr/>
        </p:nvSpPr>
        <p:spPr>
          <a:xfrm>
            <a:off x="5715000" y="8505825"/>
            <a:ext cx="4953000" cy="953"/>
          </a:xfrm>
          <a:custGeom>
            <a:pathLst>
              <a:path w="4953000" h="953">
                <a:moveTo>
                  <a:pt x="0" y="0"/>
                </a:moveTo>
                <a:lnTo>
                  <a:pt x="4953000" y="0"/>
                </a:lnTo>
              </a:path>
            </a:pathLst>
          </a:custGeom>
          <a:noFill/>
          <a:ln w="9525">
            <a:solidFill>
              <a:srgbClr val="111111"/>
            </a:solidFill>
            <a:prstDash val="solid"/>
          </a:ln>
        </p:spPr>
      </p:sp>
      <p:sp>
        <p:nvSpPr>
          <p:cNvPr id="33" name="node:client">
            <a:extLst>
              <a:ext uri="{FF2B5EF4-FFF2-40B4-BE49-F238E27FC236}">
                <ns2:creationId id="{98DB7977-AF9B-4554-B851-89583F0574B4}"/>
              </a:ext>
            </a:extLst>
          </p:cNvPr>
          <p:cNvSpPr>
            <a:spLocks noGrp="1"/>
          </p:cNvSpPr>
          <p:nvPr/>
        </p:nvSpPr>
        <p:spPr>
          <a:xfrm>
            <a:off x="5953125" y="8667750"/>
            <a:ext cx="447675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Output Session Client</a:t>
            </a:r>
            <a:endParaRPr lang="ko-KR">
              <a:latin typeface="Calibri"/>
              <a:ea typeface="Calibri"/>
              <a:cs typeface="Calibri"/>
            </a:endParaRPr>
          </a:p>
        </p:txBody>
      </p:sp>
      <p:sp>
        <p:nvSpPr>
          <p:cNvPr id="34" name="node:model">
            <a:extLst>
              <a:ext uri="{FF2B5EF4-FFF2-40B4-BE49-F238E27FC236}">
                <ns2:creationId id="{FF548E00-99F9-4BA0-9BE8-28DA61DD1B32}"/>
              </a:ext>
            </a:extLst>
          </p:cNvPr>
          <p:cNvSpPr>
            <a:spLocks noGrp="1"/>
          </p:cNvSpPr>
          <p:nvPr/>
        </p:nvSpPr>
        <p:spPr>
          <a:xfrm>
            <a:off x="12287250" y="8572500"/>
            <a:ext cx="3333750" cy="809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원격 S2S Runtime</a:t>
            </a:r>
            <a:endParaRPr lang="ko-KR">
              <a:latin typeface="Calibri"/>
              <a:ea typeface="Calibri"/>
              <a:cs typeface="Calibri"/>
            </a:endParaRPr>
          </a:p>
        </p:txBody>
      </p:sp>
      <p:sp>
        <p:nvSpPr>
          <p:cNvPr id="35" name="edge:revision-a">
            <a:extLst>
              <a:ext uri="{FF2B5EF4-FFF2-40B4-BE49-F238E27FC236}">
                <ns2:creationId id="{6BF22A73-A37E-4A27-B03B-EDDBD115EB12}"/>
              </a:ext>
            </a:extLst>
          </p:cNvPr>
          <p:cNvSpPr>
            <a:spLocks noGrp="1"/>
          </p:cNvSpPr>
          <p:nvPr/>
        </p:nvSpPr>
        <p:spPr>
          <a:xfrm>
            <a:off x="3619500" y="3476625"/>
            <a:ext cx="1333500" cy="1285875"/>
          </a:xfrm>
          <a:custGeom>
            <a:pathLst>
              <a:path w="1333500" h="1285875">
                <a:moveTo>
                  <a:pt x="1333500" y="1285875"/>
                </a:moveTo>
                <a:lnTo>
                  <a:pt x="952500" y="1285875"/>
                </a:lnTo>
                <a:lnTo>
                  <a:pt x="952500" y="0"/>
                </a:lnTo>
                <a:lnTo>
                  <a:pt x="0" y="0"/>
                </a:lnTo>
              </a:path>
            </a:pathLst>
          </a:custGeom>
          <a:noFill/>
          <a:ln w="17145">
            <a:solidFill>
              <a:srgbClr val="111111"/>
            </a:solidFill>
            <a:prstDash val="solid"/>
          </a:ln>
        </p:spPr>
      </p:sp>
      <p:sp>
        <p:nvSpPr>
          <p:cNvPr id="36" name="arrow:revision-a">
            <a:extLst>
              <a:ext uri="{FF2B5EF4-FFF2-40B4-BE49-F238E27FC236}">
                <ns2:creationId id="{DEB1FD67-E5AD-416C-9A40-158E6587B601}"/>
              </a:ext>
            </a:extLst>
          </p:cNvPr>
          <p:cNvSpPr>
            <a:spLocks noGrp="1"/>
          </p:cNvSpPr>
          <p:nvPr/>
        </p:nvSpPr>
        <p:spPr>
          <a:xfrm>
            <a:off x="3619500" y="34385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37" name="edge:revision-b">
            <a:extLst>
              <a:ext uri="{FF2B5EF4-FFF2-40B4-BE49-F238E27FC236}">
                <ns2:creationId id="{1624C5A5-41EC-4302-A8D7-C88C8C0B5DE0}"/>
              </a:ext>
            </a:extLst>
          </p:cNvPr>
          <p:cNvSpPr>
            <a:spLocks noGrp="1"/>
          </p:cNvSpPr>
          <p:nvPr/>
        </p:nvSpPr>
        <p:spPr>
          <a:xfrm>
            <a:off x="8001000" y="3333750"/>
            <a:ext cx="2000250" cy="1428750"/>
          </a:xfrm>
          <a:custGeom>
            <a:pathLst>
              <a:path w="2000250" h="1428750">
                <a:moveTo>
                  <a:pt x="0" y="1428750"/>
                </a:moveTo>
                <a:lnTo>
                  <a:pt x="1095375" y="1428750"/>
                </a:lnTo>
                <a:lnTo>
                  <a:pt x="1095375" y="0"/>
                </a:lnTo>
                <a:lnTo>
                  <a:pt x="2000250" y="0"/>
                </a:lnTo>
              </a:path>
            </a:pathLst>
          </a:custGeom>
          <a:noFill/>
          <a:ln w="17145">
            <a:solidFill>
              <a:srgbClr val="111111"/>
            </a:solidFill>
            <a:prstDash val="solid"/>
          </a:ln>
        </p:spPr>
      </p:sp>
      <p:sp>
        <p:nvSpPr>
          <p:cNvPr id="38" name="arrow:revision-b">
            <a:extLst>
              <a:ext uri="{FF2B5EF4-FFF2-40B4-BE49-F238E27FC236}">
                <ns2:creationId id="{562BAA96-7092-421C-8208-E872D7BB659B}"/>
              </a:ext>
            </a:extLst>
          </p:cNvPr>
          <p:cNvSpPr>
            <a:spLocks noGrp="1"/>
          </p:cNvSpPr>
          <p:nvPr/>
        </p:nvSpPr>
        <p:spPr>
          <a:xfrm>
            <a:off x="9915525" y="32956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39" name="edge:order-a">
            <a:extLst>
              <a:ext uri="{FF2B5EF4-FFF2-40B4-BE49-F238E27FC236}">
                <ns2:creationId id="{43414F5F-25CA-4B9A-BE2A-71A05BB87779}"/>
              </a:ext>
            </a:extLst>
          </p:cNvPr>
          <p:cNvSpPr>
            <a:spLocks noGrp="1"/>
          </p:cNvSpPr>
          <p:nvPr/>
        </p:nvSpPr>
        <p:spPr>
          <a:xfrm>
            <a:off x="6477000" y="5000625"/>
            <a:ext cx="2095500" cy="1095375"/>
          </a:xfrm>
          <a:custGeom>
            <a:pathLst>
              <a:path w="2095500" h="1095375">
                <a:moveTo>
                  <a:pt x="0" y="0"/>
                </a:moveTo>
                <a:lnTo>
                  <a:pt x="0" y="142875"/>
                </a:lnTo>
                <a:lnTo>
                  <a:pt x="2095500" y="142875"/>
                </a:lnTo>
                <a:lnTo>
                  <a:pt x="2095500" y="1095375"/>
                </a:lnTo>
                <a:lnTo>
                  <a:pt x="1524000" y="1095375"/>
                </a:lnTo>
              </a:path>
            </a:pathLst>
          </a:custGeom>
          <a:noFill/>
          <a:ln w="17145">
            <a:solidFill>
              <a:srgbClr val="111111"/>
            </a:solidFill>
            <a:prstDash val="solid"/>
          </a:ln>
        </p:spPr>
      </p:sp>
      <p:sp>
        <p:nvSpPr>
          <p:cNvPr id="40" name="arrow:order-a">
            <a:extLst>
              <a:ext uri="{FF2B5EF4-FFF2-40B4-BE49-F238E27FC236}">
                <ns2:creationId id="{F80036F2-03D4-4AE1-8722-213BE9057CCD}"/>
              </a:ext>
            </a:extLst>
          </p:cNvPr>
          <p:cNvSpPr>
            <a:spLocks noGrp="1"/>
          </p:cNvSpPr>
          <p:nvPr/>
        </p:nvSpPr>
        <p:spPr>
          <a:xfrm>
            <a:off x="8001000" y="60579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41" name="edge:ajob-state">
            <a:extLst>
              <a:ext uri="{FF2B5EF4-FFF2-40B4-BE49-F238E27FC236}">
                <ns2:creationId id="{49A5C8CE-9018-4F04-9473-DFE3905BCAB5}"/>
              </a:ext>
            </a:extLst>
          </p:cNvPr>
          <p:cNvSpPr>
            <a:spLocks noGrp="1"/>
          </p:cNvSpPr>
          <p:nvPr/>
        </p:nvSpPr>
        <p:spPr>
          <a:xfrm>
            <a:off x="3619500" y="3381375"/>
            <a:ext cx="1333500" cy="953"/>
          </a:xfrm>
          <a:custGeom>
            <a:pathLst>
              <a:path w="1333500" h="953">
                <a:moveTo>
                  <a:pt x="0" y="0"/>
                </a:moveTo>
                <a:lnTo>
                  <a:pt x="1333500" y="0"/>
                </a:lnTo>
              </a:path>
            </a:pathLst>
          </a:custGeom>
          <a:noFill/>
          <a:ln w="17145">
            <a:solidFill>
              <a:srgbClr val="4676CB"/>
            </a:solidFill>
            <a:prstDash val="solid"/>
          </a:ln>
        </p:spPr>
      </p:sp>
      <p:sp>
        <p:nvSpPr>
          <p:cNvPr id="42" name="arrow:ajob-state">
            <a:extLst>
              <a:ext uri="{FF2B5EF4-FFF2-40B4-BE49-F238E27FC236}">
                <ns2:creationId id="{99810D87-A2C5-4CFC-B4B4-D87C15DD8685}"/>
              </a:ext>
            </a:extLst>
          </p:cNvPr>
          <p:cNvSpPr>
            <a:spLocks noGrp="1"/>
          </p:cNvSpPr>
          <p:nvPr/>
        </p:nvSpPr>
        <p:spPr>
          <a:xfrm>
            <a:off x="4867275" y="334327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43" name="edge:ajob-state-return">
            <a:extLst>
              <a:ext uri="{FF2B5EF4-FFF2-40B4-BE49-F238E27FC236}">
                <ns2:creationId id="{A04D6492-1F72-4424-B3EE-A27DDE25641E}"/>
              </a:ext>
            </a:extLst>
          </p:cNvPr>
          <p:cNvSpPr>
            <a:spLocks noGrp="1"/>
          </p:cNvSpPr>
          <p:nvPr/>
        </p:nvSpPr>
        <p:spPr>
          <a:xfrm>
            <a:off x="3619500" y="3638550"/>
            <a:ext cx="1333500" cy="953"/>
          </a:xfrm>
          <a:custGeom>
            <a:pathLst>
              <a:path w="1333500" h="953">
                <a:moveTo>
                  <a:pt x="1333500" y="0"/>
                </a:moveTo>
                <a:lnTo>
                  <a:pt x="0" y="0"/>
                </a:lnTo>
              </a:path>
            </a:pathLst>
          </a:custGeom>
          <a:noFill/>
          <a:ln w="17145">
            <a:solidFill>
              <a:srgbClr val="4676CB"/>
            </a:solidFill>
            <a:prstDash val="dash"/>
          </a:ln>
        </p:spPr>
      </p:sp>
      <p:sp>
        <p:nvSpPr>
          <p:cNvPr id="44" name="arrow:ajob-state-return">
            <a:extLst>
              <a:ext uri="{FF2B5EF4-FFF2-40B4-BE49-F238E27FC236}">
                <ns2:creationId id="{827BBA08-29BB-4855-AA46-2C6B1B3BA8CC}"/>
              </a:ext>
            </a:extLst>
          </p:cNvPr>
          <p:cNvSpPr>
            <a:spLocks noGrp="1"/>
          </p:cNvSpPr>
          <p:nvPr/>
        </p:nvSpPr>
        <p:spPr>
          <a:xfrm>
            <a:off x="3619500" y="360045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45" name="edge:a-commit">
            <a:extLst>
              <a:ext uri="{FF2B5EF4-FFF2-40B4-BE49-F238E27FC236}">
                <ns2:creationId id="{81830241-5CC3-41B4-BCDC-A8C15DEF44E0}"/>
              </a:ext>
            </a:extLst>
          </p:cNvPr>
          <p:cNvSpPr>
            <a:spLocks noGrp="1"/>
          </p:cNvSpPr>
          <p:nvPr/>
        </p:nvSpPr>
        <p:spPr>
          <a:xfrm>
            <a:off x="381000" y="3762375"/>
            <a:ext cx="1047750" cy="2286000"/>
          </a:xfrm>
          <a:custGeom>
            <a:pathLst>
              <a:path w="1047750" h="2286000">
                <a:moveTo>
                  <a:pt x="1047750" y="0"/>
                </a:moveTo>
                <a:lnTo>
                  <a:pt x="1047750" y="1285875"/>
                </a:lnTo>
                <a:lnTo>
                  <a:pt x="0" y="1285875"/>
                </a:lnTo>
                <a:lnTo>
                  <a:pt x="0" y="2286000"/>
                </a:lnTo>
                <a:lnTo>
                  <a:pt x="381000" y="2286000"/>
                </a:lnTo>
              </a:path>
            </a:pathLst>
          </a:custGeom>
          <a:noFill/>
          <a:ln w="17145">
            <a:solidFill>
              <a:srgbClr val="4676CB"/>
            </a:solidFill>
            <a:prstDash val="solid"/>
          </a:ln>
        </p:spPr>
      </p:sp>
      <p:sp>
        <p:nvSpPr>
          <p:cNvPr id="46" name="arrow:a-commit">
            <a:extLst>
              <a:ext uri="{FF2B5EF4-FFF2-40B4-BE49-F238E27FC236}">
                <ns2:creationId id="{C6048B01-7BE3-425A-896E-8CD0E5C93412}"/>
              </a:ext>
            </a:extLst>
          </p:cNvPr>
          <p:cNvSpPr>
            <a:spLocks noGrp="1"/>
          </p:cNvSpPr>
          <p:nvPr/>
        </p:nvSpPr>
        <p:spPr>
          <a:xfrm>
            <a:off x="676275" y="601027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47" name="edge:a-reject">
            <a:extLst>
              <a:ext uri="{FF2B5EF4-FFF2-40B4-BE49-F238E27FC236}">
                <ns2:creationId id="{A09A9421-D6A2-41AF-9DEB-DE4F1ACF57A4}"/>
              </a:ext>
            </a:extLst>
          </p:cNvPr>
          <p:cNvSpPr>
            <a:spLocks noGrp="1"/>
          </p:cNvSpPr>
          <p:nvPr/>
        </p:nvSpPr>
        <p:spPr>
          <a:xfrm>
            <a:off x="238125" y="3762375"/>
            <a:ext cx="714375" cy="2524125"/>
          </a:xfrm>
          <a:custGeom>
            <a:pathLst>
              <a:path w="714375" h="2524125">
                <a:moveTo>
                  <a:pt x="523875" y="2524125"/>
                </a:moveTo>
                <a:lnTo>
                  <a:pt x="0" y="2524125"/>
                </a:lnTo>
                <a:lnTo>
                  <a:pt x="0" y="142875"/>
                </a:lnTo>
                <a:lnTo>
                  <a:pt x="714375" y="142875"/>
                </a:lnTo>
                <a:lnTo>
                  <a:pt x="714375" y="0"/>
                </a:lnTo>
              </a:path>
            </a:pathLst>
          </a:custGeom>
          <a:noFill/>
          <a:ln w="17145">
            <a:solidFill>
              <a:srgbClr val="4676CB"/>
            </a:solidFill>
            <a:prstDash val="dash"/>
          </a:ln>
        </p:spPr>
      </p:sp>
      <p:sp>
        <p:nvSpPr>
          <p:cNvPr id="48" name="arrow:a-reject">
            <a:extLst>
              <a:ext uri="{FF2B5EF4-FFF2-40B4-BE49-F238E27FC236}">
                <ns2:creationId id="{E818BACE-940A-447A-B2C6-C89929366DF6}"/>
              </a:ext>
            </a:extLst>
          </p:cNvPr>
          <p:cNvSpPr>
            <a:spLocks noGrp="1"/>
          </p:cNvSpPr>
          <p:nvPr/>
        </p:nvSpPr>
        <p:spPr>
          <a:xfrm>
            <a:off x="914400" y="3762375"/>
            <a:ext cx="76200" cy="85725"/>
          </a:xfrm>
          <a:custGeom>
            <a:pathLst>
              <a:path w="76200" h="85725">
                <a:moveTo>
                  <a:pt x="38100" y="0"/>
                </a:moveTo>
                <a:lnTo>
                  <a:pt x="0" y="85725"/>
                </a:lnTo>
                <a:lnTo>
                  <a:pt x="76200" y="85725"/>
                </a:lnTo>
                <a:close/>
              </a:path>
            </a:pathLst>
          </a:custGeom>
          <a:solidFill>
            <a:srgbClr val="4676CB"/>
          </a:solidFill>
          <a:ln w="3810">
            <a:solidFill>
              <a:srgbClr val="4676CB"/>
            </a:solidFill>
          </a:ln>
        </p:spPr>
      </p:sp>
      <p:sp>
        <p:nvSpPr>
          <p:cNvPr id="49" name="edge:a-buffer-write">
            <a:extLst>
              <a:ext uri="{FF2B5EF4-FFF2-40B4-BE49-F238E27FC236}">
                <ns2:creationId id="{74666626-4CFC-4ACA-9DB8-7D59A403FAEA}"/>
              </a:ext>
            </a:extLst>
          </p:cNvPr>
          <p:cNvSpPr>
            <a:spLocks noGrp="1"/>
          </p:cNvSpPr>
          <p:nvPr/>
        </p:nvSpPr>
        <p:spPr>
          <a:xfrm>
            <a:off x="2095500" y="6000750"/>
            <a:ext cx="190500" cy="953"/>
          </a:xfrm>
          <a:custGeom>
            <a:pathLst>
              <a:path w="190500" h="953">
                <a:moveTo>
                  <a:pt x="0" y="0"/>
                </a:moveTo>
                <a:lnTo>
                  <a:pt x="190500" y="0"/>
                </a:lnTo>
              </a:path>
            </a:pathLst>
          </a:custGeom>
          <a:noFill/>
          <a:ln w="17145">
            <a:solidFill>
              <a:srgbClr val="4676CB"/>
            </a:solidFill>
            <a:prstDash val="solid"/>
          </a:ln>
        </p:spPr>
      </p:sp>
      <p:sp>
        <p:nvSpPr>
          <p:cNvPr id="50" name="arrow:a-buffer-write">
            <a:extLst>
              <a:ext uri="{FF2B5EF4-FFF2-40B4-BE49-F238E27FC236}">
                <ns2:creationId id="{B4CB82E8-1505-4799-B6CB-C98E6BDAD9D6}"/>
              </a:ext>
            </a:extLst>
          </p:cNvPr>
          <p:cNvSpPr>
            <a:spLocks noGrp="1"/>
          </p:cNvSpPr>
          <p:nvPr/>
        </p:nvSpPr>
        <p:spPr>
          <a:xfrm>
            <a:off x="2200275" y="59626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51" name="edge:a-buffer-return">
            <a:extLst>
              <a:ext uri="{FF2B5EF4-FFF2-40B4-BE49-F238E27FC236}">
                <ns2:creationId id="{55503BB7-0018-4729-A2DF-B03EEE09EB06}"/>
              </a:ext>
            </a:extLst>
          </p:cNvPr>
          <p:cNvSpPr>
            <a:spLocks noGrp="1"/>
          </p:cNvSpPr>
          <p:nvPr/>
        </p:nvSpPr>
        <p:spPr>
          <a:xfrm>
            <a:off x="2095500" y="6286500"/>
            <a:ext cx="190500" cy="953"/>
          </a:xfrm>
          <a:custGeom>
            <a:pathLst>
              <a:path w="190500" h="953">
                <a:moveTo>
                  <a:pt x="190500" y="0"/>
                </a:moveTo>
                <a:lnTo>
                  <a:pt x="0" y="0"/>
                </a:lnTo>
              </a:path>
            </a:pathLst>
          </a:custGeom>
          <a:noFill/>
          <a:ln w="17145">
            <a:solidFill>
              <a:srgbClr val="4676CB"/>
            </a:solidFill>
            <a:prstDash val="dash"/>
          </a:ln>
        </p:spPr>
      </p:sp>
      <p:sp>
        <p:nvSpPr>
          <p:cNvPr id="52" name="arrow:a-buffer-return">
            <a:extLst>
              <a:ext uri="{FF2B5EF4-FFF2-40B4-BE49-F238E27FC236}">
                <ns2:creationId id="{B0EC3134-4CBC-4649-A3C8-3EA5CC600F32}"/>
              </a:ext>
            </a:extLst>
          </p:cNvPr>
          <p:cNvSpPr>
            <a:spLocks noGrp="1"/>
          </p:cNvSpPr>
          <p:nvPr/>
        </p:nvSpPr>
        <p:spPr>
          <a:xfrm>
            <a:off x="2095500" y="624840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53" name="edge:a-resume-read">
            <a:extLst>
              <a:ext uri="{FF2B5EF4-FFF2-40B4-BE49-F238E27FC236}">
                <ns2:creationId id="{94B5CB55-3C75-492C-96C5-D8325E625819}"/>
              </a:ext>
            </a:extLst>
          </p:cNvPr>
          <p:cNvSpPr>
            <a:spLocks noGrp="1"/>
          </p:cNvSpPr>
          <p:nvPr/>
        </p:nvSpPr>
        <p:spPr>
          <a:xfrm>
            <a:off x="1714500" y="6381750"/>
            <a:ext cx="3714750" cy="857250"/>
          </a:xfrm>
          <a:custGeom>
            <a:pathLst>
              <a:path w="3714750" h="857250">
                <a:moveTo>
                  <a:pt x="3714750" y="0"/>
                </a:moveTo>
                <a:lnTo>
                  <a:pt x="3714750" y="857250"/>
                </a:lnTo>
                <a:lnTo>
                  <a:pt x="0" y="857250"/>
                </a:lnTo>
                <a:lnTo>
                  <a:pt x="0" y="47625"/>
                </a:lnTo>
              </a:path>
            </a:pathLst>
          </a:custGeom>
          <a:noFill/>
          <a:ln w="17145">
            <a:solidFill>
              <a:srgbClr val="4676CB"/>
            </a:solidFill>
            <a:prstDash val="solid"/>
          </a:ln>
        </p:spPr>
      </p:sp>
      <p:sp>
        <p:nvSpPr>
          <p:cNvPr id="54" name="arrow:a-resume-read">
            <a:extLst>
              <a:ext uri="{FF2B5EF4-FFF2-40B4-BE49-F238E27FC236}">
                <ns2:creationId id="{A8EE0BCE-5693-43CD-87A1-0E348C2E2F37}"/>
              </a:ext>
            </a:extLst>
          </p:cNvPr>
          <p:cNvSpPr>
            <a:spLocks noGrp="1"/>
          </p:cNvSpPr>
          <p:nvPr/>
        </p:nvSpPr>
        <p:spPr>
          <a:xfrm>
            <a:off x="1676400" y="6429375"/>
            <a:ext cx="76200" cy="85725"/>
          </a:xfrm>
          <a:custGeom>
            <a:pathLst>
              <a:path w="76200" h="85725">
                <a:moveTo>
                  <a:pt x="38100" y="0"/>
                </a:moveTo>
                <a:lnTo>
                  <a:pt x="0" y="85725"/>
                </a:lnTo>
                <a:lnTo>
                  <a:pt x="76200" y="85725"/>
                </a:lnTo>
                <a:close/>
              </a:path>
            </a:pathLst>
          </a:custGeom>
          <a:solidFill>
            <a:srgbClr val="4676CB"/>
          </a:solidFill>
          <a:ln w="3810">
            <a:solidFill>
              <a:srgbClr val="4676CB"/>
            </a:solidFill>
          </a:ln>
        </p:spPr>
      </p:sp>
      <p:sp>
        <p:nvSpPr>
          <p:cNvPr id="55" name="edge:a-resume-return">
            <a:extLst>
              <a:ext uri="{FF2B5EF4-FFF2-40B4-BE49-F238E27FC236}">
                <ns2:creationId id="{34E95B5A-11C9-449C-93FE-9C2C8CED788D}"/>
              </a:ext>
            </a:extLst>
          </p:cNvPr>
          <p:cNvSpPr>
            <a:spLocks noGrp="1"/>
          </p:cNvSpPr>
          <p:nvPr/>
        </p:nvSpPr>
        <p:spPr>
          <a:xfrm>
            <a:off x="1905000" y="6096000"/>
            <a:ext cx="3048000" cy="1352550"/>
          </a:xfrm>
          <a:custGeom>
            <a:pathLst>
              <a:path w="3048000" h="1352550">
                <a:moveTo>
                  <a:pt x="0" y="333375"/>
                </a:moveTo>
                <a:lnTo>
                  <a:pt x="0" y="1352550"/>
                </a:lnTo>
                <a:lnTo>
                  <a:pt x="2571750" y="1352550"/>
                </a:lnTo>
                <a:lnTo>
                  <a:pt x="2571750" y="0"/>
                </a:lnTo>
                <a:lnTo>
                  <a:pt x="3048000" y="0"/>
                </a:lnTo>
              </a:path>
            </a:pathLst>
          </a:custGeom>
          <a:noFill/>
          <a:ln w="17145">
            <a:solidFill>
              <a:srgbClr val="4676CB"/>
            </a:solidFill>
            <a:prstDash val="dash"/>
          </a:ln>
        </p:spPr>
      </p:sp>
      <p:sp>
        <p:nvSpPr>
          <p:cNvPr id="56" name="arrow:a-resume-return">
            <a:extLst>
              <a:ext uri="{FF2B5EF4-FFF2-40B4-BE49-F238E27FC236}">
                <ns2:creationId id="{6E378CBC-8215-41DF-90FD-794D0F6978C9}"/>
              </a:ext>
            </a:extLst>
          </p:cNvPr>
          <p:cNvSpPr>
            <a:spLocks noGrp="1"/>
          </p:cNvSpPr>
          <p:nvPr/>
        </p:nvSpPr>
        <p:spPr>
          <a:xfrm>
            <a:off x="4867275" y="60579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57" name="edge:a-api">
            <a:extLst>
              <a:ext uri="{FF2B5EF4-FFF2-40B4-BE49-F238E27FC236}">
                <ns2:creationId id="{1F4523B4-A869-4AC6-9AB9-A9293598F0FD}"/>
              </a:ext>
            </a:extLst>
          </p:cNvPr>
          <p:cNvSpPr>
            <a:spLocks noGrp="1"/>
          </p:cNvSpPr>
          <p:nvPr/>
        </p:nvSpPr>
        <p:spPr>
          <a:xfrm>
            <a:off x="381000" y="3495675"/>
            <a:ext cx="5572125" cy="6267450"/>
          </a:xfrm>
          <a:custGeom>
            <a:pathLst>
              <a:path w="5572125" h="6267450">
                <a:moveTo>
                  <a:pt x="381000" y="0"/>
                </a:moveTo>
                <a:lnTo>
                  <a:pt x="0" y="0"/>
                </a:lnTo>
                <a:lnTo>
                  <a:pt x="0" y="6267450"/>
                </a:lnTo>
                <a:lnTo>
                  <a:pt x="4953000" y="6267450"/>
                </a:lnTo>
                <a:lnTo>
                  <a:pt x="4953000" y="5362575"/>
                </a:lnTo>
                <a:lnTo>
                  <a:pt x="5572125" y="5362575"/>
                </a:lnTo>
              </a:path>
            </a:pathLst>
          </a:custGeom>
          <a:noFill/>
          <a:ln w="17145">
            <a:solidFill>
              <a:srgbClr val="4676CB"/>
            </a:solidFill>
            <a:prstDash val="solid"/>
          </a:ln>
        </p:spPr>
      </p:sp>
      <p:sp>
        <p:nvSpPr>
          <p:cNvPr id="58" name="arrow:a-api">
            <a:extLst>
              <a:ext uri="{FF2B5EF4-FFF2-40B4-BE49-F238E27FC236}">
                <ns2:creationId id="{9526A725-A2CC-4969-B783-AD5C89D78055}"/>
              </a:ext>
            </a:extLst>
          </p:cNvPr>
          <p:cNvSpPr>
            <a:spLocks noGrp="1"/>
          </p:cNvSpPr>
          <p:nvPr/>
        </p:nvSpPr>
        <p:spPr>
          <a:xfrm>
            <a:off x="5867400" y="88201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59" name="edge:a-api-return">
            <a:extLst>
              <a:ext uri="{FF2B5EF4-FFF2-40B4-BE49-F238E27FC236}">
                <ns2:creationId id="{9B5314D9-2206-43B3-A7D4-EA226D9A7B14}"/>
              </a:ext>
            </a:extLst>
          </p:cNvPr>
          <p:cNvSpPr>
            <a:spLocks noGrp="1"/>
          </p:cNvSpPr>
          <p:nvPr/>
        </p:nvSpPr>
        <p:spPr>
          <a:xfrm>
            <a:off x="3619500" y="3495675"/>
            <a:ext cx="2333625" cy="5600700"/>
          </a:xfrm>
          <a:custGeom>
            <a:pathLst>
              <a:path w="2333625" h="5600700">
                <a:moveTo>
                  <a:pt x="2333625" y="5600700"/>
                </a:moveTo>
                <a:lnTo>
                  <a:pt x="1905000" y="5600700"/>
                </a:lnTo>
                <a:lnTo>
                  <a:pt x="1905000" y="4124325"/>
                </a:lnTo>
                <a:lnTo>
                  <a:pt x="666750" y="4124325"/>
                </a:lnTo>
                <a:lnTo>
                  <a:pt x="666750" y="0"/>
                </a:lnTo>
                <a:lnTo>
                  <a:pt x="0" y="0"/>
                </a:lnTo>
              </a:path>
            </a:pathLst>
          </a:custGeom>
          <a:noFill/>
          <a:ln w="17145">
            <a:solidFill>
              <a:srgbClr val="4676CB"/>
            </a:solidFill>
            <a:prstDash val="dash"/>
          </a:ln>
        </p:spPr>
      </p:sp>
      <p:sp>
        <p:nvSpPr>
          <p:cNvPr id="60" name="arrow:a-api-return">
            <a:extLst>
              <a:ext uri="{FF2B5EF4-FFF2-40B4-BE49-F238E27FC236}">
                <ns2:creationId id="{408D4E7C-5A01-48E4-9B04-515C78A56834}"/>
              </a:ext>
            </a:extLst>
          </p:cNvPr>
          <p:cNvSpPr>
            <a:spLocks noGrp="1"/>
          </p:cNvSpPr>
          <p:nvPr/>
        </p:nvSpPr>
        <p:spPr>
          <a:xfrm>
            <a:off x="3619500" y="3457575"/>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61" name="edge:b-reject">
            <a:extLst>
              <a:ext uri="{FF2B5EF4-FFF2-40B4-BE49-F238E27FC236}">
                <ns2:creationId id="{9164B3AB-69ED-4FF5-9B12-EA86D7678B40}"/>
              </a:ext>
            </a:extLst>
          </p:cNvPr>
          <p:cNvSpPr>
            <a:spLocks noGrp="1"/>
          </p:cNvSpPr>
          <p:nvPr/>
        </p:nvSpPr>
        <p:spPr>
          <a:xfrm>
            <a:off x="9667875" y="3571875"/>
            <a:ext cx="1285875" cy="857250"/>
          </a:xfrm>
          <a:custGeom>
            <a:pathLst>
              <a:path w="1285875" h="857250">
                <a:moveTo>
                  <a:pt x="333375" y="0"/>
                </a:moveTo>
                <a:lnTo>
                  <a:pt x="0" y="0"/>
                </a:lnTo>
                <a:lnTo>
                  <a:pt x="0" y="857250"/>
                </a:lnTo>
                <a:lnTo>
                  <a:pt x="1285875" y="857250"/>
                </a:lnTo>
                <a:lnTo>
                  <a:pt x="1285875" y="190500"/>
                </a:lnTo>
              </a:path>
            </a:pathLst>
          </a:custGeom>
          <a:noFill/>
          <a:ln w="17145">
            <a:solidFill>
              <a:srgbClr val="32824A"/>
            </a:solidFill>
            <a:prstDash val="solid"/>
          </a:ln>
        </p:spPr>
      </p:sp>
      <p:sp>
        <p:nvSpPr>
          <p:cNvPr id="62" name="arrow:b-reject">
            <a:extLst>
              <a:ext uri="{FF2B5EF4-FFF2-40B4-BE49-F238E27FC236}">
                <ns2:creationId id="{3B2A6ADA-7709-43C4-A23A-D75A9D241D4D}"/>
              </a:ext>
            </a:extLst>
          </p:cNvPr>
          <p:cNvSpPr>
            <a:spLocks noGrp="1"/>
          </p:cNvSpPr>
          <p:nvPr/>
        </p:nvSpPr>
        <p:spPr>
          <a:xfrm>
            <a:off x="10915650" y="3762375"/>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63" name="edge:b-write">
            <a:extLst>
              <a:ext uri="{FF2B5EF4-FFF2-40B4-BE49-F238E27FC236}">
                <ns2:creationId id="{84881A8C-07BF-41B7-8D83-88F1ADEC48B5}"/>
              </a:ext>
            </a:extLst>
          </p:cNvPr>
          <p:cNvSpPr>
            <a:spLocks noGrp="1"/>
          </p:cNvSpPr>
          <p:nvPr/>
        </p:nvSpPr>
        <p:spPr>
          <a:xfrm>
            <a:off x="12954000" y="3362325"/>
            <a:ext cx="1238250" cy="953"/>
          </a:xfrm>
          <a:custGeom>
            <a:pathLst>
              <a:path w="1238250" h="953">
                <a:moveTo>
                  <a:pt x="0" y="0"/>
                </a:moveTo>
                <a:lnTo>
                  <a:pt x="1238250" y="0"/>
                </a:lnTo>
              </a:path>
            </a:pathLst>
          </a:custGeom>
          <a:noFill/>
          <a:ln w="17145">
            <a:solidFill>
              <a:srgbClr val="32824A"/>
            </a:solidFill>
            <a:prstDash val="solid"/>
          </a:ln>
        </p:spPr>
      </p:sp>
      <p:sp>
        <p:nvSpPr>
          <p:cNvPr id="64" name="arrow:b-write">
            <a:extLst>
              <a:ext uri="{FF2B5EF4-FFF2-40B4-BE49-F238E27FC236}">
                <ns2:creationId id="{28F577BE-F81F-4C23-9E1E-9422A8FB1531}"/>
              </a:ext>
            </a:extLst>
          </p:cNvPr>
          <p:cNvSpPr>
            <a:spLocks noGrp="1"/>
          </p:cNvSpPr>
          <p:nvPr/>
        </p:nvSpPr>
        <p:spPr>
          <a:xfrm>
            <a:off x="14106525" y="332422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65" name="edge:b-reuse">
            <a:extLst>
              <a:ext uri="{FF2B5EF4-FFF2-40B4-BE49-F238E27FC236}">
                <ns2:creationId id="{C706C1E7-CFBC-4F84-BDB6-4C76C4C677E4}"/>
              </a:ext>
            </a:extLst>
          </p:cNvPr>
          <p:cNvSpPr>
            <a:spLocks noGrp="1"/>
          </p:cNvSpPr>
          <p:nvPr/>
        </p:nvSpPr>
        <p:spPr>
          <a:xfrm>
            <a:off x="12954000" y="3686175"/>
            <a:ext cx="1238250" cy="953"/>
          </a:xfrm>
          <a:custGeom>
            <a:pathLst>
              <a:path w="1238250" h="953">
                <a:moveTo>
                  <a:pt x="1238250" y="0"/>
                </a:moveTo>
                <a:lnTo>
                  <a:pt x="0" y="0"/>
                </a:lnTo>
              </a:path>
            </a:pathLst>
          </a:custGeom>
          <a:noFill/>
          <a:ln w="17145">
            <a:solidFill>
              <a:srgbClr val="32824A"/>
            </a:solidFill>
            <a:prstDash val="dash"/>
          </a:ln>
        </p:spPr>
      </p:sp>
      <p:sp>
        <p:nvSpPr>
          <p:cNvPr id="66" name="arrow:b-reuse">
            <a:extLst>
              <a:ext uri="{FF2B5EF4-FFF2-40B4-BE49-F238E27FC236}">
                <ns2:creationId id="{AA8C051D-5A57-4BE7-8A17-77B909768DF5}"/>
              </a:ext>
            </a:extLst>
          </p:cNvPr>
          <p:cNvSpPr>
            <a:spLocks noGrp="1"/>
          </p:cNvSpPr>
          <p:nvPr/>
        </p:nvSpPr>
        <p:spPr>
          <a:xfrm>
            <a:off x="12954000" y="36480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67" name="edge:b-text-read">
            <a:extLst>
              <a:ext uri="{FF2B5EF4-FFF2-40B4-BE49-F238E27FC236}">
                <ns2:creationId id="{14C803B7-DE51-4555-B572-6561418F5D79}"/>
              </a:ext>
            </a:extLst>
          </p:cNvPr>
          <p:cNvSpPr>
            <a:spLocks noGrp="1"/>
          </p:cNvSpPr>
          <p:nvPr/>
        </p:nvSpPr>
        <p:spPr>
          <a:xfrm>
            <a:off x="12573000" y="3762375"/>
            <a:ext cx="1619250" cy="1952625"/>
          </a:xfrm>
          <a:custGeom>
            <a:pathLst>
              <a:path w="1619250" h="1952625">
                <a:moveTo>
                  <a:pt x="1619250" y="1952625"/>
                </a:moveTo>
                <a:lnTo>
                  <a:pt x="904875" y="1952625"/>
                </a:lnTo>
                <a:lnTo>
                  <a:pt x="904875" y="0"/>
                </a:lnTo>
                <a:lnTo>
                  <a:pt x="0" y="0"/>
                </a:lnTo>
              </a:path>
            </a:pathLst>
          </a:custGeom>
          <a:noFill/>
          <a:ln w="17145">
            <a:solidFill>
              <a:srgbClr val="32824A"/>
            </a:solidFill>
            <a:prstDash val="solid"/>
          </a:ln>
        </p:spPr>
      </p:sp>
      <p:sp>
        <p:nvSpPr>
          <p:cNvPr id="68" name="arrow:b-text-read">
            <a:extLst>
              <a:ext uri="{FF2B5EF4-FFF2-40B4-BE49-F238E27FC236}">
                <ns2:creationId id="{F9A9B6E4-FFD4-4850-B34D-7A1C3F8632D7}"/>
              </a:ext>
            </a:extLst>
          </p:cNvPr>
          <p:cNvSpPr>
            <a:spLocks noGrp="1"/>
          </p:cNvSpPr>
          <p:nvPr/>
        </p:nvSpPr>
        <p:spPr>
          <a:xfrm>
            <a:off x="12573000" y="37242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69" name="edge:b-api">
            <a:extLst>
              <a:ext uri="{FF2B5EF4-FFF2-40B4-BE49-F238E27FC236}">
                <ns2:creationId id="{810F6533-AE45-4575-B499-0340D18FD63F}"/>
              </a:ext>
            </a:extLst>
          </p:cNvPr>
          <p:cNvSpPr>
            <a:spLocks noGrp="1"/>
          </p:cNvSpPr>
          <p:nvPr/>
        </p:nvSpPr>
        <p:spPr>
          <a:xfrm>
            <a:off x="5619750" y="3476625"/>
            <a:ext cx="4381500" cy="5476875"/>
          </a:xfrm>
          <a:custGeom>
            <a:pathLst>
              <a:path w="4381500" h="5476875">
                <a:moveTo>
                  <a:pt x="4381500" y="0"/>
                </a:moveTo>
                <a:lnTo>
                  <a:pt x="3810000" y="0"/>
                </a:lnTo>
                <a:lnTo>
                  <a:pt x="3810000" y="4238625"/>
                </a:lnTo>
                <a:lnTo>
                  <a:pt x="0" y="4238625"/>
                </a:lnTo>
                <a:lnTo>
                  <a:pt x="0" y="5476875"/>
                </a:lnTo>
                <a:lnTo>
                  <a:pt x="333375" y="5476875"/>
                </a:lnTo>
              </a:path>
            </a:pathLst>
          </a:custGeom>
          <a:noFill/>
          <a:ln w="17145">
            <a:solidFill>
              <a:srgbClr val="32824A"/>
            </a:solidFill>
            <a:prstDash val="solid"/>
          </a:ln>
        </p:spPr>
      </p:sp>
      <p:sp>
        <p:nvSpPr>
          <p:cNvPr id="70" name="arrow:b-api">
            <a:extLst>
              <a:ext uri="{FF2B5EF4-FFF2-40B4-BE49-F238E27FC236}">
                <ns2:creationId id="{72CAE820-B179-493F-B896-112130492FC9}"/>
              </a:ext>
            </a:extLst>
          </p:cNvPr>
          <p:cNvSpPr>
            <a:spLocks noGrp="1"/>
          </p:cNvSpPr>
          <p:nvPr/>
        </p:nvSpPr>
        <p:spPr>
          <a:xfrm>
            <a:off x="5867400" y="891540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71" name="edge:b-api-return">
            <a:extLst>
              <a:ext uri="{FF2B5EF4-FFF2-40B4-BE49-F238E27FC236}">
                <ns2:creationId id="{2F674584-88D7-40B1-95FA-F267482313FD}"/>
              </a:ext>
            </a:extLst>
          </p:cNvPr>
          <p:cNvSpPr>
            <a:spLocks noGrp="1"/>
          </p:cNvSpPr>
          <p:nvPr/>
        </p:nvSpPr>
        <p:spPr>
          <a:xfrm>
            <a:off x="10429875" y="3762375"/>
            <a:ext cx="2905125" cy="5257800"/>
          </a:xfrm>
          <a:custGeom>
            <a:pathLst>
              <a:path w="2905125" h="5257800">
                <a:moveTo>
                  <a:pt x="0" y="5257800"/>
                </a:moveTo>
                <a:lnTo>
                  <a:pt x="1095375" y="5257800"/>
                </a:lnTo>
                <a:lnTo>
                  <a:pt x="1095375" y="3714750"/>
                </a:lnTo>
                <a:lnTo>
                  <a:pt x="2905125" y="3714750"/>
                </a:lnTo>
                <a:lnTo>
                  <a:pt x="2905125" y="0"/>
                </a:lnTo>
                <a:lnTo>
                  <a:pt x="1666875" y="0"/>
                </a:lnTo>
              </a:path>
            </a:pathLst>
          </a:custGeom>
          <a:noFill/>
          <a:ln w="17145">
            <a:solidFill>
              <a:srgbClr val="32824A"/>
            </a:solidFill>
            <a:prstDash val="dash"/>
          </a:ln>
        </p:spPr>
      </p:sp>
      <p:sp>
        <p:nvSpPr>
          <p:cNvPr id="72" name="arrow:b-api-return">
            <a:extLst>
              <a:ext uri="{FF2B5EF4-FFF2-40B4-BE49-F238E27FC236}">
                <ns2:creationId id="{391B57AC-CE71-44DC-B703-86EE91F8CE11}"/>
              </a:ext>
            </a:extLst>
          </p:cNvPr>
          <p:cNvSpPr>
            <a:spLocks noGrp="1"/>
          </p:cNvSpPr>
          <p:nvPr/>
        </p:nvSpPr>
        <p:spPr>
          <a:xfrm>
            <a:off x="12096750" y="37242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73" name="edge:api-model">
            <a:extLst>
              <a:ext uri="{FF2B5EF4-FFF2-40B4-BE49-F238E27FC236}">
                <ns2:creationId id="{D6A24D77-D8F1-40CA-8263-8C82CAB3DFCC}"/>
              </a:ext>
            </a:extLst>
          </p:cNvPr>
          <p:cNvSpPr>
            <a:spLocks noGrp="1"/>
          </p:cNvSpPr>
          <p:nvPr/>
        </p:nvSpPr>
        <p:spPr>
          <a:xfrm>
            <a:off x="10429875" y="8801100"/>
            <a:ext cx="1857375" cy="953"/>
          </a:xfrm>
          <a:custGeom>
            <a:pathLst>
              <a:path w="1857375" h="953">
                <a:moveTo>
                  <a:pt x="0" y="0"/>
                </a:moveTo>
                <a:lnTo>
                  <a:pt x="1857375" y="0"/>
                </a:lnTo>
              </a:path>
            </a:pathLst>
          </a:custGeom>
          <a:noFill/>
          <a:ln w="17145">
            <a:solidFill>
              <a:srgbClr val="111111"/>
            </a:solidFill>
            <a:prstDash val="solid"/>
          </a:ln>
        </p:spPr>
      </p:sp>
      <p:sp>
        <p:nvSpPr>
          <p:cNvPr id="74" name="arrow:api-model">
            <a:extLst>
              <a:ext uri="{FF2B5EF4-FFF2-40B4-BE49-F238E27FC236}">
                <ns2:creationId id="{631C7F10-1E9F-458A-B68C-452BF703B7A1}"/>
              </a:ext>
            </a:extLst>
          </p:cNvPr>
          <p:cNvSpPr>
            <a:spLocks noGrp="1"/>
          </p:cNvSpPr>
          <p:nvPr/>
        </p:nvSpPr>
        <p:spPr>
          <a:xfrm>
            <a:off x="12201525" y="8763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75" name="edge:model-api">
            <a:extLst>
              <a:ext uri="{FF2B5EF4-FFF2-40B4-BE49-F238E27FC236}">
                <ns2:creationId id="{F71CE071-2B3D-4446-8456-9B2F35D3C4B2}"/>
              </a:ext>
            </a:extLst>
          </p:cNvPr>
          <p:cNvSpPr>
            <a:spLocks noGrp="1"/>
          </p:cNvSpPr>
          <p:nvPr/>
        </p:nvSpPr>
        <p:spPr>
          <a:xfrm>
            <a:off x="10429875" y="9144000"/>
            <a:ext cx="1857375" cy="953"/>
          </a:xfrm>
          <a:custGeom>
            <a:pathLst>
              <a:path w="1857375" h="953">
                <a:moveTo>
                  <a:pt x="1857375" y="0"/>
                </a:moveTo>
                <a:lnTo>
                  <a:pt x="0" y="0"/>
                </a:lnTo>
              </a:path>
            </a:pathLst>
          </a:custGeom>
          <a:noFill/>
          <a:ln w="17145">
            <a:solidFill>
              <a:srgbClr val="111111"/>
            </a:solidFill>
            <a:prstDash val="dash"/>
          </a:ln>
        </p:spPr>
      </p:sp>
      <p:sp>
        <p:nvSpPr>
          <p:cNvPr id="76" name="arrow:model-api">
            <a:extLst>
              <a:ext uri="{FF2B5EF4-FFF2-40B4-BE49-F238E27FC236}">
                <ns2:creationId id="{13EE20B1-296A-4951-A60F-543DEB6BDFBB}"/>
              </a:ext>
            </a:extLst>
          </p:cNvPr>
          <p:cNvSpPr>
            <a:spLocks noGrp="1"/>
          </p:cNvSpPr>
          <p:nvPr/>
        </p:nvSpPr>
        <p:spPr>
          <a:xfrm>
            <a:off x="10429875" y="91059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77" name="label 3 구판 job 취소 / 4 늦은 chunk 반환&#10;유효 R0 job은 재생 중단 중에도 유지">
            <a:extLst>
              <a:ext uri="{FF2B5EF4-FFF2-40B4-BE49-F238E27FC236}">
                <ns2:creationId id="{BDBAE8C6-9153-4F07-80BB-53D803FDE401}"/>
              </a:ext>
            </a:extLst>
          </p:cNvPr>
          <p:cNvSpPr>
            <a:spLocks noGrp="1"/>
          </p:cNvSpPr>
          <p:nvPr/>
        </p:nvSpPr>
        <p:spPr>
          <a:xfrm>
            <a:off x="571500" y="7696200"/>
            <a:ext cx="5048250" cy="571500"/>
          </a:xfrm>
          <a:prstGeom prst="rect">
            <a:avLst/>
          </a:prstGeom>
          <a:noFill/>
          <a:ln w="0">
            <a:noFill/>
          </a:ln>
        </p:spPr>
        <p:txBody>
          <a:bodyPr wrap="none" lIns="47625" tIns="19050" rIns="47625" bIns="19050" anchor="ctr">
            <a:noAutofit/>
          </a:bodyPr>
          <a:lstStyle>
            <a:defPPr algn="l">
              <a:defRPr sz="1700" b="0" lang="ko-KR">
                <a:solidFill>
                  <a:srgbClr val="4676CB"/>
                </a:solidFill>
                <a:latin typeface="Calibri"/>
                <a:ea typeface="Calibri"/>
                <a:cs typeface="Calibri"/>
              </a:defRPr>
            </a:defPPr>
            <a:lvl1pPr algn="l">
              <a:defRPr sz="1700" b="0" lang="ko-KR">
                <a:solidFill>
                  <a:srgbClr val="4676CB"/>
                </a:solidFill>
                <a:latin typeface="Calibri"/>
                <a:ea typeface="Calibri"/>
                <a:cs typeface="Calibri"/>
              </a:defRPr>
            </a:lvl1pPr>
            <a:lvl2pPr algn="l">
              <a:defRPr sz="1700" b="0" lang="ko-KR">
                <a:solidFill>
                  <a:srgbClr val="4676CB"/>
                </a:solidFill>
                <a:latin typeface="Calibri"/>
                <a:ea typeface="Calibri"/>
                <a:cs typeface="Calibri"/>
              </a:defRPr>
            </a:lvl2pPr>
            <a:lvl3pPr algn="l">
              <a:defRPr sz="1700" b="0" lang="ko-KR">
                <a:solidFill>
                  <a:srgbClr val="4676CB"/>
                </a:solidFill>
                <a:latin typeface="Calibri"/>
                <a:ea typeface="Calibri"/>
                <a:cs typeface="Calibri"/>
              </a:defRPr>
            </a:lvl3pPr>
            <a:lvl4pPr algn="l">
              <a:defRPr sz="1700" b="0" lang="ko-KR">
                <a:solidFill>
                  <a:srgbClr val="4676CB"/>
                </a:solidFill>
                <a:latin typeface="Calibri"/>
                <a:ea typeface="Calibri"/>
                <a:cs typeface="Calibri"/>
              </a:defRPr>
            </a:lvl4pPr>
            <a:lvl5pPr algn="l">
              <a:defRPr sz="1700" b="0" lang="ko-KR">
                <a:solidFill>
                  <a:srgbClr val="4676CB"/>
                </a:solidFill>
                <a:latin typeface="Calibri"/>
                <a:ea typeface="Calibri"/>
                <a:cs typeface="Calibri"/>
              </a:defRPr>
            </a:lvl5pPr>
            <a:lvl6pPr algn="l">
              <a:defRPr sz="1700" b="0" lang="ko-KR">
                <a:solidFill>
                  <a:srgbClr val="4676CB"/>
                </a:solidFill>
                <a:latin typeface="Calibri"/>
                <a:ea typeface="Calibri"/>
                <a:cs typeface="Calibri"/>
              </a:defRPr>
            </a:lvl6pPr>
            <a:lvl7pPr algn="l">
              <a:defRPr sz="1700" b="0" lang="ko-KR">
                <a:solidFill>
                  <a:srgbClr val="4676CB"/>
                </a:solidFill>
                <a:latin typeface="Calibri"/>
                <a:ea typeface="Calibri"/>
                <a:cs typeface="Calibri"/>
              </a:defRPr>
            </a:lvl7pPr>
            <a:lvl8pPr algn="l">
              <a:defRPr sz="1700" b="0" lang="ko-KR">
                <a:solidFill>
                  <a:srgbClr val="4676CB"/>
                </a:solidFill>
                <a:latin typeface="Calibri"/>
                <a:ea typeface="Calibri"/>
                <a:cs typeface="Calibri"/>
              </a:defRPr>
            </a:lvl8pPr>
            <a:lvl9pPr algn="l">
              <a:defRPr sz="1700" b="0" lang="ko-KR">
                <a:solidFill>
                  <a:srgbClr val="4676CB"/>
                </a:solidFill>
                <a:latin typeface="Calibri"/>
                <a:ea typeface="Calibri"/>
                <a:cs typeface="Calibri"/>
              </a:defRPr>
            </a:lvl9pPr>
          </a:lstStyle>
          <a:p>
            <a:pPr algn="l">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3 구판 job 취소 / 4 늦은 chunk 반환</a:t>
            </a:r>
            <a:endParaRPr lang="ko-KR">
              <a:latin typeface="Calibri"/>
              <a:ea typeface="Calibri"/>
              <a:cs typeface="Calibri"/>
            </a:endParaRPr>
          </a:p>
          <a:p>
            <a:pPr algn="l">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유효 R0 job은 재생 중단 중에도 유지</a:t>
            </a:r>
            <a:endParaRPr lang="ko-KR">
              <a:latin typeface="Calibri"/>
              <a:ea typeface="Calibri"/>
              <a:cs typeface="Calibri"/>
            </a:endParaRPr>
          </a:p>
        </p:txBody>
      </p:sp>
      <p:sp>
        <p:nvSpPr>
          <p:cNvPr id="78" name="label 4 구판 chunk는 거절 후 종료">
            <a:extLst>
              <a:ext uri="{FF2B5EF4-FFF2-40B4-BE49-F238E27FC236}">
                <ns2:creationId id="{06C978A4-3C7D-40AD-A6B5-ED014E792F96}"/>
              </a:ext>
            </a:extLst>
          </p:cNvPr>
          <p:cNvSpPr>
            <a:spLocks noGrp="1"/>
          </p:cNvSpPr>
          <p:nvPr/>
        </p:nvSpPr>
        <p:spPr>
          <a:xfrm>
            <a:off x="9906000" y="4572000"/>
            <a:ext cx="3619500" cy="304800"/>
          </a:xfrm>
          <a:prstGeom prst="rect">
            <a:avLst/>
          </a:prstGeom>
          <a:noFill/>
          <a:ln w="0">
            <a:noFill/>
          </a:ln>
        </p:spPr>
        <p:txBody>
          <a:bodyPr wrap="none" lIns="47625" tIns="19050" rIns="47625" bIns="19050" anchor="ctr">
            <a:noAutofit/>
          </a:bodyPr>
          <a:lstStyle>
            <a:defPPr algn="l">
              <a:defRPr sz="1600" b="0" lang="ko-KR">
                <a:solidFill>
                  <a:srgbClr val="111111"/>
                </a:solidFill>
                <a:latin typeface="Calibri"/>
                <a:ea typeface="Calibri"/>
                <a:cs typeface="Calibri"/>
              </a:defRPr>
            </a:defPPr>
            <a:lvl1pPr algn="l">
              <a:defRPr sz="1600" b="0" lang="ko-KR">
                <a:solidFill>
                  <a:srgbClr val="111111"/>
                </a:solidFill>
                <a:latin typeface="Calibri"/>
                <a:ea typeface="Calibri"/>
                <a:cs typeface="Calibri"/>
              </a:defRPr>
            </a:lvl1pPr>
            <a:lvl2pPr algn="l">
              <a:defRPr sz="1600" b="0" lang="ko-KR">
                <a:solidFill>
                  <a:srgbClr val="111111"/>
                </a:solidFill>
                <a:latin typeface="Calibri"/>
                <a:ea typeface="Calibri"/>
                <a:cs typeface="Calibri"/>
              </a:defRPr>
            </a:lvl2pPr>
            <a:lvl3pPr algn="l">
              <a:defRPr sz="1600" b="0" lang="ko-KR">
                <a:solidFill>
                  <a:srgbClr val="111111"/>
                </a:solidFill>
                <a:latin typeface="Calibri"/>
                <a:ea typeface="Calibri"/>
                <a:cs typeface="Calibri"/>
              </a:defRPr>
            </a:lvl3pPr>
            <a:lvl4pPr algn="l">
              <a:defRPr sz="1600" b="0" lang="ko-KR">
                <a:solidFill>
                  <a:srgbClr val="111111"/>
                </a:solidFill>
                <a:latin typeface="Calibri"/>
                <a:ea typeface="Calibri"/>
                <a:cs typeface="Calibri"/>
              </a:defRPr>
            </a:lvl4pPr>
            <a:lvl5pPr algn="l">
              <a:defRPr sz="1600" b="0" lang="ko-KR">
                <a:solidFill>
                  <a:srgbClr val="111111"/>
                </a:solidFill>
                <a:latin typeface="Calibri"/>
                <a:ea typeface="Calibri"/>
                <a:cs typeface="Calibri"/>
              </a:defRPr>
            </a:lvl5pPr>
            <a:lvl6pPr algn="l">
              <a:defRPr sz="1600" b="0" lang="ko-KR">
                <a:solidFill>
                  <a:srgbClr val="111111"/>
                </a:solidFill>
                <a:latin typeface="Calibri"/>
                <a:ea typeface="Calibri"/>
                <a:cs typeface="Calibri"/>
              </a:defRPr>
            </a:lvl6pPr>
            <a:lvl7pPr algn="l">
              <a:defRPr sz="1600" b="0" lang="ko-KR">
                <a:solidFill>
                  <a:srgbClr val="111111"/>
                </a:solidFill>
                <a:latin typeface="Calibri"/>
                <a:ea typeface="Calibri"/>
                <a:cs typeface="Calibri"/>
              </a:defRPr>
            </a:lvl7pPr>
            <a:lvl8pPr algn="l">
              <a:defRPr sz="1600" b="0" lang="ko-KR">
                <a:solidFill>
                  <a:srgbClr val="111111"/>
                </a:solidFill>
                <a:latin typeface="Calibri"/>
                <a:ea typeface="Calibri"/>
                <a:cs typeface="Calibri"/>
              </a:defRPr>
            </a:lvl8pPr>
            <a:lvl9pPr algn="l">
              <a:defRPr sz="1600" b="0" lang="ko-KR">
                <a:solidFill>
                  <a:srgbClr val="111111"/>
                </a:solidFill>
                <a:latin typeface="Calibri"/>
                <a:ea typeface="Calibri"/>
                <a:cs typeface="Calibri"/>
              </a:defRPr>
            </a:lvl9pPr>
          </a:lstStyle>
          <a:p>
            <a:pPr algn="l">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구판 chunk는 거절 후 종료</a:t>
            </a:r>
            <a:endParaRPr lang="ko-KR">
              <a:latin typeface="Calibri"/>
              <a:ea typeface="Calibri"/>
              <a:cs typeface="Calibri"/>
            </a:endParaRPr>
          </a:p>
        </p:txBody>
      </p:sp>
      <p:sp>
        <p:nvSpPr>
          <p:cNvPr id="79" name="label 검정 공통 / 파랑 A / 초록 B (A/B 배타적). 실선: 요청과 전달 / 점선: 결과와 복원">
            <a:extLst>
              <a:ext uri="{FF2B5EF4-FFF2-40B4-BE49-F238E27FC236}">
                <ns2:creationId id="{E9455A6B-7B13-4429-A28C-9377309DAF0D}"/>
              </a:ext>
            </a:extLst>
          </p:cNvPr>
          <p:cNvSpPr>
            <a:spLocks noGrp="1"/>
          </p:cNvSpPr>
          <p:nvPr/>
        </p:nvSpPr>
        <p:spPr>
          <a:xfrm>
            <a:off x="571500" y="9848850"/>
            <a:ext cx="15716250" cy="238125"/>
          </a:xfrm>
          <a:prstGeom prst="rect">
            <a:avLst/>
          </a:prstGeom>
          <a:noFill/>
          <a:ln w="0">
            <a:noFill/>
          </a:ln>
        </p:spPr>
        <p:txBody>
          <a:bodyPr wrap="none" lIns="47625" tIns="19050" rIns="47625" bIns="19050" anchor="ctr">
            <a:noAutofit/>
          </a:bodyPr>
          <a:lstStyle>
            <a:defPPr algn="l">
              <a:defRPr sz="1500" b="0" lang="ko-KR">
                <a:solidFill>
                  <a:srgbClr val="111111"/>
                </a:solidFill>
                <a:latin typeface="Calibri"/>
                <a:ea typeface="Calibri"/>
                <a:cs typeface="Calibri"/>
              </a:defRPr>
            </a:defPPr>
            <a:lvl1pPr algn="l">
              <a:defRPr sz="1500" b="0" lang="ko-KR">
                <a:solidFill>
                  <a:srgbClr val="111111"/>
                </a:solidFill>
                <a:latin typeface="Calibri"/>
                <a:ea typeface="Calibri"/>
                <a:cs typeface="Calibri"/>
              </a:defRPr>
            </a:lvl1pPr>
            <a:lvl2pPr algn="l">
              <a:defRPr sz="1500" b="0" lang="ko-KR">
                <a:solidFill>
                  <a:srgbClr val="111111"/>
                </a:solidFill>
                <a:latin typeface="Calibri"/>
                <a:ea typeface="Calibri"/>
                <a:cs typeface="Calibri"/>
              </a:defRPr>
            </a:lvl2pPr>
            <a:lvl3pPr algn="l">
              <a:defRPr sz="1500" b="0" lang="ko-KR">
                <a:solidFill>
                  <a:srgbClr val="111111"/>
                </a:solidFill>
                <a:latin typeface="Calibri"/>
                <a:ea typeface="Calibri"/>
                <a:cs typeface="Calibri"/>
              </a:defRPr>
            </a:lvl3pPr>
            <a:lvl4pPr algn="l">
              <a:defRPr sz="1500" b="0" lang="ko-KR">
                <a:solidFill>
                  <a:srgbClr val="111111"/>
                </a:solidFill>
                <a:latin typeface="Calibri"/>
                <a:ea typeface="Calibri"/>
                <a:cs typeface="Calibri"/>
              </a:defRPr>
            </a:lvl4pPr>
            <a:lvl5pPr algn="l">
              <a:defRPr sz="1500" b="0" lang="ko-KR">
                <a:solidFill>
                  <a:srgbClr val="111111"/>
                </a:solidFill>
                <a:latin typeface="Calibri"/>
                <a:ea typeface="Calibri"/>
                <a:cs typeface="Calibri"/>
              </a:defRPr>
            </a:lvl5pPr>
            <a:lvl6pPr algn="l">
              <a:defRPr sz="1500" b="0" lang="ko-KR">
                <a:solidFill>
                  <a:srgbClr val="111111"/>
                </a:solidFill>
                <a:latin typeface="Calibri"/>
                <a:ea typeface="Calibri"/>
                <a:cs typeface="Calibri"/>
              </a:defRPr>
            </a:lvl6pPr>
            <a:lvl7pPr algn="l">
              <a:defRPr sz="1500" b="0" lang="ko-KR">
                <a:solidFill>
                  <a:srgbClr val="111111"/>
                </a:solidFill>
                <a:latin typeface="Calibri"/>
                <a:ea typeface="Calibri"/>
                <a:cs typeface="Calibri"/>
              </a:defRPr>
            </a:lvl7pPr>
            <a:lvl8pPr algn="l">
              <a:defRPr sz="1500" b="0" lang="ko-KR">
                <a:solidFill>
                  <a:srgbClr val="111111"/>
                </a:solidFill>
                <a:latin typeface="Calibri"/>
                <a:ea typeface="Calibri"/>
                <a:cs typeface="Calibri"/>
              </a:defRPr>
            </a:lvl8pPr>
            <a:lvl9pPr algn="l">
              <a:defRPr sz="1500" b="0" lang="ko-KR">
                <a:solidFill>
                  <a:srgbClr val="111111"/>
                </a:solidFill>
                <a:latin typeface="Calibri"/>
                <a:ea typeface="Calibri"/>
                <a:cs typeface="Calibri"/>
              </a:defRPr>
            </a:lvl9pPr>
          </a:lstStyle>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검정 공통 / 파랑 A / 초록 B (A/B 배타적). 실선: 요청과 전달 / 점선: 결과와 복원</a:t>
            </a:r>
            <a:endParaRPr lang="ko-KR">
              <a:latin typeface="Calibri"/>
              <a:ea typeface="Calibri"/>
              <a:cs typeface="Calibri"/>
            </a:endParaRPr>
          </a:p>
        </p:txBody>
      </p:sp>
      <p:sp>
        <p:nvSpPr>
          <p:cNvPr id="80" name="label 채택 판본 /&#10;읽기 순서">
            <a:extLst>
              <a:ext uri="{FF2B5EF4-FFF2-40B4-BE49-F238E27FC236}">
                <ns2:creationId id="{8A9D3340-CCBB-477E-A365-673785618CA6}"/>
              </a:ext>
            </a:extLst>
          </p:cNvPr>
          <p:cNvSpPr>
            <a:spLocks noGrp="1"/>
          </p:cNvSpPr>
          <p:nvPr/>
        </p:nvSpPr>
        <p:spPr>
          <a:xfrm>
            <a:off x="8429625" y="4429125"/>
            <a:ext cx="1238250" cy="666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채택 판본 /</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읽기 순서</a:t>
            </a:r>
            <a:endParaRPr lang="ko-KR">
              <a:latin typeface="Calibri"/>
              <a:ea typeface="Calibri"/>
              <a:cs typeface="Calibri"/>
            </a:endParaRPr>
          </a:p>
        </p:txBody>
      </p:sp>
      <p:sp>
        <p:nvSpPr>
          <p:cNvPr id="81" name="label 1 판본 반영">
            <a:extLst>
              <a:ext uri="{FF2B5EF4-FFF2-40B4-BE49-F238E27FC236}">
                <ns2:creationId id="{B3426F1F-9228-40DD-8D23-DD4D19233652}"/>
              </a:ext>
            </a:extLst>
          </p:cNvPr>
          <p:cNvSpPr>
            <a:spLocks noGrp="1"/>
          </p:cNvSpPr>
          <p:nvPr/>
        </p:nvSpPr>
        <p:spPr>
          <a:xfrm>
            <a:off x="3667125" y="3095625"/>
            <a:ext cx="1238250" cy="2762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판본 반영</a:t>
            </a:r>
            <a:endParaRPr lang="ko-KR">
              <a:latin typeface="Calibri"/>
              <a:ea typeface="Calibri"/>
              <a:cs typeface="Calibri"/>
            </a:endParaRPr>
          </a:p>
        </p:txBody>
      </p:sp>
      <p:sp>
        <p:nvSpPr>
          <p:cNvPr id="82" name="label 상태 반환">
            <a:extLst>
              <a:ext uri="{FF2B5EF4-FFF2-40B4-BE49-F238E27FC236}">
                <ns2:creationId id="{FA99848C-2FCD-415B-B47A-9F39084B45D9}"/>
              </a:ext>
            </a:extLst>
          </p:cNvPr>
          <p:cNvSpPr>
            <a:spLocks noGrp="1"/>
          </p:cNvSpPr>
          <p:nvPr/>
        </p:nvSpPr>
        <p:spPr>
          <a:xfrm>
            <a:off x="3714750" y="3829050"/>
            <a:ext cx="1190625"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상태 반환</a:t>
            </a:r>
            <a:endParaRPr lang="ko-KR">
              <a:latin typeface="Calibri"/>
              <a:ea typeface="Calibri"/>
              <a:cs typeface="Calibri"/>
            </a:endParaRPr>
          </a:p>
        </p:txBody>
      </p:sp>
      <p:sp>
        <p:nvSpPr>
          <p:cNvPr id="83" name="label 2 판본 확인&#10;유효 chunk만 보관">
            <a:extLst>
              <a:ext uri="{FF2B5EF4-FFF2-40B4-BE49-F238E27FC236}">
                <ns2:creationId id="{688BFAEB-821A-45CE-8B16-94B65912E788}"/>
              </a:ext>
            </a:extLst>
          </p:cNvPr>
          <p:cNvSpPr>
            <a:spLocks noGrp="1"/>
          </p:cNvSpPr>
          <p:nvPr/>
        </p:nvSpPr>
        <p:spPr>
          <a:xfrm>
            <a:off x="571500" y="4362450"/>
            <a:ext cx="3476625" cy="666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판본 확인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유효 chunk만 보관</a:t>
            </a:r>
            <a:endParaRPr lang="ko-KR">
              <a:latin typeface="Calibri"/>
              <a:ea typeface="Calibri"/>
              <a:cs typeface="Calibri"/>
            </a:endParaRPr>
          </a:p>
        </p:txBody>
      </p:sp>
      <p:sp>
        <p:nvSpPr>
          <p:cNvPr id="84" name="label 구판 / 철회 tail: 거절 반환">
            <a:extLst>
              <a:ext uri="{FF2B5EF4-FFF2-40B4-BE49-F238E27FC236}">
                <ns2:creationId id="{40CB60EC-9BEB-4DCD-AA53-BC23AEB5F05C}"/>
              </a:ext>
            </a:extLst>
          </p:cNvPr>
          <p:cNvSpPr>
            <a:spLocks noGrp="1"/>
          </p:cNvSpPr>
          <p:nvPr/>
        </p:nvSpPr>
        <p:spPr>
          <a:xfrm>
            <a:off x="571500" y="4143375"/>
            <a:ext cx="38100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구판 / 철회 tail: 거절 반환</a:t>
            </a:r>
            <a:endParaRPr lang="ko-KR">
              <a:latin typeface="Calibri"/>
              <a:ea typeface="Calibri"/>
              <a:cs typeface="Calibri"/>
            </a:endParaRPr>
          </a:p>
        </p:txBody>
      </p:sp>
      <p:sp>
        <p:nvSpPr>
          <p:cNvPr id="85" name="label 5 복귀 시 유효 구간 요청">
            <a:extLst>
              <a:ext uri="{FF2B5EF4-FFF2-40B4-BE49-F238E27FC236}">
                <ns2:creationId id="{372AD7C3-6123-410C-BB82-6A993B3BB12E}"/>
              </a:ext>
            </a:extLst>
          </p:cNvPr>
          <p:cNvSpPr>
            <a:spLocks noGrp="1"/>
          </p:cNvSpPr>
          <p:nvPr/>
        </p:nvSpPr>
        <p:spPr>
          <a:xfrm>
            <a:off x="2286000" y="6943725"/>
            <a:ext cx="333375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복귀 시 유효 구간 요청</a:t>
            </a:r>
            <a:endParaRPr lang="ko-KR">
              <a:latin typeface="Calibri"/>
              <a:ea typeface="Calibri"/>
              <a:cs typeface="Calibri"/>
            </a:endParaRPr>
          </a:p>
        </p:txBody>
      </p:sp>
      <p:sp>
        <p:nvSpPr>
          <p:cNvPr id="86" name="label 1 구간 보관">
            <a:extLst>
              <a:ext uri="{FF2B5EF4-FFF2-40B4-BE49-F238E27FC236}">
                <ns2:creationId id="{CB195CF7-2405-475B-9039-F18410092CC7}"/>
              </a:ext>
            </a:extLst>
          </p:cNvPr>
          <p:cNvSpPr>
            <a:spLocks noGrp="1"/>
          </p:cNvSpPr>
          <p:nvPr/>
        </p:nvSpPr>
        <p:spPr>
          <a:xfrm>
            <a:off x="12954000" y="3067050"/>
            <a:ext cx="1238250"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구간 보관</a:t>
            </a:r>
            <a:endParaRPr lang="ko-KR">
              <a:latin typeface="Calibri"/>
              <a:ea typeface="Calibri"/>
              <a:cs typeface="Calibri"/>
            </a:endParaRPr>
          </a:p>
        </p:txBody>
      </p:sp>
      <p:sp>
        <p:nvSpPr>
          <p:cNvPr id="87" name="label 5 유효분 재사용">
            <a:extLst>
              <a:ext uri="{FF2B5EF4-FFF2-40B4-BE49-F238E27FC236}">
                <ns2:creationId id="{AD1C463F-1DC8-483E-88BB-F9335708D98B}"/>
              </a:ext>
            </a:extLst>
          </p:cNvPr>
          <p:cNvSpPr>
            <a:spLocks noGrp="1"/>
          </p:cNvSpPr>
          <p:nvPr/>
        </p:nvSpPr>
        <p:spPr>
          <a:xfrm>
            <a:off x="12839700" y="4133850"/>
            <a:ext cx="1571625" cy="5238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유효분 재사용</a:t>
            </a:r>
            <a:endParaRPr lang="ko-KR">
              <a:latin typeface="Calibri"/>
              <a:ea typeface="Calibri"/>
              <a:cs typeface="Calibri"/>
            </a:endParaRPr>
          </a:p>
        </p:txBody>
      </p:sp>
      <p:sp>
        <p:nvSpPr>
          <p:cNvPr id="88" name="label 미선택은&#10;생성하지 않음">
            <a:extLst>
              <a:ext uri="{FF2B5EF4-FFF2-40B4-BE49-F238E27FC236}">
                <ns2:creationId id="{988E5A96-3C99-42F6-8784-6BE2A6D2CE9F}"/>
              </a:ext>
            </a:extLst>
          </p:cNvPr>
          <p:cNvSpPr>
            <a:spLocks noGrp="1"/>
          </p:cNvSpPr>
          <p:nvPr/>
        </p:nvSpPr>
        <p:spPr>
          <a:xfrm>
            <a:off x="10668000" y="5048250"/>
            <a:ext cx="2762250" cy="666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미선택은</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생성하지 않음</a:t>
            </a:r>
            <a:endParaRPr lang="ko-KR">
              <a:latin typeface="Calibri"/>
              <a:ea typeface="Calibri"/>
              <a:cs typeface="Calibri"/>
            </a:endParaRPr>
          </a:p>
        </p:txBody>
      </p:sp>
      <p:sp>
        <p:nvSpPr>
          <p:cNvPr id="89" name="label 2 발화 전환 때 취소&#10;6 미생성 후반 요청">
            <a:extLst>
              <a:ext uri="{FF2B5EF4-FFF2-40B4-BE49-F238E27FC236}">
                <ns2:creationId id="{F843B653-8708-4DA8-81F7-B634C965F40C}"/>
              </a:ext>
            </a:extLst>
          </p:cNvPr>
          <p:cNvSpPr>
            <a:spLocks noGrp="1"/>
          </p:cNvSpPr>
          <p:nvPr/>
        </p:nvSpPr>
        <p:spPr>
          <a:xfrm>
            <a:off x="8239125" y="6734175"/>
            <a:ext cx="2952750" cy="714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발화 전환 때 취소</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미생성 후반 요청</a:t>
            </a:r>
            <a:endParaRPr lang="ko-KR">
              <a:latin typeface="Calibri"/>
              <a:ea typeface="Calibri"/>
              <a:cs typeface="Calibri"/>
            </a:endParaRPr>
          </a:p>
        </p:txBody>
      </p:sp>
      <p:sp>
        <p:nvSpPr>
          <p:cNvPr id="90" name="label 3 늦은 반환&#10;4 판본 확인">
            <a:extLst>
              <a:ext uri="{FF2B5EF4-FFF2-40B4-BE49-F238E27FC236}">
                <ns2:creationId id="{EC2E0626-8970-4812-A231-E24BDA6EB9B4}"/>
              </a:ext>
            </a:extLst>
          </p:cNvPr>
          <p:cNvSpPr>
            <a:spLocks noGrp="1"/>
          </p:cNvSpPr>
          <p:nvPr/>
        </p:nvSpPr>
        <p:spPr>
          <a:xfrm>
            <a:off x="12668250" y="6734175"/>
            <a:ext cx="2428875" cy="666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늦은 반환</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판본 확인</a:t>
            </a:r>
            <a:endParaRPr lang="ko-KR">
              <a:latin typeface="Calibri"/>
              <a:ea typeface="Calibri"/>
              <a:cs typeface="Calibri"/>
            </a:endParaRPr>
          </a:p>
        </p:txBody>
      </p:sp>
      <p:sp>
        <p:nvSpPr>
          <p:cNvPr id="91" name="label 요청 / 취소">
            <a:extLst>
              <a:ext uri="{FF2B5EF4-FFF2-40B4-BE49-F238E27FC236}">
                <ns2:creationId id="{E19AA4CC-BDCB-4D08-B445-6AD48DE37FF3}"/>
              </a:ext>
            </a:extLst>
          </p:cNvPr>
          <p:cNvSpPr>
            <a:spLocks noGrp="1"/>
          </p:cNvSpPr>
          <p:nvPr/>
        </p:nvSpPr>
        <p:spPr>
          <a:xfrm>
            <a:off x="10572750" y="8315325"/>
            <a:ext cx="1666875"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요청 / 취소</a:t>
            </a:r>
            <a:endParaRPr lang="ko-KR">
              <a:latin typeface="Calibri"/>
              <a:ea typeface="Calibri"/>
              <a:cs typeface="Calibri"/>
            </a:endParaRPr>
          </a:p>
        </p:txBody>
      </p:sp>
      <p:sp>
        <p:nvSpPr>
          <p:cNvPr id="92" name="label audio / 상태">
            <a:extLst>
              <a:ext uri="{FF2B5EF4-FFF2-40B4-BE49-F238E27FC236}">
                <ns2:creationId id="{178F5420-79EF-4E8E-B3FE-0AC7B30E90CA}"/>
              </a:ext>
            </a:extLst>
          </p:cNvPr>
          <p:cNvSpPr>
            <a:spLocks noGrp="1"/>
          </p:cNvSpPr>
          <p:nvPr/>
        </p:nvSpPr>
        <p:spPr>
          <a:xfrm>
            <a:off x="10572750" y="9334500"/>
            <a:ext cx="1666875"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audio / 상태</a:t>
            </a:r>
            <a:endParaRPr lang="ko-KR">
              <a:latin typeface="Calibri"/>
              <a:ea typeface="Calibri"/>
              <a:cs typeface="Calibri"/>
            </a:endParaRPr>
          </a:p>
        </p:txBody>
      </p:sp>
    </p:spTree>
    <p:extLst>
      <p:ext uri="{BB962C8B-B14F-4D97-AF65-F5344CB8AC3E}">
        <p14:creationId val="192933063"/>
      </p:ext>
    </p:extLst>
  </p:cSld>
</p:sld>
</file>

<file path=ppt/slides/slide62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5" name="label DP44. 동일 시나리오의 처리와 비용">
            <a:extLst>
              <a:ext uri="{FF2B5EF4-FFF2-40B4-BE49-F238E27FC236}">
                <ns2:creationId id="{9330B859-C8AB-4FA5-BBD9-D2D2AB76A739}"/>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동일 시나리오의 처리와 비용</a:t>
            </a:r>
            <a:endParaRPr lang="ko-KR">
              <a:latin typeface="Calibri"/>
              <a:ea typeface="Calibri"/>
              <a:cs typeface="Calibri"/>
            </a:endParaRPr>
          </a:p>
        </p:txBody>
      </p:sp>
      <p:sp>
        <p:nvSpPr>
          <p:cNvPr id="2" name="stage 0">
            <a:extLst>
              <a:ext uri="{FF2B5EF4-FFF2-40B4-BE49-F238E27FC236}">
                <ns2:creationId id="{E3BFFF9F-2904-49DD-BB36-DB81DD66B5E3}"/>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8CDE9AE4-FE36-492A-8A24-9E31CB0FF5FC}"/>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95A9EA17-2253-400F-A828-A9C3BBBA1E49}"/>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5B79635A-4E2B-40A6-8E70-DB6F17DD68F5}"/>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512922FF-360F-4B7B-B794-D486DD3ECC04}"/>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7F6A41DE-6768-4E01-838E-BDADC58AA13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S03-05: Q1은 보존하고 R1-v1은 무효화한다. 정정 뒤 메일 질문을 먼저 읽는다">
            <a:extLst>
              <a:ext uri="{FF2B5EF4-FFF2-40B4-BE49-F238E27FC236}">
                <ns2:creationId id="{7D5E889C-3CB9-4C66-8F8A-3DF49AC4B41B}"/>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S03-05: Q1은 보존하고 R1-v1은 무효화한다. 정정 뒤 메일 질문을 먼저 읽는다</a:t>
            </a:r>
            <a:endParaRPr lang="ko-KR">
              <a:latin typeface="Calibri"/>
              <a:ea typeface="Calibri"/>
              <a:cs typeface="Calibri"/>
            </a:endParaRPr>
          </a:p>
        </p:txBody>
      </p:sp>
      <p:sp>
        <p:nvSpPr>
          <p:cNvPr id="9" name="label 28 / 36">
            <a:extLst>
              <a:ext uri="{FF2B5EF4-FFF2-40B4-BE49-F238E27FC236}">
                <ns2:creationId id="{EBC33246-C8F1-4109-8DE7-8FA9548015F6}"/>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28 / 36</a:t>
            </a:r>
            <a:endParaRPr lang="ko-KR">
              <a:latin typeface="Calibri"/>
              <a:ea typeface="Calibri"/>
              <a:cs typeface="Calibri"/>
            </a:endParaRPr>
          </a:p>
        </p:txBody>
      </p:sp>
      <p:graphicFrame>
        <p:nvGraphicFramePr>
          <p:cNvPr id="10" name="">
            <a:extLst>
              <a:ext uri="{FF2B5EF4-FFF2-40B4-BE49-F238E27FC236}">
                <ns2:creationId id="{A94726C0-7CA5-49DA-A2A5-13309CA0514D}"/>
              </a:ext>
            </a:extLst>
          </p:cNvPr>
          <p:cNvGraphicFramePr/>
          <p:nvPr/>
        </p:nvGraphicFramePr>
        <p:xfrm>
          <a:off x="571500" y="1971675"/>
          <a:ext cx="17145000" cy="2590800"/>
        </p:xfrm>
        <a:graphic>
          <a:graphicData uri="http://schemas.openxmlformats.org/drawingml/2006/table">
            <a:tbl>
              <a:tblPr firstRow="0" bandRow="0" bandCol="0"/>
              <a:tblGrid>
                <a:gridCol w="3714750"/>
                <a:gridCol w="13430250"/>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공통 사건 /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입력과 처리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-4.400 ~ 0.000</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“보고서는 6월 기준으로 다시 해줘. 메일 질문부터 들려줘.”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Q1 -1.400 / R1-v1 -1.000</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메일 질문과 구판 결과 텍스트 도착. DP2 의미 확정 0.867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0.907 / 0.947</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정정과 읽기 순서 반영 / “6월 기준 재요청, 메일 질문부터” 화면 표시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3.427 / 3.467</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새 보고서 R1-v2 도착 / 새 결과 화면 표시. 양안 동일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1" name="node:undefined">
            <a:extLst>
              <a:ext uri="{FF2B5EF4-FFF2-40B4-BE49-F238E27FC236}">
                <ns2:creationId id="{292961E3-6E83-40AB-98E6-8F446AC9C191}"/>
              </a:ext>
            </a:extLst>
          </p:cNvPr>
          <p:cNvSpPr>
            <a:spLocks noGrp="1"/>
          </p:cNvSpPr>
          <p:nvPr/>
        </p:nvSpPr>
        <p:spPr>
          <a:xfrm>
            <a:off x="571500" y="4762500"/>
            <a:ext cx="17145000" cy="40005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장면 시각: 생성 시작~종료와 실제 첫 음성 / 전체 생성 전에도 재생 가능</a:t>
            </a:r>
            <a:endParaRPr lang="ko-KR">
              <a:latin typeface="Calibri"/>
              <a:ea typeface="Calibri"/>
              <a:cs typeface="Calibri"/>
            </a:endParaRPr>
          </a:p>
        </p:txBody>
      </p:sp>
      <p:graphicFrame>
        <p:nvGraphicFramePr>
          <p:cNvPr id="12" name="">
            <a:extLst>
              <a:ext uri="{FF2B5EF4-FFF2-40B4-BE49-F238E27FC236}">
                <ns2:creationId id="{7319CB32-518F-4616-9020-F6E7FB56F5B0}"/>
              </a:ext>
            </a:extLst>
          </p:cNvPr>
          <p:cNvGraphicFramePr/>
          <p:nvPr/>
        </p:nvGraphicFramePr>
        <p:xfrm>
          <a:off x="571500" y="5362575"/>
          <a:ext cx="17145000" cy="3429000"/>
        </p:xfrm>
        <a:graphic>
          <a:graphicData uri="http://schemas.openxmlformats.org/drawingml/2006/table">
            <a:tbl>
              <a:tblPr firstRow="0" bandRow="0" bandCol="0"/>
              <a:tblGrid>
                <a:gridCol w="5429250"/>
                <a:gridCol w="5857875"/>
                <a:gridCol w="5857875"/>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음성 항목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생성 구간 / 실제 첫 음성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생성 구간 / 실제 첫 음성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9055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Q1 “수신자는 김 대리인가요?”</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-1.400 ~ -0.351 / 0.947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0.907 ~ 1.956 / 1.348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8105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R1-v1 구판 보고서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-1.000 시작, 1.007 생성 중단</a:t>
                      </a:r>
                      <a:endParaRPr lang="ko-KR">
                        <a:latin typeface="Calibri"/>
                        <a:ea typeface="Calibri"/>
                        <a:cs typeface="Calibri"/>
                      </a:endParaRPr>
                    </a:p>
                    <a:p>
                      <a:pPr algn="ctr">
                        <a:defRPr lang="ko-KR">
                          <a:latin typeface="Calibri"/>
                          <a:ea typeface="Calibri"/>
                          <a:cs typeface="Calibri"/>
                        </a:defRPr>
                      </a:pPr>
                      <a:r>
                        <a:rPr sz="1800" lang="ko-KR">
                          <a:solidFill>
                            <a:srgbClr val="111111"/>
                          </a:solidFill>
                          <a:latin typeface="Calibri"/>
                          <a:ea typeface="Calibri"/>
                          <a:cs typeface="Calibri"/>
                        </a:rPr>
                        <a:t>6.587초 분량 폐기, 재생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아직 미선택이므로 생성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9055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R1-v2 새 보고서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3.427 ~ 5.784 / 3.876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4.142 ~ 6.499 / 4.591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Q1 / 새 보고서 실제 재생 끝</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3.741 / 11.870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4.142 / 12.585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이 사례의 전체 VIA 모델 비용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$0.043073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$0.029720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3" name="label 첫 화면 차이 0초 / 첫 음성 차이 0.401초 / A의 구판 폐기 비용 $0.013353">
            <a:extLst>
              <a:ext uri="{FF2B5EF4-FFF2-40B4-BE49-F238E27FC236}">
                <ns2:creationId id="{74319206-DBE3-4029-8B39-8E2E4880E578}"/>
              </a:ext>
            </a:extLst>
          </p:cNvPr>
          <p:cNvSpPr>
            <a:spLocks noGrp="1"/>
          </p:cNvSpPr>
          <p:nvPr/>
        </p:nvSpPr>
        <p:spPr>
          <a:xfrm>
            <a:off x="571500" y="8991600"/>
            <a:ext cx="17145000" cy="361950"/>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첫 화면 차이 0초 / 첫 음성 차이 0.401초 / A의 구판 폐기 비용 $0.013353</a:t>
            </a:r>
            <a:endParaRPr lang="ko-KR">
              <a:latin typeface="Calibri"/>
              <a:ea typeface="Calibri"/>
              <a:cs typeface="Calibri"/>
            </a:endParaRPr>
          </a:p>
        </p:txBody>
      </p:sp>
      <p:sp>
        <p:nvSpPr>
          <p:cNvPr id="14" name="label 가정 기반 합성 수치 / 실측 아님">
            <a:extLst>
              <a:ext uri="{FF2B5EF4-FFF2-40B4-BE49-F238E27FC236}">
                <ns2:creationId id="{17FA976F-8301-4D25-AEE1-5DC37B979D37}"/>
              </a:ext>
            </a:extLst>
          </p:cNvPr>
          <p:cNvSpPr>
            <a:spLocks noGrp="1"/>
          </p:cNvSpPr>
          <p:nvPr/>
        </p:nvSpPr>
        <p:spPr>
          <a:xfrm>
            <a:off x="12858750" y="9610725"/>
            <a:ext cx="4857750" cy="266700"/>
          </a:xfrm>
          <a:prstGeom prst="rect">
            <a:avLst/>
          </a:prstGeom>
          <a:noFill/>
          <a:ln w="0">
            <a:noFill/>
          </a:ln>
        </p:spPr>
        <p:txBody>
          <a:bodyPr wrap="none" lIns="47625" tIns="19050" rIns="47625" bIns="19050" anchor="ctr">
            <a:noAutofit/>
          </a:bodyPr>
          <a:lstStyle>
            <a:defPPr algn="r">
              <a:defRPr sz="1600" b="0" lang="ko-KR">
                <a:solidFill>
                  <a:srgbClr val="50555B"/>
                </a:solidFill>
                <a:latin typeface="Calibri"/>
                <a:ea typeface="Calibri"/>
                <a:cs typeface="Calibri"/>
              </a:defRPr>
            </a:defPPr>
            <a:lvl1pPr algn="r">
              <a:defRPr sz="1600" b="0" lang="ko-KR">
                <a:solidFill>
                  <a:srgbClr val="50555B"/>
                </a:solidFill>
                <a:latin typeface="Calibri"/>
                <a:ea typeface="Calibri"/>
                <a:cs typeface="Calibri"/>
              </a:defRPr>
            </a:lvl1pPr>
            <a:lvl2pPr algn="r">
              <a:defRPr sz="1600" b="0" lang="ko-KR">
                <a:solidFill>
                  <a:srgbClr val="50555B"/>
                </a:solidFill>
                <a:latin typeface="Calibri"/>
                <a:ea typeface="Calibri"/>
                <a:cs typeface="Calibri"/>
              </a:defRPr>
            </a:lvl2pPr>
            <a:lvl3pPr algn="r">
              <a:defRPr sz="1600" b="0" lang="ko-KR">
                <a:solidFill>
                  <a:srgbClr val="50555B"/>
                </a:solidFill>
                <a:latin typeface="Calibri"/>
                <a:ea typeface="Calibri"/>
                <a:cs typeface="Calibri"/>
              </a:defRPr>
            </a:lvl3pPr>
            <a:lvl4pPr algn="r">
              <a:defRPr sz="1600" b="0" lang="ko-KR">
                <a:solidFill>
                  <a:srgbClr val="50555B"/>
                </a:solidFill>
                <a:latin typeface="Calibri"/>
                <a:ea typeface="Calibri"/>
                <a:cs typeface="Calibri"/>
              </a:defRPr>
            </a:lvl4pPr>
            <a:lvl5pPr algn="r">
              <a:defRPr sz="1600" b="0" lang="ko-KR">
                <a:solidFill>
                  <a:srgbClr val="50555B"/>
                </a:solidFill>
                <a:latin typeface="Calibri"/>
                <a:ea typeface="Calibri"/>
                <a:cs typeface="Calibri"/>
              </a:defRPr>
            </a:lvl5pPr>
            <a:lvl6pPr algn="r">
              <a:defRPr sz="1600" b="0" lang="ko-KR">
                <a:solidFill>
                  <a:srgbClr val="50555B"/>
                </a:solidFill>
                <a:latin typeface="Calibri"/>
                <a:ea typeface="Calibri"/>
                <a:cs typeface="Calibri"/>
              </a:defRPr>
            </a:lvl6pPr>
            <a:lvl7pPr algn="r">
              <a:defRPr sz="1600" b="0" lang="ko-KR">
                <a:solidFill>
                  <a:srgbClr val="50555B"/>
                </a:solidFill>
                <a:latin typeface="Calibri"/>
                <a:ea typeface="Calibri"/>
                <a:cs typeface="Calibri"/>
              </a:defRPr>
            </a:lvl7pPr>
            <a:lvl8pPr algn="r">
              <a:defRPr sz="1600" b="0" lang="ko-KR">
                <a:solidFill>
                  <a:srgbClr val="50555B"/>
                </a:solidFill>
                <a:latin typeface="Calibri"/>
                <a:ea typeface="Calibri"/>
                <a:cs typeface="Calibri"/>
              </a:defRPr>
            </a:lvl8pPr>
            <a:lvl9pPr algn="r">
              <a:defRPr sz="1600" b="0" lang="ko-KR">
                <a:solidFill>
                  <a:srgbClr val="50555B"/>
                </a:solidFill>
                <a:latin typeface="Calibri"/>
                <a:ea typeface="Calibri"/>
                <a:cs typeface="Calibri"/>
              </a:defRPr>
            </a:lvl9pPr>
          </a:lstStyle>
          <a:p>
            <a:pPr algn="r">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가정 기반 합성 수치 / 실측 아님</a:t>
            </a:r>
            <a:endParaRPr lang="ko-KR">
              <a:latin typeface="Calibri"/>
              <a:ea typeface="Calibri"/>
              <a:cs typeface="Calibri"/>
            </a:endParaRPr>
          </a:p>
        </p:txBody>
      </p:sp>
    </p:spTree>
    <p:extLst>
      <p:ext uri="{BB962C8B-B14F-4D97-AF65-F5344CB8AC3E}">
        <p14:creationId val="341573145"/>
      </p:ext>
    </p:extLst>
  </p:cSld>
</p:sld>
</file>

<file path=ppt/slides/slide62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 name="label DP44. QA01~07 비교">
            <a:extLst>
              <a:ext uri="{FF2B5EF4-FFF2-40B4-BE49-F238E27FC236}">
                <ns2:creationId id="{FF58933A-91AA-44F6-83C5-8C1A53F04B90}"/>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QA01~07 비교</a:t>
            </a:r>
            <a:endParaRPr lang="ko-KR">
              <a:latin typeface="Calibri"/>
              <a:ea typeface="Calibri"/>
              <a:cs typeface="Calibri"/>
            </a:endParaRPr>
          </a:p>
        </p:txBody>
      </p:sp>
      <p:sp>
        <p:nvSpPr>
          <p:cNvPr id="2" name="stage 0">
            <a:extLst>
              <a:ext uri="{FF2B5EF4-FFF2-40B4-BE49-F238E27FC236}">
                <ns2:creationId id="{B52C00F1-BF54-44B1-896A-AD8BBC8C385C}"/>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8951A9D9-0185-424C-BB19-FA6B7B11F876}"/>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E14B59E3-0DAE-4809-965F-48A16B148CAD}"/>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BA865E0C-BEDE-4604-8D08-F36546A4F104}"/>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E7402E46-F34B-413F-ADAE-50692C8D3676}"/>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D6DF5975-E009-4AAE-8264-2EDBADB159B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같은 80개 평가 입력을 사용한다. 준비 80활동, 지칭 표현 120개와 원래 목표 90개를 구별한다">
            <a:extLst>
              <a:ext uri="{FF2B5EF4-FFF2-40B4-BE49-F238E27FC236}">
                <ns2:creationId id="{CF8F0031-F2C4-48BD-864E-B704162FFCE9}"/>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80개 평가 입력을 사용한다. 준비 80활동, 지칭 표현 120개와 원래 목표 90개를 구별한다</a:t>
            </a:r>
            <a:endParaRPr lang="ko-KR">
              <a:latin typeface="Calibri"/>
              <a:ea typeface="Calibri"/>
              <a:cs typeface="Calibri"/>
            </a:endParaRPr>
          </a:p>
        </p:txBody>
      </p:sp>
      <p:sp>
        <p:nvSpPr>
          <p:cNvPr id="9" name="label 29 / 36">
            <a:extLst>
              <a:ext uri="{FF2B5EF4-FFF2-40B4-BE49-F238E27FC236}">
                <ns2:creationId id="{F62EE02C-64E6-45F1-BE44-C16D0FB21786}"/>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29 / 36</a:t>
            </a:r>
            <a:endParaRPr lang="ko-KR">
              <a:latin typeface="Calibri"/>
              <a:ea typeface="Calibri"/>
              <a:cs typeface="Calibri"/>
            </a:endParaRPr>
          </a:p>
        </p:txBody>
      </p:sp>
      <p:graphicFrame>
        <p:nvGraphicFramePr>
          <p:cNvPr id="10" name="">
            <a:extLst>
              <a:ext uri="{FF2B5EF4-FFF2-40B4-BE49-F238E27FC236}">
                <ns2:creationId id="{E6D44875-E91E-4C37-A1B9-BF518EF2D456}"/>
              </a:ext>
            </a:extLst>
          </p:cNvPr>
          <p:cNvGraphicFramePr/>
          <p:nvPr/>
        </p:nvGraphicFramePr>
        <p:xfrm>
          <a:off x="571500" y="2028825"/>
          <a:ext cx="17145000" cy="5734050"/>
        </p:xfrm>
        <a:graphic>
          <a:graphicData uri="http://schemas.openxmlformats.org/drawingml/2006/table">
            <a:tbl>
              <a:tblPr firstRow="0" bandRow="0" bandCol="0"/>
              <a:tblGrid>
                <a:gridCol w="5334000"/>
                <a:gridCol w="2619375"/>
                <a:gridCol w="2619375"/>
                <a:gridCol w="657225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 / 관측 경계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손익과 근거 상태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0960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QA01 첫 구체적 화면 표시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0.923초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0.923초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동점. UI는 음성과 독립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QA02 지칭 대상 집합 정확도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120/120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120/120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고정 정답 조건. 모델 정확도 증거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QA03 VIA 처리시간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1.965초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2.710초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 0.745초 감소. 원래 목표 90개의 인과 경로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QA04 예상 변경 모듈 수</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2.333개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2.000개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B 유리 가정. 실제 Rust diff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QA05 전체 VIA 모델 비용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$2.479873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$2.224660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B $0.255213 절감. A가 11.47% 높음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QA06 최대 동시 로컬 RAM</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561.659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561.507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0.152 MB 차이. 큰 선택 근거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QA07 요청 의미 해석 정확도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80/80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80/80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고정 정답 조건. 별도 우선순위 미합의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0485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첫 실제 음성 / 별도 종료점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1.069초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1.276초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 0.207초 감소. QA01 화면값 대체 안 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1" name="label A의 폐기 준비 비용 $0.263333 − B의 추가 재개 문맥 비용 $0.008120 = 순차이 $0.255213">
            <a:extLst>
              <a:ext uri="{FF2B5EF4-FFF2-40B4-BE49-F238E27FC236}">
                <ns2:creationId id="{87A3C073-26E8-49E6-B28E-E584EAC362A1}"/>
              </a:ext>
            </a:extLst>
          </p:cNvPr>
          <p:cNvSpPr>
            <a:spLocks noGrp="1"/>
          </p:cNvSpPr>
          <p:nvPr/>
        </p:nvSpPr>
        <p:spPr>
          <a:xfrm>
            <a:off x="571500" y="8343900"/>
            <a:ext cx="17145000" cy="381000"/>
          </a:xfrm>
          <a:prstGeom prst="rect">
            <a:avLst/>
          </a:prstGeom>
          <a:noFill/>
          <a:ln w="0">
            <a:noFill/>
          </a:ln>
        </p:spPr>
        <p:txBody>
          <a:bodyPr wrap="none" lIns="47625" tIns="19050" rIns="47625" bIns="1905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A의 폐기 준비 비용 $0.263333 − B의 추가 재개 문맥 비용 $0.008120 = 순차이 $0.255213</a:t>
            </a:r>
            <a:endParaRPr lang="ko-KR">
              <a:latin typeface="Calibri"/>
              <a:ea typeface="Calibri"/>
              <a:cs typeface="Calibri"/>
            </a:endParaRPr>
          </a:p>
        </p:txBody>
      </p:sp>
      <p:sp>
        <p:nvSpPr>
          <p:cNvPr id="12" name="label QA03은 외부 업무, 사용자 대기와 순수 재생 duration을 제외한 인과 계산이다. 실제 경과시간 단축과 다르다.&#10;8유형 × 10작성변형은 독립 실험이나 실사용 빈도 분포가 아니다. 수신 Agent 내부 비용과 원격 RAM은 제외한다.">
            <a:extLst>
              <a:ext uri="{FF2B5EF4-FFF2-40B4-BE49-F238E27FC236}">
                <ns2:creationId id="{BA83B066-0800-41B7-BA4B-2EFB6F6906F9}"/>
              </a:ext>
            </a:extLst>
          </p:cNvPr>
          <p:cNvSpPr>
            <a:spLocks noGrp="1"/>
          </p:cNvSpPr>
          <p:nvPr/>
        </p:nvSpPr>
        <p:spPr>
          <a:xfrm>
            <a:off x="571500" y="8867775"/>
            <a:ext cx="16954500" cy="628650"/>
          </a:xfrm>
          <a:prstGeom prst="rect">
            <a:avLst/>
          </a:prstGeom>
          <a:noFill/>
          <a:ln w="0">
            <a:noFill/>
          </a:ln>
        </p:spPr>
        <p:txBody>
          <a:bodyPr wrap="none" lIns="47625" tIns="19050" rIns="47625" bIns="1905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QA03은 외부 업무, 사용자 대기와 순수 재생 duration을 제외한 인과 계산이다. 실제 경과시간 단축과 다르다.</a:t>
            </a:r>
            <a:endParaRPr lang="ko-KR">
              <a:latin typeface="Calibri"/>
              <a:ea typeface="Calibri"/>
              <a:cs typeface="Calibri"/>
            </a:endParaRPr>
          </a:p>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8유형 × 10작성변형은 독립 실험이나 실사용 빈도 분포가 아니다. 수신 Agent 내부 비용과 원격 RAM은 제외한다.</a:t>
            </a:r>
            <a:endParaRPr lang="ko-KR">
              <a:latin typeface="Calibri"/>
              <a:ea typeface="Calibri"/>
              <a:cs typeface="Calibri"/>
            </a:endParaRPr>
          </a:p>
        </p:txBody>
      </p:sp>
      <p:sp>
        <p:nvSpPr>
          <p:cNvPr id="13" name="label 가정 기반 합성 수치 / 실측 아님">
            <a:extLst>
              <a:ext uri="{FF2B5EF4-FFF2-40B4-BE49-F238E27FC236}">
                <ns2:creationId id="{C7862E39-7840-49A3-A807-AA1B99B7A109}"/>
              </a:ext>
            </a:extLst>
          </p:cNvPr>
          <p:cNvSpPr>
            <a:spLocks noGrp="1"/>
          </p:cNvSpPr>
          <p:nvPr/>
        </p:nvSpPr>
        <p:spPr>
          <a:xfrm>
            <a:off x="12858750" y="9610725"/>
            <a:ext cx="4857750" cy="266700"/>
          </a:xfrm>
          <a:prstGeom prst="rect">
            <a:avLst/>
          </a:prstGeom>
          <a:noFill/>
          <a:ln w="0">
            <a:noFill/>
          </a:ln>
        </p:spPr>
        <p:txBody>
          <a:bodyPr wrap="none" lIns="47625" tIns="19050" rIns="47625" bIns="19050" anchor="ctr">
            <a:noAutofit/>
          </a:bodyPr>
          <a:lstStyle>
            <a:defPPr algn="r">
              <a:defRPr sz="1600" b="0" lang="ko-KR">
                <a:solidFill>
                  <a:srgbClr val="50555B"/>
                </a:solidFill>
                <a:latin typeface="Calibri"/>
                <a:ea typeface="Calibri"/>
                <a:cs typeface="Calibri"/>
              </a:defRPr>
            </a:defPPr>
            <a:lvl1pPr algn="r">
              <a:defRPr sz="1600" b="0" lang="ko-KR">
                <a:solidFill>
                  <a:srgbClr val="50555B"/>
                </a:solidFill>
                <a:latin typeface="Calibri"/>
                <a:ea typeface="Calibri"/>
                <a:cs typeface="Calibri"/>
              </a:defRPr>
            </a:lvl1pPr>
            <a:lvl2pPr algn="r">
              <a:defRPr sz="1600" b="0" lang="ko-KR">
                <a:solidFill>
                  <a:srgbClr val="50555B"/>
                </a:solidFill>
                <a:latin typeface="Calibri"/>
                <a:ea typeface="Calibri"/>
                <a:cs typeface="Calibri"/>
              </a:defRPr>
            </a:lvl2pPr>
            <a:lvl3pPr algn="r">
              <a:defRPr sz="1600" b="0" lang="ko-KR">
                <a:solidFill>
                  <a:srgbClr val="50555B"/>
                </a:solidFill>
                <a:latin typeface="Calibri"/>
                <a:ea typeface="Calibri"/>
                <a:cs typeface="Calibri"/>
              </a:defRPr>
            </a:lvl3pPr>
            <a:lvl4pPr algn="r">
              <a:defRPr sz="1600" b="0" lang="ko-KR">
                <a:solidFill>
                  <a:srgbClr val="50555B"/>
                </a:solidFill>
                <a:latin typeface="Calibri"/>
                <a:ea typeface="Calibri"/>
                <a:cs typeface="Calibri"/>
              </a:defRPr>
            </a:lvl4pPr>
            <a:lvl5pPr algn="r">
              <a:defRPr sz="1600" b="0" lang="ko-KR">
                <a:solidFill>
                  <a:srgbClr val="50555B"/>
                </a:solidFill>
                <a:latin typeface="Calibri"/>
                <a:ea typeface="Calibri"/>
                <a:cs typeface="Calibri"/>
              </a:defRPr>
            </a:lvl5pPr>
            <a:lvl6pPr algn="r">
              <a:defRPr sz="1600" b="0" lang="ko-KR">
                <a:solidFill>
                  <a:srgbClr val="50555B"/>
                </a:solidFill>
                <a:latin typeface="Calibri"/>
                <a:ea typeface="Calibri"/>
                <a:cs typeface="Calibri"/>
              </a:defRPr>
            </a:lvl6pPr>
            <a:lvl7pPr algn="r">
              <a:defRPr sz="1600" b="0" lang="ko-KR">
                <a:solidFill>
                  <a:srgbClr val="50555B"/>
                </a:solidFill>
                <a:latin typeface="Calibri"/>
                <a:ea typeface="Calibri"/>
                <a:cs typeface="Calibri"/>
              </a:defRPr>
            </a:lvl7pPr>
            <a:lvl8pPr algn="r">
              <a:defRPr sz="1600" b="0" lang="ko-KR">
                <a:solidFill>
                  <a:srgbClr val="50555B"/>
                </a:solidFill>
                <a:latin typeface="Calibri"/>
                <a:ea typeface="Calibri"/>
                <a:cs typeface="Calibri"/>
              </a:defRPr>
            </a:lvl8pPr>
            <a:lvl9pPr algn="r">
              <a:defRPr sz="1600" b="0" lang="ko-KR">
                <a:solidFill>
                  <a:srgbClr val="50555B"/>
                </a:solidFill>
                <a:latin typeface="Calibri"/>
                <a:ea typeface="Calibri"/>
                <a:cs typeface="Calibri"/>
              </a:defRPr>
            </a:lvl9pPr>
          </a:lstStyle>
          <a:p>
            <a:pPr algn="r">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가정 기반 합성 수치 / 실측 아님</a:t>
            </a:r>
            <a:endParaRPr lang="ko-KR">
              <a:latin typeface="Calibri"/>
              <a:ea typeface="Calibri"/>
              <a:cs typeface="Calibri"/>
            </a:endParaRPr>
          </a:p>
        </p:txBody>
      </p:sp>
    </p:spTree>
    <p:extLst>
      <p:ext uri="{BB962C8B-B14F-4D97-AF65-F5344CB8AC3E}">
        <p14:creationId val="878073174"/>
      </p:ext>
    </p:extLst>
  </p:cSld>
</p:sld>
</file>

<file path=ppt/slides/slide63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label DP44. 선택과 보완">
            <a:extLst>
              <a:ext uri="{FF2B5EF4-FFF2-40B4-BE49-F238E27FC236}">
                <ns2:creationId id="{02EEBEDD-C80F-4EDB-B466-A7BF3F8E9FEF}"/>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선택과 보완</a:t>
            </a:r>
            <a:endParaRPr lang="ko-KR">
              <a:latin typeface="Calibri"/>
              <a:ea typeface="Calibri"/>
              <a:cs typeface="Calibri"/>
            </a:endParaRPr>
          </a:p>
        </p:txBody>
      </p:sp>
      <p:sp>
        <p:nvSpPr>
          <p:cNvPr id="2" name="stage 0">
            <a:extLst>
              <a:ext uri="{FF2B5EF4-FFF2-40B4-BE49-F238E27FC236}">
                <ns2:creationId id="{0CBCF2C5-9A17-4448-9438-3266FFA78C63}"/>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3D5E3994-8E93-49DD-84A8-1C0D5CAACBCE}"/>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C8B324F9-1FE4-4023-B782-742A09FD9D26}"/>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2F6D91CD-0C0C-4A9F-8696-2573F1DC6A01}"/>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8D8A6D6C-279F-408B-8975-EADBBB699EED}"/>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3D3BF6FE-814D-4ED8-A6C4-911E3B20CD5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화면 첫 응답은 동점이다. 현 합성 조건에서는 QA03의 이익을 우선하여 A를 권고한다">
            <a:extLst>
              <a:ext uri="{FF2B5EF4-FFF2-40B4-BE49-F238E27FC236}">
                <ns2:creationId id="{B1D691F6-E286-4FDF-B8EA-48F0ABF661AC}"/>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화면 첫 응답은 동점이다. 현 합성 조건에서는 QA03의 이익을 우선하여 A를 권고한다</a:t>
            </a:r>
            <a:endParaRPr lang="ko-KR">
              <a:latin typeface="Calibri"/>
              <a:ea typeface="Calibri"/>
              <a:cs typeface="Calibri"/>
            </a:endParaRPr>
          </a:p>
        </p:txBody>
      </p:sp>
      <p:sp>
        <p:nvSpPr>
          <p:cNvPr id="9" name="label 30 / 36">
            <a:extLst>
              <a:ext uri="{FF2B5EF4-FFF2-40B4-BE49-F238E27FC236}">
                <ns2:creationId id="{FF02499C-F20F-40E4-9E49-A0C29D716FF0}"/>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30 / 36</a:t>
            </a:r>
            <a:endParaRPr lang="ko-KR">
              <a:latin typeface="Calibri"/>
              <a:ea typeface="Calibri"/>
              <a:cs typeface="Calibri"/>
            </a:endParaRPr>
          </a:p>
        </p:txBody>
      </p:sp>
      <p:graphicFrame>
        <p:nvGraphicFramePr>
          <p:cNvPr id="10" name="">
            <a:extLst>
              <a:ext uri="{FF2B5EF4-FFF2-40B4-BE49-F238E27FC236}">
                <ns2:creationId id="{473ACD8F-2354-4335-8CA5-64F7E4B8BD68}"/>
              </a:ext>
            </a:extLst>
          </p:cNvPr>
          <p:cNvGraphicFramePr/>
          <p:nvPr/>
        </p:nvGraphicFramePr>
        <p:xfrm>
          <a:off x="571500" y="2038350"/>
          <a:ext cx="17145000" cy="4000500"/>
        </p:xfrm>
        <a:graphic>
          <a:graphicData uri="http://schemas.openxmlformats.org/drawingml/2006/table">
            <a:tbl>
              <a:tblPr firstRow="0" bandRow="0" bandCol="0"/>
              <a:tblGrid>
                <a:gridCol w="3429000"/>
                <a:gridCol w="6858000"/>
                <a:gridCol w="6858000"/>
              </a:tblGrid>
              <a:tr h="457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응답별 준비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현재 발화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8763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얻는 이익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평균 0.745초 감소</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별도 첫 음성 평균 0.207초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미선택 구판의 생성 비용 회피</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예상 변경 범위가 작음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763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감수하는 비용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전체 VIA 모델 비용 11.47% 증가</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준비 job, 구간과 판본의 관리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발화 선택 뒤 생성 대기</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긴 응답 재개 시 후반 문맥 재입력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763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유리한 사용 조건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유효한 질문과 결과가 자주 대기</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정정 뒤에도 준비 내용이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전달 전 철회와 대체가 잦음</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선행 준비할 시간 여유가 적음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9144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조건부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A 권고: QA01 UI, QA02 동점 다음 QA03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QA07을 임의 우선순위에 넣지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 보존: 비용 제약 또는 준비 적중 저하</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무과금 모델이면 QA05 차이 재검토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1" name="rule:">
            <a:extLst>
              <a:ext uri="{FF2B5EF4-FFF2-40B4-BE49-F238E27FC236}">
                <ns2:creationId id="{CD65CF24-4EAF-40ED-8CE4-8BEE28F36F09}"/>
              </a:ext>
            </a:extLst>
          </p:cNvPr>
          <p:cNvSpPr>
            <a:spLocks noGrp="1"/>
          </p:cNvSpPr>
          <p:nvPr/>
        </p:nvSpPr>
        <p:spPr>
          <a:xfrm>
            <a:off x="4000500" y="2038350"/>
            <a:ext cx="6858000" cy="4000500"/>
          </a:xfrm>
          <a:custGeom>
            <a:pathLst>
              <a:path w="6858000" h="4000500">
                <a:moveTo>
                  <a:pt x="0" y="0"/>
                </a:moveTo>
                <a:lnTo>
                  <a:pt x="6858000" y="0"/>
                </a:lnTo>
                <a:lnTo>
                  <a:pt x="6858000" y="4000500"/>
                </a:lnTo>
                <a:lnTo>
                  <a:pt x="0" y="4000500"/>
                </a:lnTo>
                <a:lnTo>
                  <a:pt x="0" y="0"/>
                </a:lnTo>
              </a:path>
            </a:pathLst>
          </a:custGeom>
          <a:noFill/>
          <a:ln w="38100">
            <a:solidFill>
              <a:srgbClr val="4676CB"/>
            </a:solidFill>
            <a:prstDash val="solid"/>
          </a:ln>
        </p:spPr>
      </p:sp>
      <p:sp>
        <p:nvSpPr>
          <p:cNvPr id="12" name="node:undefined">
            <a:extLst>
              <a:ext uri="{FF2B5EF4-FFF2-40B4-BE49-F238E27FC236}">
                <ns2:creationId id="{3E52FE0B-74FB-4673-8FDA-4D22272C9C38}"/>
              </a:ext>
            </a:extLst>
          </p:cNvPr>
          <p:cNvSpPr>
            <a:spLocks noGrp="1"/>
          </p:cNvSpPr>
          <p:nvPr/>
        </p:nvSpPr>
        <p:spPr>
          <a:xfrm>
            <a:off x="571500" y="6410325"/>
            <a:ext cx="17145000" cy="428625"/>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보완 후보 A1: 다음 응답 하나만 준비 / 미적용, 미평가</a:t>
            </a:r>
            <a:endParaRPr lang="ko-KR">
              <a:latin typeface="Calibri"/>
              <a:ea typeface="Calibri"/>
              <a:cs typeface="Calibri"/>
            </a:endParaRPr>
          </a:p>
        </p:txBody>
      </p:sp>
      <p:sp>
        <p:nvSpPr>
          <p:cNvPr id="13" name="node:limit">
            <a:extLst>
              <a:ext uri="{FF2B5EF4-FFF2-40B4-BE49-F238E27FC236}">
                <ns2:creationId id="{C18F0512-1994-490B-8492-1F76D3F8790D}"/>
              </a:ext>
            </a:extLst>
          </p:cNvPr>
          <p:cNvSpPr>
            <a:spLocks noGrp="1"/>
          </p:cNvSpPr>
          <p:nvPr/>
        </p:nvSpPr>
        <p:spPr>
          <a:xfrm>
            <a:off x="571500" y="7143750"/>
            <a:ext cx="8572500" cy="1666875"/>
          </a:xfrm>
          <a:prstGeom prst="rect">
            <a:avLst/>
          </a:prstGeom>
          <a:solidFill>
            <a:srgbClr val="FFF6DD"/>
          </a:solidFill>
          <a:ln w="16193">
            <a:solidFill>
              <a:srgbClr val="4676CB"/>
            </a:solidFill>
          </a:ln>
        </p:spPr>
        <p:txBody>
          <a:bodyPr wrap="none" lIns="47625" tIns="19050" rIns="47625" bIns="132397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Speech Preparation Coordinator</a:t>
            </a:r>
            <a:endParaRPr lang="ko-KR">
              <a:latin typeface="Calibri"/>
              <a:ea typeface="Calibri"/>
              <a:cs typeface="Calibri"/>
            </a:endParaRPr>
          </a:p>
        </p:txBody>
      </p:sp>
      <p:sp>
        <p:nvSpPr>
          <p:cNvPr id="14" name="divider limit">
            <a:extLst>
              <a:ext uri="{FF2B5EF4-FFF2-40B4-BE49-F238E27FC236}">
                <ns2:creationId id="{8FCDF978-69FC-4C89-B4EF-15130B3B2500}"/>
              </a:ext>
            </a:extLst>
          </p:cNvPr>
          <p:cNvSpPr>
            <a:spLocks noGrp="1"/>
          </p:cNvSpPr>
          <p:nvPr/>
        </p:nvSpPr>
        <p:spPr>
          <a:xfrm>
            <a:off x="571500" y="7505700"/>
            <a:ext cx="8572500" cy="953"/>
          </a:xfrm>
          <a:custGeom>
            <a:pathLst>
              <a:path w="8572500" h="953">
                <a:moveTo>
                  <a:pt x="0" y="0"/>
                </a:moveTo>
                <a:lnTo>
                  <a:pt x="8572500" y="0"/>
                </a:lnTo>
              </a:path>
            </a:pathLst>
          </a:custGeom>
          <a:noFill/>
          <a:ln w="9525">
            <a:solidFill>
              <a:srgbClr val="111111"/>
            </a:solidFill>
            <a:prstDash val="solid"/>
          </a:ln>
        </p:spPr>
      </p:sp>
      <p:sp>
        <p:nvSpPr>
          <p:cNvPr id="15" name="node:admission">
            <a:extLst>
              <a:ext uri="{FF2B5EF4-FFF2-40B4-BE49-F238E27FC236}">
                <ns2:creationId id="{1D7638E8-77A2-4D09-BD3F-6D0A5F8A9BB3}"/>
              </a:ext>
            </a:extLst>
          </p:cNvPr>
          <p:cNvSpPr>
            <a:spLocks noGrp="1"/>
          </p:cNvSpPr>
          <p:nvPr/>
        </p:nvSpPr>
        <p:spPr>
          <a:xfrm>
            <a:off x="857250" y="7715250"/>
            <a:ext cx="3619500" cy="619125"/>
          </a:xfrm>
          <a:prstGeom prst="roundRect">
            <a:avLst>
              <a:gd name="adj" fmla="val 12308"/>
            </a:avLst>
          </a:prstGeom>
          <a:solidFill>
            <a:srgbClr val="FFFFFF"/>
          </a:solidFill>
          <a:ln w="16193">
            <a:solidFill>
              <a:srgbClr val="4676CB"/>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Next Response Admission</a:t>
            </a:r>
            <a:endParaRPr lang="ko-KR">
              <a:latin typeface="Calibri"/>
              <a:ea typeface="Calibri"/>
              <a:cs typeface="Calibri"/>
            </a:endParaRPr>
          </a:p>
        </p:txBody>
      </p:sp>
      <p:sp>
        <p:nvSpPr>
          <p:cNvPr id="16" name="node:jobs">
            <a:extLst>
              <a:ext uri="{FF2B5EF4-FFF2-40B4-BE49-F238E27FC236}">
                <ns2:creationId id="{8A400844-9272-47A3-9104-FB4592415DAA}"/>
              </a:ext>
            </a:extLst>
          </p:cNvPr>
          <p:cNvSpPr>
            <a:spLocks noGrp="1"/>
          </p:cNvSpPr>
          <p:nvPr/>
        </p:nvSpPr>
        <p:spPr>
          <a:xfrm>
            <a:off x="5429250" y="7715250"/>
            <a:ext cx="3333750" cy="619125"/>
          </a:xfrm>
          <a:prstGeom prst="roundRect">
            <a:avLst>
              <a:gd name="adj" fmla="val 12308"/>
            </a:avLst>
          </a:prstGeom>
          <a:solidFill>
            <a:srgbClr val="FFFFFF"/>
          </a:solidFill>
          <a:ln w="16193">
            <a:solidFill>
              <a:srgbClr val="4676CB"/>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Preparation Jobs</a:t>
            </a:r>
            <a:endParaRPr lang="ko-KR">
              <a:latin typeface="Calibri"/>
              <a:ea typeface="Calibri"/>
              <a:cs typeface="Calibri"/>
            </a:endParaRPr>
          </a:p>
        </p:txBody>
      </p:sp>
      <p:sp>
        <p:nvSpPr>
          <p:cNvPr id="17" name="edge:onejob">
            <a:extLst>
              <a:ext uri="{FF2B5EF4-FFF2-40B4-BE49-F238E27FC236}">
                <ns2:creationId id="{0FB00064-2CB3-403B-9EE0-A3A1FA027853}"/>
              </a:ext>
            </a:extLst>
          </p:cNvPr>
          <p:cNvSpPr>
            <a:spLocks noGrp="1"/>
          </p:cNvSpPr>
          <p:nvPr/>
        </p:nvSpPr>
        <p:spPr>
          <a:xfrm>
            <a:off x="4476750" y="8020050"/>
            <a:ext cx="952500" cy="953"/>
          </a:xfrm>
          <a:custGeom>
            <a:pathLst>
              <a:path w="952500" h="953">
                <a:moveTo>
                  <a:pt x="0" y="0"/>
                </a:moveTo>
                <a:lnTo>
                  <a:pt x="952500" y="0"/>
                </a:lnTo>
              </a:path>
            </a:pathLst>
          </a:custGeom>
          <a:noFill/>
          <a:ln w="17145">
            <a:solidFill>
              <a:srgbClr val="4676CB"/>
            </a:solidFill>
            <a:prstDash val="solid"/>
          </a:ln>
        </p:spPr>
      </p:sp>
      <p:sp>
        <p:nvSpPr>
          <p:cNvPr id="18" name="arrow:onejob">
            <a:extLst>
              <a:ext uri="{FF2B5EF4-FFF2-40B4-BE49-F238E27FC236}">
                <ns2:creationId id="{782E783C-CA55-496D-831E-25D680A71D83}"/>
              </a:ext>
            </a:extLst>
          </p:cNvPr>
          <p:cNvSpPr>
            <a:spLocks noGrp="1"/>
          </p:cNvSpPr>
          <p:nvPr/>
        </p:nvSpPr>
        <p:spPr>
          <a:xfrm>
            <a:off x="5343525" y="79819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9" name="label ✓">
            <a:extLst>
              <a:ext uri="{FF2B5EF4-FFF2-40B4-BE49-F238E27FC236}">
                <ns2:creationId id="{A767F07D-B043-434A-B1E9-768757E2AF6D}"/>
              </a:ext>
            </a:extLst>
          </p:cNvPr>
          <p:cNvSpPr>
            <a:spLocks noGrp="1"/>
          </p:cNvSpPr>
          <p:nvPr/>
        </p:nvSpPr>
        <p:spPr>
          <a:xfrm>
            <a:off x="10287000" y="2124075"/>
            <a:ext cx="523875" cy="438150"/>
          </a:xfrm>
          <a:prstGeom prst="rect">
            <a:avLst/>
          </a:prstGeom>
          <a:noFill/>
          <a:ln w="0">
            <a:noFill/>
          </a:ln>
        </p:spPr>
        <p:txBody>
          <a:bodyPr wrap="none" lIns="47625" tIns="19050" rIns="47625" bIns="19050" anchor="ctr">
            <a:noAutofit/>
          </a:bodyPr>
          <a:lstStyle>
            <a:defPPr algn="ctr">
              <a:defRPr sz="2900" b="1" lang="ko-KR">
                <a:solidFill>
                  <a:srgbClr val="C00000"/>
                </a:solidFill>
                <a:latin typeface="Calibri"/>
                <a:ea typeface="Calibri"/>
                <a:cs typeface="Calibri"/>
              </a:defRPr>
            </a:defPPr>
            <a:lvl1pPr algn="ctr">
              <a:defRPr sz="2900" b="1" lang="ko-KR">
                <a:solidFill>
                  <a:srgbClr val="C00000"/>
                </a:solidFill>
                <a:latin typeface="Calibri"/>
                <a:ea typeface="Calibri"/>
                <a:cs typeface="Calibri"/>
              </a:defRPr>
            </a:lvl1pPr>
            <a:lvl2pPr algn="ctr">
              <a:defRPr sz="2900" b="1" lang="ko-KR">
                <a:solidFill>
                  <a:srgbClr val="C00000"/>
                </a:solidFill>
                <a:latin typeface="Calibri"/>
                <a:ea typeface="Calibri"/>
                <a:cs typeface="Calibri"/>
              </a:defRPr>
            </a:lvl2pPr>
            <a:lvl3pPr algn="ctr">
              <a:defRPr sz="2900" b="1" lang="ko-KR">
                <a:solidFill>
                  <a:srgbClr val="C00000"/>
                </a:solidFill>
                <a:latin typeface="Calibri"/>
                <a:ea typeface="Calibri"/>
                <a:cs typeface="Calibri"/>
              </a:defRPr>
            </a:lvl3pPr>
            <a:lvl4pPr algn="ctr">
              <a:defRPr sz="2900" b="1" lang="ko-KR">
                <a:solidFill>
                  <a:srgbClr val="C00000"/>
                </a:solidFill>
                <a:latin typeface="Calibri"/>
                <a:ea typeface="Calibri"/>
                <a:cs typeface="Calibri"/>
              </a:defRPr>
            </a:lvl4pPr>
            <a:lvl5pPr algn="ctr">
              <a:defRPr sz="2900" b="1" lang="ko-KR">
                <a:solidFill>
                  <a:srgbClr val="C00000"/>
                </a:solidFill>
                <a:latin typeface="Calibri"/>
                <a:ea typeface="Calibri"/>
                <a:cs typeface="Calibri"/>
              </a:defRPr>
            </a:lvl5pPr>
            <a:lvl6pPr algn="ctr">
              <a:defRPr sz="2900" b="1" lang="ko-KR">
                <a:solidFill>
                  <a:srgbClr val="C00000"/>
                </a:solidFill>
                <a:latin typeface="Calibri"/>
                <a:ea typeface="Calibri"/>
                <a:cs typeface="Calibri"/>
              </a:defRPr>
            </a:lvl6pPr>
            <a:lvl7pPr algn="ctr">
              <a:defRPr sz="2900" b="1" lang="ko-KR">
                <a:solidFill>
                  <a:srgbClr val="C00000"/>
                </a:solidFill>
                <a:latin typeface="Calibri"/>
                <a:ea typeface="Calibri"/>
                <a:cs typeface="Calibri"/>
              </a:defRPr>
            </a:lvl7pPr>
            <a:lvl8pPr algn="ctr">
              <a:defRPr sz="2900" b="1" lang="ko-KR">
                <a:solidFill>
                  <a:srgbClr val="C00000"/>
                </a:solidFill>
                <a:latin typeface="Calibri"/>
                <a:ea typeface="Calibri"/>
                <a:cs typeface="Calibri"/>
              </a:defRPr>
            </a:lvl8pPr>
            <a:lvl9pPr algn="ctr">
              <a:defRPr sz="2900" b="1" lang="ko-KR">
                <a:solidFill>
                  <a:srgbClr val="C00000"/>
                </a:solidFill>
                <a:latin typeface="Calibri"/>
                <a:ea typeface="Calibri"/>
                <a:cs typeface="Calibri"/>
              </a:defRPr>
            </a:lvl9pPr>
          </a:lstStyle>
          <a:p>
            <a:pPr algn="ctr">
              <a:defRPr sz="2900" b="1" lang="ko-KR">
                <a:solidFill>
                  <a:srgbClr val="C00000"/>
                </a:solidFill>
                <a:latin typeface="Calibri"/>
                <a:ea typeface="Calibri"/>
                <a:cs typeface="Calibri"/>
              </a:defRPr>
            </a:pPr>
            <a:r>
              <a:rPr sz="2900" b="1" lang="ko-KR">
                <a:solidFill>
                  <a:srgbClr val="C00000"/>
                </a:solidFill>
                <a:latin typeface="Calibri"/>
                <a:ea typeface="Calibri"/>
                <a:cs typeface="Calibri"/>
              </a:rPr>
              <a:t>✓</a:t>
            </a:r>
            <a:endParaRPr lang="ko-KR">
              <a:latin typeface="Calibri"/>
              <a:ea typeface="Calibri"/>
              <a:cs typeface="Calibri"/>
            </a:endParaRPr>
          </a:p>
        </p:txBody>
      </p:sp>
      <p:sp>
        <p:nvSpPr>
          <p:cNvPr id="20" name="label 버려질 준비를 줄이는 대신, 순서가 바뀌면 준비되지 않은 항목을 기다린다.&#10;기본 A의 값에 A1의 효과를 섞지 않는다. 같은 80개 입력으로 별도 평가한다.">
            <a:extLst>
              <a:ext uri="{FF2B5EF4-FFF2-40B4-BE49-F238E27FC236}">
                <ns2:creationId id="{7DD393C6-8E24-455B-A35F-3FDB6C24441B}"/>
              </a:ext>
            </a:extLst>
          </p:cNvPr>
          <p:cNvSpPr>
            <a:spLocks noGrp="1"/>
          </p:cNvSpPr>
          <p:nvPr/>
        </p:nvSpPr>
        <p:spPr>
          <a:xfrm>
            <a:off x="9620250" y="7334250"/>
            <a:ext cx="7810500" cy="1143000"/>
          </a:xfrm>
          <a:prstGeom prst="rect">
            <a:avLst/>
          </a:prstGeom>
          <a:noFill/>
          <a:ln w="0">
            <a:noFill/>
          </a:ln>
        </p:spPr>
        <p:txBody>
          <a:bodyPr wrap="none" lIns="47625" tIns="19050" rIns="47625" bIns="1905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버려질 준비를 줄이는 대신, 순서가 바뀌면 준비되지 않은 항목을 기다린다.</a:t>
            </a:r>
            <a:endParaRPr lang="ko-KR">
              <a:latin typeface="Calibri"/>
              <a:ea typeface="Calibri"/>
              <a:cs typeface="Calibri"/>
            </a:endParaRPr>
          </a:p>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기본 A의 값에 A1의 효과를 섞지 않는다. 같은 80개 입력으로 별도 평가한다.</a:t>
            </a:r>
            <a:endParaRPr lang="ko-KR">
              <a:latin typeface="Calibri"/>
              <a:ea typeface="Calibri"/>
              <a:cs typeface="Calibri"/>
            </a:endParaRPr>
          </a:p>
        </p:txBody>
      </p:sp>
      <p:sp>
        <p:nvSpPr>
          <p:cNvPr id="21" name="label 반대 사례: S01/S06 동점 / S03/S04 폐기 / S05 유효분 재사용과 후반 재개 / S08 준비 여유 50ms">
            <a:extLst>
              <a:ext uri="{FF2B5EF4-FFF2-40B4-BE49-F238E27FC236}">
                <ns2:creationId id="{DAE1BA45-5F8A-477A-90B3-C6FAA759ACAD}"/>
              </a:ext>
            </a:extLst>
          </p:cNvPr>
          <p:cNvSpPr>
            <a:spLocks noGrp="1"/>
          </p:cNvSpPr>
          <p:nvPr/>
        </p:nvSpPr>
        <p:spPr>
          <a:xfrm>
            <a:off x="571500" y="9077325"/>
            <a:ext cx="17145000" cy="381000"/>
          </a:xfrm>
          <a:prstGeom prst="rect">
            <a:avLst/>
          </a:prstGeom>
          <a:noFill/>
          <a:ln w="0">
            <a:noFill/>
          </a:ln>
        </p:spPr>
        <p:txBody>
          <a:bodyPr wrap="none" lIns="47625" tIns="19050" rIns="47625" bIns="1905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반대 사례: S01/S06 동점 / S03/S04 폐기 / S05 유효분 재사용과 후반 재개 / S08 준비 여유 50ms</a:t>
            </a:r>
            <a:endParaRPr lang="ko-KR">
              <a:latin typeface="Calibri"/>
              <a:ea typeface="Calibri"/>
              <a:cs typeface="Calibri"/>
            </a:endParaRPr>
          </a:p>
        </p:txBody>
      </p:sp>
      <p:sp>
        <p:nvSpPr>
          <p:cNvPr id="22" name="label 가정 기반 합성 수치 / 실측 아님">
            <a:extLst>
              <a:ext uri="{FF2B5EF4-FFF2-40B4-BE49-F238E27FC236}">
                <ns2:creationId id="{DE442FDD-30C0-403D-A4CA-DAFCC92C3908}"/>
              </a:ext>
            </a:extLst>
          </p:cNvPr>
          <p:cNvSpPr>
            <a:spLocks noGrp="1"/>
          </p:cNvSpPr>
          <p:nvPr/>
        </p:nvSpPr>
        <p:spPr>
          <a:xfrm>
            <a:off x="12858750" y="9610725"/>
            <a:ext cx="4857750" cy="266700"/>
          </a:xfrm>
          <a:prstGeom prst="rect">
            <a:avLst/>
          </a:prstGeom>
          <a:noFill/>
          <a:ln w="0">
            <a:noFill/>
          </a:ln>
        </p:spPr>
        <p:txBody>
          <a:bodyPr wrap="none" lIns="47625" tIns="19050" rIns="47625" bIns="19050" anchor="ctr">
            <a:noAutofit/>
          </a:bodyPr>
          <a:lstStyle>
            <a:defPPr algn="r">
              <a:defRPr sz="1600" b="0" lang="ko-KR">
                <a:solidFill>
                  <a:srgbClr val="50555B"/>
                </a:solidFill>
                <a:latin typeface="Calibri"/>
                <a:ea typeface="Calibri"/>
                <a:cs typeface="Calibri"/>
              </a:defRPr>
            </a:defPPr>
            <a:lvl1pPr algn="r">
              <a:defRPr sz="1600" b="0" lang="ko-KR">
                <a:solidFill>
                  <a:srgbClr val="50555B"/>
                </a:solidFill>
                <a:latin typeface="Calibri"/>
                <a:ea typeface="Calibri"/>
                <a:cs typeface="Calibri"/>
              </a:defRPr>
            </a:lvl1pPr>
            <a:lvl2pPr algn="r">
              <a:defRPr sz="1600" b="0" lang="ko-KR">
                <a:solidFill>
                  <a:srgbClr val="50555B"/>
                </a:solidFill>
                <a:latin typeface="Calibri"/>
                <a:ea typeface="Calibri"/>
                <a:cs typeface="Calibri"/>
              </a:defRPr>
            </a:lvl2pPr>
            <a:lvl3pPr algn="r">
              <a:defRPr sz="1600" b="0" lang="ko-KR">
                <a:solidFill>
                  <a:srgbClr val="50555B"/>
                </a:solidFill>
                <a:latin typeface="Calibri"/>
                <a:ea typeface="Calibri"/>
                <a:cs typeface="Calibri"/>
              </a:defRPr>
            </a:lvl3pPr>
            <a:lvl4pPr algn="r">
              <a:defRPr sz="1600" b="0" lang="ko-KR">
                <a:solidFill>
                  <a:srgbClr val="50555B"/>
                </a:solidFill>
                <a:latin typeface="Calibri"/>
                <a:ea typeface="Calibri"/>
                <a:cs typeface="Calibri"/>
              </a:defRPr>
            </a:lvl4pPr>
            <a:lvl5pPr algn="r">
              <a:defRPr sz="1600" b="0" lang="ko-KR">
                <a:solidFill>
                  <a:srgbClr val="50555B"/>
                </a:solidFill>
                <a:latin typeface="Calibri"/>
                <a:ea typeface="Calibri"/>
                <a:cs typeface="Calibri"/>
              </a:defRPr>
            </a:lvl5pPr>
            <a:lvl6pPr algn="r">
              <a:defRPr sz="1600" b="0" lang="ko-KR">
                <a:solidFill>
                  <a:srgbClr val="50555B"/>
                </a:solidFill>
                <a:latin typeface="Calibri"/>
                <a:ea typeface="Calibri"/>
                <a:cs typeface="Calibri"/>
              </a:defRPr>
            </a:lvl6pPr>
            <a:lvl7pPr algn="r">
              <a:defRPr sz="1600" b="0" lang="ko-KR">
                <a:solidFill>
                  <a:srgbClr val="50555B"/>
                </a:solidFill>
                <a:latin typeface="Calibri"/>
                <a:ea typeface="Calibri"/>
                <a:cs typeface="Calibri"/>
              </a:defRPr>
            </a:lvl7pPr>
            <a:lvl8pPr algn="r">
              <a:defRPr sz="1600" b="0" lang="ko-KR">
                <a:solidFill>
                  <a:srgbClr val="50555B"/>
                </a:solidFill>
                <a:latin typeface="Calibri"/>
                <a:ea typeface="Calibri"/>
                <a:cs typeface="Calibri"/>
              </a:defRPr>
            </a:lvl8pPr>
            <a:lvl9pPr algn="r">
              <a:defRPr sz="1600" b="0" lang="ko-KR">
                <a:solidFill>
                  <a:srgbClr val="50555B"/>
                </a:solidFill>
                <a:latin typeface="Calibri"/>
                <a:ea typeface="Calibri"/>
                <a:cs typeface="Calibri"/>
              </a:defRPr>
            </a:lvl9pPr>
          </a:lstStyle>
          <a:p>
            <a:pPr algn="r">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가정 기반 합성 수치 / 실측 아님</a:t>
            </a:r>
            <a:endParaRPr lang="ko-KR">
              <a:latin typeface="Calibri"/>
              <a:ea typeface="Calibri"/>
              <a:cs typeface="Calibri"/>
            </a:endParaRPr>
          </a:p>
        </p:txBody>
      </p:sp>
      <p:sp>
        <p:nvSpPr>
          <p:cNvPr id="23" name="label 최대 1개">
            <a:extLst>
              <a:ext uri="{FF2B5EF4-FFF2-40B4-BE49-F238E27FC236}">
                <ns2:creationId id="{CA1B6A66-49F6-4275-A8F8-1B9E59EA50BD}"/>
              </a:ext>
            </a:extLst>
          </p:cNvPr>
          <p:cNvSpPr>
            <a:spLocks noGrp="1"/>
          </p:cNvSpPr>
          <p:nvPr/>
        </p:nvSpPr>
        <p:spPr>
          <a:xfrm>
            <a:off x="4476750" y="7715250"/>
            <a:ext cx="952500"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최대 1개</a:t>
            </a:r>
            <a:endParaRPr lang="ko-KR">
              <a:latin typeface="Calibri"/>
              <a:ea typeface="Calibri"/>
              <a:cs typeface="Calibri"/>
            </a:endParaRPr>
          </a:p>
        </p:txBody>
      </p:sp>
    </p:spTree>
    <p:extLst>
      <p:ext uri="{BB962C8B-B14F-4D97-AF65-F5344CB8AC3E}">
        <p14:creationId val="14907750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36</ns0:Slides>
  <ns0:Notes>29</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2026-10-19T08:13:29.1690000Z</ns2:created>
  <ns2:modified xsi:type="dcterms:W3CDTF">2026-10-19T08:13:29.1690000Z</ns2:modified>
  <dc:language>ko-KR</dc:language>
</ns0:coreProperties>
</file>