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f558812e64162" /><Relationship Type="http://schemas.openxmlformats.org/officeDocument/2006/relationships/extended-properties" Target="/docProps/app.xml" Id="R22fabd3e7949437e" /><Relationship Type="http://schemas.openxmlformats.org/officeDocument/2006/relationships/officeDocument" Target="/ppt/presentation.xml" Id="R52235122abb644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a1201b58d84383"/>
  </p:sldMasterIdLst>
  <p:notesMasterIdLst>
    <p:notesMasterId xmlns:r="http://schemas.openxmlformats.org/officeDocument/2006/relationships" r:id="R587d368e14fe43bd"/>
  </p:notesMasterIdLst>
  <p:sldIdLst>
    <p:sldId xmlns:r="http://schemas.openxmlformats.org/officeDocument/2006/relationships" id="256" r:id="R59fd34d06be24555"/>
    <p:sldId xmlns:r="http://schemas.openxmlformats.org/officeDocument/2006/relationships" id="257" r:id="R534f0a10036a45e8"/>
    <p:sldId xmlns:r="http://schemas.openxmlformats.org/officeDocument/2006/relationships" id="258" r:id="R2c5ff54be04e4898"/>
    <p:sldId xmlns:r="http://schemas.openxmlformats.org/officeDocument/2006/relationships" id="259" r:id="R25147dad822f40b1"/>
    <p:sldId xmlns:r="http://schemas.openxmlformats.org/officeDocument/2006/relationships" id="260" r:id="Rfef0f9f0df4c4b6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be498fcb4e4989" /><Relationship Type="http://schemas.openxmlformats.org/officeDocument/2006/relationships/slideMaster" Target="/ppt/slideMasters/slideMaster1.xml" Id="Raaa1201b58d84383" /><Relationship Type="http://schemas.openxmlformats.org/officeDocument/2006/relationships/notesMaster" Target="/ppt/notesMasters/notesMaster1.xml" Id="R587d368e14fe43bd" /><Relationship Type="http://schemas.openxmlformats.org/officeDocument/2006/relationships/presProps" Target="/ppt/presProps.xml" Id="R3584d8179fcf418e" /><Relationship Type="http://schemas.openxmlformats.org/officeDocument/2006/relationships/tableStyles" Target="/ppt/tableStyles.xml" Id="Rc7360ee4ee904c25" /><Relationship Type="http://schemas.openxmlformats.org/officeDocument/2006/relationships/slide" Target="/ppt/slides/slide1.xml" Id="R59fd34d06be24555" /><Relationship Type="http://schemas.openxmlformats.org/officeDocument/2006/relationships/slide" Target="/ppt/slides/slide2.xml" Id="R534f0a10036a45e8" /><Relationship Type="http://schemas.openxmlformats.org/officeDocument/2006/relationships/slide" Target="/ppt/slides/slide3.xml" Id="R2c5ff54be04e4898" /><Relationship Type="http://schemas.openxmlformats.org/officeDocument/2006/relationships/slide" Target="/ppt/slides/slide4.xml" Id="R25147dad822f40b1" /><Relationship Type="http://schemas.openxmlformats.org/officeDocument/2006/relationships/slide" Target="/ppt/slides/slide5.xml" Id="Rfef0f9f0df4c4b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543f785c8343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884faeea404dc9" /><Relationship Type="http://schemas.openxmlformats.org/officeDocument/2006/relationships/notesMaster" Target="/ppt/notesMasters/notesMaster1.xml" Id="Re49e1f13e84644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093a935c8d4610" /><Relationship Type="http://schemas.openxmlformats.org/officeDocument/2006/relationships/notesMaster" Target="/ppt/notesMasters/notesMaster1.xml" Id="Rf0cdb5bd73f04e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e0ddeee75d4b0b" /><Relationship Type="http://schemas.openxmlformats.org/officeDocument/2006/relationships/notesMaster" Target="/ppt/notesMasters/notesMaster1.xml" Id="Raf79625dd4f745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de0a132ad14411" /><Relationship Type="http://schemas.openxmlformats.org/officeDocument/2006/relationships/notesMaster" Target="/ppt/notesMasters/notesMaster1.xml" Id="R817da9e81e6b42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71add35fc449db" /><Relationship Type="http://schemas.openxmlformats.org/officeDocument/2006/relationships/notesMaster" Target="/ppt/notesMasters/notesMaster1.xml" Id="R6225dc9ea78d4a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04-41. 기능 정확성을 위한 VIA Request 해석 설계</a:t>
            </a:r>
          </a:p>
          <a:p xmlns:a="http://schemas.openxmlformats.org/drawingml/2006/main">
            <a:r>
              <a:t>https://github.com/cbyche/via-sw-architecture/blob/main/docs/architecture/12-decisions/decision-packages/04-41-request-resolution-control.md</a:t>
            </a:r>
          </a:p>
          <a:p xmlns:a="http://schemas.openxmlformats.org/drawingml/2006/main">
            <a:r>
              <a:t>https://github.com/cbyche/via-sw-architecture/blob/main/docs/presentation_files/dp-comparison/dp41-comparison.svg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04-42. 변경 용이성을 위한 VIA Conversation과 Task 관리 설계</a:t>
            </a:r>
          </a:p>
          <a:p xmlns:a="http://schemas.openxmlformats.org/drawingml/2006/main">
            <a:r>
              <a:t>https://github.com/cbyche/via-sw-architecture/blob/main/docs/architecture/12-decisions/decision-packages/04-42-lifecycle-ownership.md</a:t>
            </a:r>
          </a:p>
          <a:p xmlns:a="http://schemas.openxmlformats.org/drawingml/2006/main">
            <a:r>
              <a:t>https://github.com/cbyche/via-sw-architecture/blob/main/docs/presentation_files/dp-comparison/dp42-comparison.svg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04-43. 기능 정확성을 위한 VIA Request 의미 판단 설계</a:t>
            </a:r>
          </a:p>
          <a:p xmlns:a="http://schemas.openxmlformats.org/drawingml/2006/main">
            <a:r>
              <a:t>https://github.com/cbyche/via-sw-architecture/blob/main/docs/architecture/12-decisions/decision-packages/04-43-request-interpretation.md</a:t>
            </a:r>
          </a:p>
          <a:p xmlns:a="http://schemas.openxmlformats.org/drawingml/2006/main">
            <a:r>
              <a:t>https://github.com/cbyche/via-sw-architecture/blob/main/docs/presentation_files/dp-comparison/dp43-comparison.svg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04-44. 반응성을 위한 VIA 지속 입력과 Response 전달 설계</a:t>
            </a:r>
          </a:p>
          <a:p xmlns:a="http://schemas.openxmlformats.org/drawingml/2006/main">
            <a:r>
              <a:t>https://github.com/cbyche/via-sw-architecture/blob/main/docs/architecture/12-decisions/decision-packages/04-44-continuous-interaction.md</a:t>
            </a:r>
          </a:p>
          <a:p xmlns:a="http://schemas.openxmlformats.org/drawingml/2006/main">
            <a:r>
              <a:t>https://github.com/cbyche/via-sw-architecture/blob/main/docs/presentation_files/dp-comparison/dp44-comparison.svg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04-45. 기능 정확성을 위한 VIA 기억과 Context 제공 설계</a:t>
            </a:r>
          </a:p>
          <a:p xmlns:a="http://schemas.openxmlformats.org/drawingml/2006/main">
            <a:r>
              <a:t>https://github.com/cbyche/via-sw-architecture/blob/main/docs/architecture/12-decisions/decision-packages/04-45-memory-and-context.md</a:t>
            </a:r>
          </a:p>
          <a:p xmlns:a="http://schemas.openxmlformats.org/drawingml/2006/main">
            <a:r>
              <a:t>https://github.com/cbyche/via-sw-architecture/blob/main/docs/presentation_files/dp-comparison/dp45-comparison.svg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2aefb2e2346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c11863ac5a444b" /><Relationship Type="http://schemas.openxmlformats.org/officeDocument/2006/relationships/slideLayout" Target="/ppt/slideLayouts/slideLayout1.xml" Id="Rc252c8cc9b624e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52c8cc9b624e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5f561a9984e2a" /><Relationship Type="http://schemas.openxmlformats.org/officeDocument/2006/relationships/notesSlide" Target="/ppt/notesSlides/notesSlide1.xml" Id="Rd692ce84a42245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1e3a1b7864638" /><Relationship Type="http://schemas.openxmlformats.org/officeDocument/2006/relationships/notesSlide" Target="/ppt/notesSlides/notesSlide2.xml" Id="Radf420e90c8243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28c98f01e4a94" /><Relationship Type="http://schemas.openxmlformats.org/officeDocument/2006/relationships/notesSlide" Target="/ppt/notesSlides/notesSlide3.xml" Id="R9ba2a742ef5644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23bb1517941a2" /><Relationship Type="http://schemas.openxmlformats.org/officeDocument/2006/relationships/notesSlide" Target="/ppt/notesSlides/notesSlide4.xml" Id="R2b7d055abf9e42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e69cecc2c4bd8" /><Relationship Type="http://schemas.openxmlformats.org/officeDocument/2006/relationships/notesSlide" Target="/ppt/notesSlides/notesSlide5.xml" Id="R11a9cae2f5a54f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dp41-comparison / n1">
            <a:extLst xmlns:a="http://schemas.openxmlformats.org/drawingml/2006/main">
              <a:ext uri="{FF2B5EF4-FFF2-40B4-BE49-F238E27FC236}">
                <a16:creationId xmlns:a16="http://schemas.microsoft.com/office/drawing/2014/main" id="{4200E2C7-8771-4190-8E8C-A16CAA6D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1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659814E7-D32B-44C9-BE6C-75BF7044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1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89308C9F-01B2-4A07-8720-3E454B3B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1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2A981E04-4BB0-4A0C-A9CD-BE4564E4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04-41. 기능 정확성을 위한 VIA Request 해석 설계</a:t>
            </a:r>
          </a:p>
        </p:txBody>
      </p:sp>
      <p:sp>
        <p:nvSpPr>
          <p:cNvPr id="5" name="dp41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833977FA-C12C-4A02-9E0D-8289051E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1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567E6A3C-D014-4D6F-B231-A0D0F5D8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“이 표를 아까 보고서에 넣고, 메일은 초안만 만들어.” / 보고서 Task 후보 2개</a:t>
            </a:r>
          </a:p>
        </p:txBody>
      </p:sp>
      <p:sp>
        <p:nvSpPr>
          <p:cNvPr id="7" name="dp41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B1087E89-D9B4-41FC-B631-01295539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1-comparison / n8">
            <a:extLst xmlns:a="http://schemas.openxmlformats.org/drawingml/2006/main">
              <a:ext uri="{FF2B5EF4-FFF2-40B4-BE49-F238E27FC236}">
                <a16:creationId xmlns:a16="http://schemas.microsoft.com/office/drawing/2014/main" id="{013429C4-C549-4978-8E47-0BD295A1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1-comparison / n9 / text 1">
            <a:extLst xmlns:a="http://schemas.openxmlformats.org/drawingml/2006/main">
              <a:ext uri="{FF2B5EF4-FFF2-40B4-BE49-F238E27FC236}">
                <a16:creationId xmlns:a16="http://schemas.microsoft.com/office/drawing/2014/main" id="{EDE2139C-C359-43CC-AB13-CE8E807F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0" name="dp41-comparison / n10">
            <a:extLst xmlns:a="http://schemas.openxmlformats.org/drawingml/2006/main">
              <a:ext uri="{FF2B5EF4-FFF2-40B4-BE49-F238E27FC236}">
                <a16:creationId xmlns:a16="http://schemas.microsoft.com/office/drawing/2014/main" id="{9F0D1CC6-490B-4BEE-A188-ED5561AC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1" name="dp41-comparison / n11 / text 1">
            <a:extLst xmlns:a="http://schemas.openxmlformats.org/drawingml/2006/main">
              <a:ext uri="{FF2B5EF4-FFF2-40B4-BE49-F238E27FC236}">
                <a16:creationId xmlns:a16="http://schemas.microsoft.com/office/drawing/2014/main" id="{6DA48D99-E00C-4DE8-A078-C24C06FA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2" name="dp41-comparison / n12">
            <a:extLst xmlns:a="http://schemas.openxmlformats.org/drawingml/2006/main">
              <a:ext uri="{FF2B5EF4-FFF2-40B4-BE49-F238E27FC236}">
                <a16:creationId xmlns:a16="http://schemas.microsoft.com/office/drawing/2014/main" id="{A36D50AA-9717-480F-A1E6-6CBB83B1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3" name="dp41-comparison / n13 / text 1">
            <a:extLst xmlns:a="http://schemas.openxmlformats.org/drawingml/2006/main">
              <a:ext uri="{FF2B5EF4-FFF2-40B4-BE49-F238E27FC236}">
                <a16:creationId xmlns:a16="http://schemas.microsoft.com/office/drawing/2014/main" id="{13A9FA09-2BB7-4723-B6F4-DF46B2F8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4" name="dp41-comparison / n14">
            <a:extLst xmlns:a="http://schemas.openxmlformats.org/drawingml/2006/main">
              <a:ext uri="{FF2B5EF4-FFF2-40B4-BE49-F238E27FC236}">
                <a16:creationId xmlns:a16="http://schemas.microsoft.com/office/drawing/2014/main" id="{2B5E235C-8CC4-45FA-9A4D-F147A800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5" name="dp41-comparison / n15 / text 1">
            <a:extLst xmlns:a="http://schemas.openxmlformats.org/drawingml/2006/main">
              <a:ext uri="{FF2B5EF4-FFF2-40B4-BE49-F238E27FC236}">
                <a16:creationId xmlns:a16="http://schemas.microsoft.com/office/drawing/2014/main" id="{332AFEF5-5A24-4196-8A8B-6CCEE3B0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6" name="dp41-comparison / n16">
            <a:extLst xmlns:a="http://schemas.openxmlformats.org/drawingml/2006/main">
              <a:ext uri="{FF2B5EF4-FFF2-40B4-BE49-F238E27FC236}">
                <a16:creationId xmlns:a16="http://schemas.microsoft.com/office/drawing/2014/main" id="{B855701D-F58D-47DB-B0F8-40D2949E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1-comparison / n17 / text 1">
            <a:extLst xmlns:a="http://schemas.openxmlformats.org/drawingml/2006/main">
              <a:ext uri="{FF2B5EF4-FFF2-40B4-BE49-F238E27FC236}">
                <a16:creationId xmlns:a16="http://schemas.microsoft.com/office/drawing/2014/main" id="{FE92AE06-0E45-4A48-BEAB-7B22E2C3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8" name="dp41-comparison / n17 / text 2">
            <a:extLst xmlns:a="http://schemas.openxmlformats.org/drawingml/2006/main">
              <a:ext uri="{FF2B5EF4-FFF2-40B4-BE49-F238E27FC236}">
                <a16:creationId xmlns:a16="http://schemas.microsoft.com/office/drawing/2014/main" id="{01488E92-A74E-4C09-9006-4A2F9B93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19" name="dp41-comparison / n18 / path">
            <a:extLst xmlns:a="http://schemas.openxmlformats.org/drawingml/2006/main">
              <a:ext uri="{FF2B5EF4-FFF2-40B4-BE49-F238E27FC236}">
                <a16:creationId xmlns:a16="http://schemas.microsoft.com/office/drawing/2014/main" id="{62B50AB0-6B6F-41E8-94E7-FDB77E5C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0" name="dp41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52BE2C2C-A0B7-4567-ABBF-8040DACE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1-comparison / n20 / text 1">
            <a:extLst xmlns:a="http://schemas.openxmlformats.org/drawingml/2006/main">
              <a:ext uri="{FF2B5EF4-FFF2-40B4-BE49-F238E27FC236}">
                <a16:creationId xmlns:a16="http://schemas.microsoft.com/office/drawing/2014/main" id="{0130D614-661F-4B19-81AE-77E79033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모델 중심 ReAct 해석</a:t>
            </a:r>
          </a:p>
        </p:txBody>
      </p:sp>
      <p:sp>
        <p:nvSpPr>
          <p:cNvPr id="22" name="dp41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50C4ED54-9868-41C2-A991-66DA2C3D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열린 관계 표현의 지원 확대, 지원율 100% (기능 완전성 ↑)</a:t>
            </a:r>
          </a:p>
        </p:txBody>
      </p:sp>
      <p:sp>
        <p:nvSpPr>
          <p:cNvPr id="23" name="dp41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22F0D6CB-F6AA-42DF-9F6A-61432F13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새 관계의 코드 변경 축소, 평균 2.0개 (변경 용이성 ↑)</a:t>
            </a:r>
          </a:p>
        </p:txBody>
      </p:sp>
      <p:sp>
        <p:nvSpPr>
          <p:cNvPr id="24" name="dp41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E8621E57-4AA6-4B40-AE67-929AB070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반복 조회와 모델 재판단으로 완료시간 6.0 s (요청 완료 신속성 ↓)</a:t>
            </a:r>
          </a:p>
        </p:txBody>
      </p:sp>
      <p:sp>
        <p:nvSpPr>
          <p:cNvPr id="25" name="dp41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C0D750FF-DA11-4D21-83E7-1BF809AE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V-03 기능 완전성</a:t>
            </a:r>
          </a:p>
        </p:txBody>
      </p:sp>
      <p:sp>
        <p:nvSpPr>
          <p:cNvPr id="26" name="dp41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F81FCD97-0BBE-4C85-8E9D-2D05E227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27" name="dp41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548D3CBE-36F8-4CD3-AB03-E6A8D511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28" name="dp41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B762F237-33EF-48FD-9A9D-2AD2680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기능 지원 달성률 ↑</a:t>
            </a:r>
          </a:p>
        </p:txBody>
      </p:sp>
      <p:sp>
        <p:nvSpPr>
          <p:cNvPr id="29" name="dp41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C87CC88A-9EE8-42A6-8A61-2A7FB12F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30" name="dp41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D837D7C1-1337-46C7-983F-150F9A6E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31" name="dp41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EFC3B94E-3F70-4BE8-B983-6553C8AD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6.0 s</a:t>
            </a:r>
          </a:p>
        </p:txBody>
      </p:sp>
      <p:sp>
        <p:nvSpPr>
          <p:cNvPr id="32" name="dp41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BC45D732-E4CB-4297-AC62-7AD58FCF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33" name="dp41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447188EA-78CC-4AA9-8CEE-A1705620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34" name="dp41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E0169068-DE92-42E4-B1C4-F834A5DF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5" name="dp41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1CBE98D9-CD0E-4265-B6E7-3A485541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2.0개</a:t>
            </a:r>
          </a:p>
        </p:txBody>
      </p:sp>
      <p:sp>
        <p:nvSpPr>
          <p:cNvPr id="36" name="dp41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3AF9E46A-F2B9-4ABD-942B-9FE4DA0B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37" name="dp41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4FCF2A1A-28FB-43A4-9B32-3C63D136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B 모델 틀 생성과 코드 중심 의미 완성</a:t>
            </a:r>
          </a:p>
        </p:txBody>
      </p:sp>
      <p:sp>
        <p:nvSpPr>
          <p:cNvPr id="38" name="dp41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CBDCEABB-DB15-464B-89C0-A34B464C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지원 관계의 코드 결합으로 완료시간 4.5 s (요청 완료 신속성 ↑)</a:t>
            </a:r>
          </a:p>
        </p:txBody>
      </p:sp>
      <p:sp>
        <p:nvSpPr>
          <p:cNvPr id="39" name="dp41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5CA5FD97-9821-4CD5-ABE2-6248AA52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유한 표현 체계 밖 관계의 지원 제한, 지원율 87.2% (기능 완전성 ↓)</a:t>
            </a:r>
          </a:p>
        </p:txBody>
      </p:sp>
      <p:sp>
        <p:nvSpPr>
          <p:cNvPr id="40" name="dp41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0A7655F1-8AE1-4C22-BA4F-484078D7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새 관계의 틀과 결합 규칙 확장, 평균 4.0개 (변경 용이성 ↓)</a:t>
            </a:r>
          </a:p>
        </p:txBody>
      </p:sp>
      <p:sp>
        <p:nvSpPr>
          <p:cNvPr id="41" name="dp41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E5977FDA-6516-4E85-B8A6-439B341D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V-03 기능 완전성</a:t>
            </a:r>
          </a:p>
        </p:txBody>
      </p:sp>
      <p:sp>
        <p:nvSpPr>
          <p:cNvPr id="42" name="dp41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4E4739CB-6201-428A-96A8-E134A77A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43" name="dp41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B2CC9151-28C3-404E-861D-CA953A82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87.2%</a:t>
            </a:r>
          </a:p>
        </p:txBody>
      </p:sp>
      <p:sp>
        <p:nvSpPr>
          <p:cNvPr id="44" name="dp41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99349D7E-9D58-42AE-8A55-7BC03776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기능 지원 달성률 ↑</a:t>
            </a:r>
          </a:p>
        </p:txBody>
      </p:sp>
      <p:sp>
        <p:nvSpPr>
          <p:cNvPr id="45" name="dp41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008445F8-9777-4149-BD01-AF3073C8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46" name="dp41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2A8C87F5-5887-431D-A43B-EC55CC94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7" name="dp41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47BED63C-E336-4BF6-8CF0-F8F35ECC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4.5 s</a:t>
            </a:r>
          </a:p>
        </p:txBody>
      </p:sp>
      <p:sp>
        <p:nvSpPr>
          <p:cNvPr id="48" name="dp41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199BD073-B2AE-43C8-A1F4-86966237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49" name="dp41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F65F31AE-6F62-45DA-B414-50C1E2ED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50" name="dp41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1ACE7633-63D7-467F-B511-361A6A9C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●○○</a:t>
            </a:r>
          </a:p>
        </p:txBody>
      </p:sp>
      <p:sp>
        <p:nvSpPr>
          <p:cNvPr id="51" name="dp41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10305C8E-7C1D-4DFE-9A37-264125A0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4.0개</a:t>
            </a:r>
          </a:p>
        </p:txBody>
      </p:sp>
      <p:sp>
        <p:nvSpPr>
          <p:cNvPr id="52" name="dp41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DF77934D-F284-4F85-9D93-0A12C86A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53" name="dp41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A185D5C2-83DC-4EA1-B5CE-253349DC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열린 관계 표현 포함 / 시간 비교는 양안 지원 범위의 같은 Request</a:t>
            </a:r>
          </a:p>
        </p:txBody>
      </p:sp>
      <p:sp>
        <p:nvSpPr>
          <p:cNvPr id="54" name="dp41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BC0C289B-E4A8-4D44-B09B-B353A74E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5" name="dp41-comparison / n54">
            <a:extLst xmlns:a="http://schemas.openxmlformats.org/drawingml/2006/main">
              <a:ext uri="{FF2B5EF4-FFF2-40B4-BE49-F238E27FC236}">
                <a16:creationId xmlns:a16="http://schemas.microsoft.com/office/drawing/2014/main" id="{CCC89436-C8CE-4C85-AB3D-E9FF40FC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765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6" name="dp41-comparison / n55 / text 1">
            <a:extLst xmlns:a="http://schemas.openxmlformats.org/drawingml/2006/main">
              <a:ext uri="{FF2B5EF4-FFF2-40B4-BE49-F238E27FC236}">
                <a16:creationId xmlns:a16="http://schemas.microsoft.com/office/drawing/2014/main" id="{B0E1166B-CD85-44FA-B4B4-609C13B1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605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57" name="dp41-comparison / n56">
            <a:extLst xmlns:a="http://schemas.openxmlformats.org/drawingml/2006/main">
              <a:ext uri="{FF2B5EF4-FFF2-40B4-BE49-F238E27FC236}">
                <a16:creationId xmlns:a16="http://schemas.microsoft.com/office/drawing/2014/main" id="{55277E69-7190-40AD-80A0-11954364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7652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8" name="dp41-comparison / n57 / text 1">
            <a:extLst xmlns:a="http://schemas.openxmlformats.org/drawingml/2006/main">
              <a:ext uri="{FF2B5EF4-FFF2-40B4-BE49-F238E27FC236}">
                <a16:creationId xmlns:a16="http://schemas.microsoft.com/office/drawing/2014/main" id="{4BD5736B-5789-456C-8FFD-6CC17124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6058"/>
            <a:ext cx="20193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59" name="dp41-comparison / n58">
            <a:extLst xmlns:a="http://schemas.openxmlformats.org/drawingml/2006/main">
              <a:ext uri="{FF2B5EF4-FFF2-40B4-BE49-F238E27FC236}">
                <a16:creationId xmlns:a16="http://schemas.microsoft.com/office/drawing/2014/main" id="{4A7E8BC7-417D-41CC-AC47-2FD1D614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76525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60" name="dp41-comparison / n59 / text 1">
            <a:extLst xmlns:a="http://schemas.openxmlformats.org/drawingml/2006/main">
              <a:ext uri="{FF2B5EF4-FFF2-40B4-BE49-F238E27FC236}">
                <a16:creationId xmlns:a16="http://schemas.microsoft.com/office/drawing/2014/main" id="{0A0E639E-7CF9-42B5-8614-1E4E2C4C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46058"/>
            <a:ext cx="17907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61" name="dp41-comparison / n64 / path">
            <a:extLst xmlns:a="http://schemas.openxmlformats.org/drawingml/2006/main">
              <a:ext uri="{FF2B5EF4-FFF2-40B4-BE49-F238E27FC236}">
                <a16:creationId xmlns:a16="http://schemas.microsoft.com/office/drawing/2014/main" id="{8A318DB8-7403-463B-BEAC-918D50FA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2" name="dp41-comparison / n64 / arrow">
            <a:extLst xmlns:a="http://schemas.openxmlformats.org/drawingml/2006/main">
              <a:ext uri="{FF2B5EF4-FFF2-40B4-BE49-F238E27FC236}">
                <a16:creationId xmlns:a16="http://schemas.microsoft.com/office/drawing/2014/main" id="{0C70C5FC-CABA-4C19-9107-8D81C8BE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50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3" name="dp41-comparison / n67">
            <a:extLst xmlns:a="http://schemas.openxmlformats.org/drawingml/2006/main">
              <a:ext uri="{FF2B5EF4-FFF2-40B4-BE49-F238E27FC236}">
                <a16:creationId xmlns:a16="http://schemas.microsoft.com/office/drawing/2014/main" id="{169142BE-329F-4759-95CF-B945686F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09950"/>
            <a:ext cx="5562600" cy="2466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4" name="dp41-comparison / n68 / text 1">
            <a:extLst xmlns:a="http://schemas.openxmlformats.org/drawingml/2006/main">
              <a:ext uri="{FF2B5EF4-FFF2-40B4-BE49-F238E27FC236}">
                <a16:creationId xmlns:a16="http://schemas.microsoft.com/office/drawing/2014/main" id="{1D9AA380-DB40-47F6-8DF6-DAF201D2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05200"/>
            <a:ext cx="53149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65" name="dp41-comparison / n69">
            <a:extLst xmlns:a="http://schemas.openxmlformats.org/drawingml/2006/main">
              <a:ext uri="{FF2B5EF4-FFF2-40B4-BE49-F238E27FC236}">
                <a16:creationId xmlns:a16="http://schemas.microsoft.com/office/drawing/2014/main" id="{AE9BA1CD-D55A-4942-8D36-B0B8E30B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57625"/>
            <a:ext cx="2314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6" name="dp41-comparison / n70 / text 1">
            <a:extLst xmlns:a="http://schemas.openxmlformats.org/drawingml/2006/main">
              <a:ext uri="{FF2B5EF4-FFF2-40B4-BE49-F238E27FC236}">
                <a16:creationId xmlns:a16="http://schemas.microsoft.com/office/drawing/2014/main" id="{D497E4BA-EE23-4852-AF2A-B645ED07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62400"/>
            <a:ext cx="214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ReAct 해석 제어기</a:t>
            </a:r>
          </a:p>
        </p:txBody>
      </p:sp>
      <p:sp>
        <p:nvSpPr>
          <p:cNvPr id="67" name="dp41-comparison / n71">
            <a:extLst xmlns:a="http://schemas.openxmlformats.org/drawingml/2006/main">
              <a:ext uri="{FF2B5EF4-FFF2-40B4-BE49-F238E27FC236}">
                <a16:creationId xmlns:a16="http://schemas.microsoft.com/office/drawing/2014/main" id="{56833636-56D3-4CF8-ADC2-A74817CD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2371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8" name="dp41-comparison / n72 / text 1">
            <a:extLst xmlns:a="http://schemas.openxmlformats.org/drawingml/2006/main">
              <a:ext uri="{FF2B5EF4-FFF2-40B4-BE49-F238E27FC236}">
                <a16:creationId xmlns:a16="http://schemas.microsoft.com/office/drawing/2014/main" id="{91B0000D-A7FD-49ED-ACF8-15C55E48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6240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읽기 도구 실행기</a:t>
            </a:r>
          </a:p>
        </p:txBody>
      </p:sp>
      <p:sp>
        <p:nvSpPr>
          <p:cNvPr id="69" name="dp41-comparison / n73">
            <a:extLst xmlns:a="http://schemas.openxmlformats.org/drawingml/2006/main">
              <a:ext uri="{FF2B5EF4-FFF2-40B4-BE49-F238E27FC236}">
                <a16:creationId xmlns:a16="http://schemas.microsoft.com/office/drawing/2014/main" id="{0A90690E-B77A-4F9E-B4C8-0DE06340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24450"/>
            <a:ext cx="2314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70" name="dp41-comparison / n74 / text 1">
            <a:extLst xmlns:a="http://schemas.openxmlformats.org/drawingml/2006/main">
              <a:ext uri="{FF2B5EF4-FFF2-40B4-BE49-F238E27FC236}">
                <a16:creationId xmlns:a16="http://schemas.microsoft.com/office/drawing/2014/main" id="{F563C1B4-B935-4EFE-8CA5-8A2CE2BB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19700"/>
            <a:ext cx="214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의미 제안 검증기</a:t>
            </a:r>
          </a:p>
        </p:txBody>
      </p:sp>
      <p:sp>
        <p:nvSpPr>
          <p:cNvPr id="71" name="dp41-comparison / n75">
            <a:extLst xmlns:a="http://schemas.openxmlformats.org/drawingml/2006/main">
              <a:ext uri="{FF2B5EF4-FFF2-40B4-BE49-F238E27FC236}">
                <a16:creationId xmlns:a16="http://schemas.microsoft.com/office/drawing/2014/main" id="{13CC4BC9-079A-4CDB-9488-ADCA263E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2371725" cy="4953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2" name="dp41-comparison / n76 / text 1">
            <a:extLst xmlns:a="http://schemas.openxmlformats.org/drawingml/2006/main">
              <a:ext uri="{FF2B5EF4-FFF2-40B4-BE49-F238E27FC236}">
                <a16:creationId xmlns:a16="http://schemas.microsoft.com/office/drawing/2014/main" id="{95BEB245-208C-4092-8560-100C4594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248275"/>
            <a:ext cx="22002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임시 해석 상태</a:t>
            </a:r>
          </a:p>
        </p:txBody>
      </p:sp>
      <p:sp>
        <p:nvSpPr>
          <p:cNvPr id="73" name="dp41-comparison / n77 / path">
            <a:extLst xmlns:a="http://schemas.openxmlformats.org/drawingml/2006/main">
              <a:ext uri="{FF2B5EF4-FFF2-40B4-BE49-F238E27FC236}">
                <a16:creationId xmlns:a16="http://schemas.microsoft.com/office/drawing/2014/main" id="{71223147-F955-4718-898D-A5B4EE16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3038475"/>
            <a:ext cx="2719388" cy="819150"/>
          </a:xfrm>
          <a:custGeom xmlns:a="http://schemas.openxmlformats.org/drawingml/2006/main">
            <a:pathLst>
              <a:path w="2719388" h="819150">
                <a:moveTo>
                  <a:pt x="2719388" y="0"/>
                </a:moveTo>
                <a:lnTo>
                  <a:pt x="2719388" y="247650"/>
                </a:lnTo>
                <a:lnTo>
                  <a:pt x="4763" y="247650"/>
                </a:lnTo>
                <a:lnTo>
                  <a:pt x="0" y="819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4" name="dp41-comparison / n77 / arrow">
            <a:extLst xmlns:a="http://schemas.openxmlformats.org/drawingml/2006/main">
              <a:ext uri="{FF2B5EF4-FFF2-40B4-BE49-F238E27FC236}">
                <a16:creationId xmlns:a16="http://schemas.microsoft.com/office/drawing/2014/main" id="{0900A24E-E4C3-444C-8ACF-6C033936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71" y="3735201"/>
            <a:ext cx="121916" cy="122424"/>
          </a:xfrm>
          <a:custGeom xmlns:a="http://schemas.openxmlformats.org/drawingml/2006/main">
            <a:pathLst>
              <a:path w="121916" h="122424">
                <a:moveTo>
                  <a:pt x="0" y="0"/>
                </a:moveTo>
                <a:lnTo>
                  <a:pt x="59942" y="122424"/>
                </a:lnTo>
                <a:lnTo>
                  <a:pt x="121916" y="1016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5" name="dp41-comparison / n80 / path">
            <a:extLst xmlns:a="http://schemas.openxmlformats.org/drawingml/2006/main">
              <a:ext uri="{FF2B5EF4-FFF2-40B4-BE49-F238E27FC236}">
                <a16:creationId xmlns:a16="http://schemas.microsoft.com/office/drawing/2014/main" id="{E5EEC98C-C35A-4FC3-A900-AD6A87FB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495300" cy="953"/>
          </a:xfrm>
          <a:custGeom xmlns:a="http://schemas.openxmlformats.org/drawingml/2006/main">
            <a:pathLst>
              <a:path w="495300" h="953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6" name="dp41-comparison / n80 / arrow">
            <a:extLst xmlns:a="http://schemas.openxmlformats.org/drawingml/2006/main">
              <a:ext uri="{FF2B5EF4-FFF2-40B4-BE49-F238E27FC236}">
                <a16:creationId xmlns:a16="http://schemas.microsoft.com/office/drawing/2014/main" id="{8CAEAA43-D644-4CB5-A288-8B5AED04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39300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7" name="dp41-comparison / n81 / path">
            <a:extLst xmlns:a="http://schemas.openxmlformats.org/drawingml/2006/main">
              <a:ext uri="{FF2B5EF4-FFF2-40B4-BE49-F238E27FC236}">
                <a16:creationId xmlns:a16="http://schemas.microsoft.com/office/drawing/2014/main" id="{6A7807B2-7910-4362-859E-6CCA749B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91000"/>
            <a:ext cx="495300" cy="953"/>
          </a:xfrm>
          <a:custGeom xmlns:a="http://schemas.openxmlformats.org/drawingml/2006/main">
            <a:pathLst>
              <a:path w="495300" h="953">
                <a:moveTo>
                  <a:pt x="495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78" name="dp41-comparison / n81 / arrow">
            <a:extLst xmlns:a="http://schemas.openxmlformats.org/drawingml/2006/main">
              <a:ext uri="{FF2B5EF4-FFF2-40B4-BE49-F238E27FC236}">
                <a16:creationId xmlns:a16="http://schemas.microsoft.com/office/drawing/2014/main" id="{8823DE94-D58C-46FD-A78A-B61C2DF5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300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9" name="dp41-comparison / n84 / path">
            <a:extLst xmlns:a="http://schemas.openxmlformats.org/drawingml/2006/main">
              <a:ext uri="{FF2B5EF4-FFF2-40B4-BE49-F238E27FC236}">
                <a16:creationId xmlns:a16="http://schemas.microsoft.com/office/drawing/2014/main" id="{DFC54232-3F6C-470C-ABA1-6F6AF934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4314825"/>
            <a:ext cx="953" cy="809625"/>
          </a:xfrm>
          <a:custGeom xmlns:a="http://schemas.openxmlformats.org/drawingml/2006/main">
            <a:pathLst>
              <a:path w="953" h="809625">
                <a:moveTo>
                  <a:pt x="0" y="0"/>
                </a:moveTo>
                <a:lnTo>
                  <a:pt x="0" y="809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0" name="dp41-comparison / n84 / arrow">
            <a:extLst xmlns:a="http://schemas.openxmlformats.org/drawingml/2006/main">
              <a:ext uri="{FF2B5EF4-FFF2-40B4-BE49-F238E27FC236}">
                <a16:creationId xmlns:a16="http://schemas.microsoft.com/office/drawing/2014/main" id="{FAEF9F0E-614B-4885-B6D8-16D2C873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53" y="50025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1" name="dp41-comparison / n87 / path">
            <a:extLst xmlns:a="http://schemas.openxmlformats.org/drawingml/2006/main">
              <a:ext uri="{FF2B5EF4-FFF2-40B4-BE49-F238E27FC236}">
                <a16:creationId xmlns:a16="http://schemas.microsoft.com/office/drawing/2014/main" id="{37075DBA-4692-46C1-9BD5-80B422B1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863" y="4314825"/>
            <a:ext cx="953" cy="771525"/>
          </a:xfrm>
          <a:custGeom xmlns:a="http://schemas.openxmlformats.org/drawingml/2006/main">
            <a:pathLst>
              <a:path w="953" h="771525">
                <a:moveTo>
                  <a:pt x="0" y="0"/>
                </a:moveTo>
                <a:lnTo>
                  <a:pt x="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2" name="dp41-comparison / n87 / arrow">
            <a:extLst xmlns:a="http://schemas.openxmlformats.org/drawingml/2006/main">
              <a:ext uri="{FF2B5EF4-FFF2-40B4-BE49-F238E27FC236}">
                <a16:creationId xmlns:a16="http://schemas.microsoft.com/office/drawing/2014/main" id="{9277C509-10DE-4BF5-A96C-FD0B7C95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903" y="49644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3" name="dp41-comparison / n88 / path">
            <a:extLst xmlns:a="http://schemas.openxmlformats.org/drawingml/2006/main">
              <a:ext uri="{FF2B5EF4-FFF2-40B4-BE49-F238E27FC236}">
                <a16:creationId xmlns:a16="http://schemas.microsoft.com/office/drawing/2014/main" id="{2755D04C-10CB-4C65-AC3D-BBCA9909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86225"/>
            <a:ext cx="495300" cy="1247775"/>
          </a:xfrm>
          <a:custGeom xmlns:a="http://schemas.openxmlformats.org/drawingml/2006/main">
            <a:pathLst>
              <a:path w="495300" h="1247775">
                <a:moveTo>
                  <a:pt x="495300" y="1247775"/>
                </a:moveTo>
                <a:lnTo>
                  <a:pt x="228600" y="1247775"/>
                </a:lnTo>
                <a:lnTo>
                  <a:pt x="228600" y="1905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4" name="dp41-comparison / n88 / arrow">
            <a:extLst xmlns:a="http://schemas.openxmlformats.org/drawingml/2006/main">
              <a:ext uri="{FF2B5EF4-FFF2-40B4-BE49-F238E27FC236}">
                <a16:creationId xmlns:a16="http://schemas.microsoft.com/office/drawing/2014/main" id="{9840FC74-F535-4E43-B1C0-45FD9991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86225"/>
            <a:ext cx="132687" cy="124882"/>
          </a:xfrm>
          <a:custGeom xmlns:a="http://schemas.openxmlformats.org/drawingml/2006/main">
            <a:pathLst>
              <a:path w="132687" h="124882">
                <a:moveTo>
                  <a:pt x="132687" y="31221"/>
                </a:moveTo>
                <a:lnTo>
                  <a:pt x="0" y="0"/>
                </a:lnTo>
                <a:lnTo>
                  <a:pt x="54636" y="12488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5" name="dp41-comparison / n91 / path">
            <a:extLst xmlns:a="http://schemas.openxmlformats.org/drawingml/2006/main">
              <a:ext uri="{FF2B5EF4-FFF2-40B4-BE49-F238E27FC236}">
                <a16:creationId xmlns:a16="http://schemas.microsoft.com/office/drawing/2014/main" id="{78E5DF27-DCB0-4397-AB4B-FAF4EC0C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86225"/>
            <a:ext cx="104775" cy="1257300"/>
          </a:xfrm>
          <a:custGeom xmlns:a="http://schemas.openxmlformats.org/drawingml/2006/main">
            <a:pathLst>
              <a:path w="104775" h="1257300">
                <a:moveTo>
                  <a:pt x="104775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6" name="dp41-comparison / n91 / arrow">
            <a:extLst xmlns:a="http://schemas.openxmlformats.org/drawingml/2006/main">
              <a:ext uri="{FF2B5EF4-FFF2-40B4-BE49-F238E27FC236}">
                <a16:creationId xmlns:a16="http://schemas.microsoft.com/office/drawing/2014/main" id="{81A1A004-07E9-4C0B-BC79-CBFA25BB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" y="40252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7" name="dp41-comparison / n92 / path">
            <a:extLst xmlns:a="http://schemas.openxmlformats.org/drawingml/2006/main">
              <a:ext uri="{FF2B5EF4-FFF2-40B4-BE49-F238E27FC236}">
                <a16:creationId xmlns:a16="http://schemas.microsoft.com/office/drawing/2014/main" id="{EA5BD7B2-4DC8-4DF2-88F9-B821B3E9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2857500"/>
            <a:ext cx="4500563" cy="1000125"/>
          </a:xfrm>
          <a:custGeom xmlns:a="http://schemas.openxmlformats.org/drawingml/2006/main">
            <a:pathLst>
              <a:path w="4500563" h="1000125">
                <a:moveTo>
                  <a:pt x="0" y="1000125"/>
                </a:moveTo>
                <a:lnTo>
                  <a:pt x="4763" y="885825"/>
                </a:lnTo>
                <a:lnTo>
                  <a:pt x="4338638" y="885825"/>
                </a:lnTo>
                <a:lnTo>
                  <a:pt x="4338638" y="0"/>
                </a:lnTo>
                <a:lnTo>
                  <a:pt x="4500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88" name="dp41-comparison / n92 / arrow">
            <a:extLst xmlns:a="http://schemas.openxmlformats.org/drawingml/2006/main">
              <a:ext uri="{FF2B5EF4-FFF2-40B4-BE49-F238E27FC236}">
                <a16:creationId xmlns:a16="http://schemas.microsoft.com/office/drawing/2014/main" id="{F5E0FA54-9A7B-461A-B824-B3BC0DC9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05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89" name="dp41-comparison / n95">
            <a:extLst xmlns:a="http://schemas.openxmlformats.org/drawingml/2006/main">
              <a:ext uri="{FF2B5EF4-FFF2-40B4-BE49-F238E27FC236}">
                <a16:creationId xmlns:a16="http://schemas.microsoft.com/office/drawing/2014/main" id="{0D470F83-A250-417C-A75A-62A53C17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267200"/>
            <a:ext cx="1981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90" name="dp41-comparison / n96 / text 1">
            <a:extLst xmlns:a="http://schemas.openxmlformats.org/drawingml/2006/main">
              <a:ext uri="{FF2B5EF4-FFF2-40B4-BE49-F238E27FC236}">
                <a16:creationId xmlns:a16="http://schemas.microsoft.com/office/drawing/2014/main" id="{E848D192-819B-4D5F-95E5-2E925994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510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91" name="dp41-comparison / n97">
            <a:extLst xmlns:a="http://schemas.openxmlformats.org/drawingml/2006/main">
              <a:ext uri="{FF2B5EF4-FFF2-40B4-BE49-F238E27FC236}">
                <a16:creationId xmlns:a16="http://schemas.microsoft.com/office/drawing/2014/main" id="{E419B790-4913-47FD-B75F-0AE0C15B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10175"/>
            <a:ext cx="1981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92" name="dp41-comparison / n98 / text 1">
            <a:extLst xmlns:a="http://schemas.openxmlformats.org/drawingml/2006/main">
              <a:ext uri="{FF2B5EF4-FFF2-40B4-BE49-F238E27FC236}">
                <a16:creationId xmlns:a16="http://schemas.microsoft.com/office/drawing/2014/main" id="{E57C992D-72AE-4A42-A18E-CD776EBC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93995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93" name="dp41-comparison / n103 / path">
            <a:extLst xmlns:a="http://schemas.openxmlformats.org/drawingml/2006/main">
              <a:ext uri="{FF2B5EF4-FFF2-40B4-BE49-F238E27FC236}">
                <a16:creationId xmlns:a16="http://schemas.microsoft.com/office/drawing/2014/main" id="{1059B581-6351-43F9-B54E-922DC3F2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657725"/>
            <a:ext cx="953" cy="552450"/>
          </a:xfrm>
          <a:custGeom xmlns:a="http://schemas.openxmlformats.org/drawingml/2006/main">
            <a:pathLst>
              <a:path w="953" h="552450">
                <a:moveTo>
                  <a:pt x="0" y="552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94" name="dp41-comparison / n103 / arrow">
            <a:extLst xmlns:a="http://schemas.openxmlformats.org/drawingml/2006/main">
              <a:ext uri="{FF2B5EF4-FFF2-40B4-BE49-F238E27FC236}">
                <a16:creationId xmlns:a16="http://schemas.microsoft.com/office/drawing/2014/main" id="{AB7325BE-4495-4071-B8F1-F60C5BDB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565" y="46577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95" name="dp41-comparison / n104 / path">
            <a:extLst xmlns:a="http://schemas.openxmlformats.org/drawingml/2006/main">
              <a:ext uri="{FF2B5EF4-FFF2-40B4-BE49-F238E27FC236}">
                <a16:creationId xmlns:a16="http://schemas.microsoft.com/office/drawing/2014/main" id="{D6244428-0637-4759-ABA5-20E04B55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086225"/>
            <a:ext cx="457200" cy="323850"/>
          </a:xfrm>
          <a:custGeom xmlns:a="http://schemas.openxmlformats.org/drawingml/2006/main">
            <a:pathLst>
              <a:path w="457200" h="323850">
                <a:moveTo>
                  <a:pt x="0" y="0"/>
                </a:moveTo>
                <a:lnTo>
                  <a:pt x="295275" y="0"/>
                </a:lnTo>
                <a:lnTo>
                  <a:pt x="295275" y="323850"/>
                </a:lnTo>
                <a:lnTo>
                  <a:pt x="457200" y="3190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6" name="dp41-comparison / n104 / arrow">
            <a:extLst xmlns:a="http://schemas.openxmlformats.org/drawingml/2006/main">
              <a:ext uri="{FF2B5EF4-FFF2-40B4-BE49-F238E27FC236}">
                <a16:creationId xmlns:a16="http://schemas.microsoft.com/office/drawing/2014/main" id="{C60DB653-C645-4A03-96FF-953A293F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266" y="4347963"/>
            <a:ext cx="123659" cy="121867"/>
          </a:xfrm>
          <a:custGeom xmlns:a="http://schemas.openxmlformats.org/drawingml/2006/main">
            <a:pathLst>
              <a:path w="123659" h="121867">
                <a:moveTo>
                  <a:pt x="3584" y="121867"/>
                </a:moveTo>
                <a:lnTo>
                  <a:pt x="123659" y="5734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7" name="dp41-comparison / n105 / path">
            <a:extLst xmlns:a="http://schemas.openxmlformats.org/drawingml/2006/main">
              <a:ext uri="{FF2B5EF4-FFF2-40B4-BE49-F238E27FC236}">
                <a16:creationId xmlns:a16="http://schemas.microsoft.com/office/drawing/2014/main" id="{A4369932-FEA8-432E-B1B0-63AE0E2D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200525"/>
            <a:ext cx="457200" cy="357188"/>
          </a:xfrm>
          <a:custGeom xmlns:a="http://schemas.openxmlformats.org/drawingml/2006/main">
            <a:pathLst>
              <a:path w="457200" h="357188">
                <a:moveTo>
                  <a:pt x="457200" y="357188"/>
                </a:moveTo>
                <a:lnTo>
                  <a:pt x="371475" y="352425"/>
                </a:lnTo>
                <a:lnTo>
                  <a:pt x="37147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98" name="dp41-comparison / n105 / arrow">
            <a:extLst xmlns:a="http://schemas.openxmlformats.org/drawingml/2006/main">
              <a:ext uri="{FF2B5EF4-FFF2-40B4-BE49-F238E27FC236}">
                <a16:creationId xmlns:a16="http://schemas.microsoft.com/office/drawing/2014/main" id="{0EF172A3-898A-4D30-BAB4-1207AC12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1395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9" name="dp41-comparison / n108">
            <a:extLst xmlns:a="http://schemas.openxmlformats.org/drawingml/2006/main">
              <a:ext uri="{FF2B5EF4-FFF2-40B4-BE49-F238E27FC236}">
                <a16:creationId xmlns:a16="http://schemas.microsoft.com/office/drawing/2014/main" id="{167ECE51-1D6B-49DF-803C-1FF5D735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24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00" name="dp41-comparison / n109 / text 1">
            <a:extLst xmlns:a="http://schemas.openxmlformats.org/drawingml/2006/main">
              <a:ext uri="{FF2B5EF4-FFF2-40B4-BE49-F238E27FC236}">
                <a16:creationId xmlns:a16="http://schemas.microsoft.com/office/drawing/2014/main" id="{FB7BD6F0-E1E1-4A9D-A613-E0300CC5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598920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01" name="dp41-comparison / n110">
            <a:extLst xmlns:a="http://schemas.openxmlformats.org/drawingml/2006/main">
              <a:ext uri="{FF2B5EF4-FFF2-40B4-BE49-F238E27FC236}">
                <a16:creationId xmlns:a16="http://schemas.microsoft.com/office/drawing/2014/main" id="{C815F975-97AC-4819-AD3F-01D3F1B4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505575"/>
            <a:ext cx="219075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02" name="dp41-comparison / n111 / text 1">
            <a:extLst xmlns:a="http://schemas.openxmlformats.org/drawingml/2006/main">
              <a:ext uri="{FF2B5EF4-FFF2-40B4-BE49-F238E27FC236}">
                <a16:creationId xmlns:a16="http://schemas.microsoft.com/office/drawing/2014/main" id="{2C2871A6-C7B4-4DC7-A243-19DDF6E0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667500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State Store</a:t>
            </a:r>
          </a:p>
        </p:txBody>
      </p:sp>
      <p:sp>
        <p:nvSpPr>
          <p:cNvPr id="103" name="dp41-comparison / n112">
            <a:extLst xmlns:a="http://schemas.openxmlformats.org/drawingml/2006/main">
              <a:ext uri="{FF2B5EF4-FFF2-40B4-BE49-F238E27FC236}">
                <a16:creationId xmlns:a16="http://schemas.microsoft.com/office/drawing/2014/main" id="{8ADEC40F-C115-411A-9966-9C14E533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6524625"/>
            <a:ext cx="1981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04" name="dp41-comparison / n113 / text 1">
            <a:extLst xmlns:a="http://schemas.openxmlformats.org/drawingml/2006/main">
              <a:ext uri="{FF2B5EF4-FFF2-40B4-BE49-F238E27FC236}">
                <a16:creationId xmlns:a16="http://schemas.microsoft.com/office/drawing/2014/main" id="{153948C9-C31C-45FB-8125-05316E0D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5989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Policy Manager</a:t>
            </a:r>
          </a:p>
        </p:txBody>
      </p:sp>
      <p:sp>
        <p:nvSpPr>
          <p:cNvPr id="105" name="dp41-comparison / n114 / path">
            <a:extLst xmlns:a="http://schemas.openxmlformats.org/drawingml/2006/main">
              <a:ext uri="{FF2B5EF4-FFF2-40B4-BE49-F238E27FC236}">
                <a16:creationId xmlns:a16="http://schemas.microsoft.com/office/drawing/2014/main" id="{6AAA7632-37E9-4BB1-973D-47CAC6EF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562600"/>
            <a:ext cx="109538" cy="962025"/>
          </a:xfrm>
          <a:custGeom xmlns:a="http://schemas.openxmlformats.org/drawingml/2006/main">
            <a:pathLst>
              <a:path w="109538" h="962025">
                <a:moveTo>
                  <a:pt x="109538" y="0"/>
                </a:moveTo>
                <a:lnTo>
                  <a:pt x="104775" y="571500"/>
                </a:lnTo>
                <a:lnTo>
                  <a:pt x="0" y="571500"/>
                </a:lnTo>
                <a:lnTo>
                  <a:pt x="0" y="962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6" name="dp41-comparison / n114 / arrow">
            <a:extLst xmlns:a="http://schemas.openxmlformats.org/drawingml/2006/main">
              <a:ext uri="{FF2B5EF4-FFF2-40B4-BE49-F238E27FC236}">
                <a16:creationId xmlns:a16="http://schemas.microsoft.com/office/drawing/2014/main" id="{04708C1B-F385-4CF9-93CF-6A3D823B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915" y="6402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7" name="dp41-comparison / n115 / path">
            <a:extLst xmlns:a="http://schemas.openxmlformats.org/drawingml/2006/main">
              <a:ext uri="{FF2B5EF4-FFF2-40B4-BE49-F238E27FC236}">
                <a16:creationId xmlns:a16="http://schemas.microsoft.com/office/drawing/2014/main" id="{A3C5A45B-3E57-45A3-8B3C-157949C6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48425"/>
            <a:ext cx="3381375" cy="261938"/>
          </a:xfrm>
          <a:custGeom xmlns:a="http://schemas.openxmlformats.org/drawingml/2006/main">
            <a:pathLst>
              <a:path w="3381375" h="261938">
                <a:moveTo>
                  <a:pt x="3381375" y="261938"/>
                </a:moveTo>
                <a:lnTo>
                  <a:pt x="3181350" y="257175"/>
                </a:lnTo>
                <a:lnTo>
                  <a:pt x="3181350" y="0"/>
                </a:lnTo>
                <a:lnTo>
                  <a:pt x="180975" y="0"/>
                </a:lnTo>
                <a:lnTo>
                  <a:pt x="180975" y="257175"/>
                </a:lnTo>
                <a:lnTo>
                  <a:pt x="0" y="261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08" name="dp41-comparison / n115 / arrow">
            <a:extLst xmlns:a="http://schemas.openxmlformats.org/drawingml/2006/main">
              <a:ext uri="{FF2B5EF4-FFF2-40B4-BE49-F238E27FC236}">
                <a16:creationId xmlns:a16="http://schemas.microsoft.com/office/drawing/2014/main" id="{646410FD-D1FC-463D-9288-07E19744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46216"/>
            <a:ext cx="123481" cy="121878"/>
          </a:xfrm>
          <a:custGeom xmlns:a="http://schemas.openxmlformats.org/drawingml/2006/main">
            <a:pathLst>
              <a:path w="123481" h="121878">
                <a:moveTo>
                  <a:pt x="120274" y="0"/>
                </a:moveTo>
                <a:lnTo>
                  <a:pt x="0" y="64146"/>
                </a:lnTo>
                <a:lnTo>
                  <a:pt x="123481" y="121878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09" name="dp41-comparison / n116 / path">
            <a:extLst xmlns:a="http://schemas.openxmlformats.org/drawingml/2006/main">
              <a:ext uri="{FF2B5EF4-FFF2-40B4-BE49-F238E27FC236}">
                <a16:creationId xmlns:a16="http://schemas.microsoft.com/office/drawing/2014/main" id="{4C6E6CA0-07C6-409A-B4B9-B9FC7332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036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10" name="dp41-comparison / n116 / arrow">
            <a:extLst xmlns:a="http://schemas.openxmlformats.org/drawingml/2006/main">
              <a:ext uri="{FF2B5EF4-FFF2-40B4-BE49-F238E27FC236}">
                <a16:creationId xmlns:a16="http://schemas.microsoft.com/office/drawing/2014/main" id="{7DAED669-F747-4121-8006-C8D3272B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664940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11" name="dp41-comparison / n60">
            <a:extLst xmlns:a="http://schemas.openxmlformats.org/drawingml/2006/main">
              <a:ext uri="{FF2B5EF4-FFF2-40B4-BE49-F238E27FC236}">
                <a16:creationId xmlns:a16="http://schemas.microsoft.com/office/drawing/2014/main" id="{959D0DEA-3558-4486-BE94-3283585E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00300"/>
            <a:ext cx="253422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p41-comparison / n61 / text 1">
            <a:extLst xmlns:a="http://schemas.openxmlformats.org/drawingml/2006/main">
              <a:ext uri="{FF2B5EF4-FFF2-40B4-BE49-F238E27FC236}">
                <a16:creationId xmlns:a16="http://schemas.microsoft.com/office/drawing/2014/main" id="{F221D233-0C89-4597-939F-3400898E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9825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확정 User Turn / 새 Request</a:t>
            </a:r>
          </a:p>
        </p:txBody>
      </p:sp>
      <p:sp>
        <p:nvSpPr>
          <p:cNvPr id="113" name="dp41-comparison / n62">
            <a:extLst xmlns:a="http://schemas.openxmlformats.org/drawingml/2006/main">
              <a:ext uri="{FF2B5EF4-FFF2-40B4-BE49-F238E27FC236}">
                <a16:creationId xmlns:a16="http://schemas.microsoft.com/office/drawing/2014/main" id="{6C5A88EF-249D-486B-9F0E-6FE20E4B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76575"/>
            <a:ext cx="20383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p41-comparison / n63 / text 1">
            <a:extLst xmlns:a="http://schemas.openxmlformats.org/drawingml/2006/main">
              <a:ext uri="{FF2B5EF4-FFF2-40B4-BE49-F238E27FC236}">
                <a16:creationId xmlns:a16="http://schemas.microsoft.com/office/drawing/2014/main" id="{4EE0EFED-7567-480C-9697-0F06B677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 / 역할별 KV</a:t>
            </a:r>
          </a:p>
        </p:txBody>
      </p:sp>
      <p:sp>
        <p:nvSpPr>
          <p:cNvPr id="115" name="dp41-comparison / n65">
            <a:extLst xmlns:a="http://schemas.openxmlformats.org/drawingml/2006/main">
              <a:ext uri="{FF2B5EF4-FFF2-40B4-BE49-F238E27FC236}">
                <a16:creationId xmlns:a16="http://schemas.microsoft.com/office/drawing/2014/main" id="{C6AF22C8-6F2A-4D15-8CCB-3AD0A017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384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p41-comparison / n66 / text 1">
            <a:extLst xmlns:a="http://schemas.openxmlformats.org/drawingml/2006/main">
              <a:ext uri="{FF2B5EF4-FFF2-40B4-BE49-F238E27FC236}">
                <a16:creationId xmlns:a16="http://schemas.microsoft.com/office/drawing/2014/main" id="{54EF8858-6EFE-45BC-9844-CC45C13C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47925"/>
            <a:ext cx="1238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원문</a:t>
            </a:r>
          </a:p>
        </p:txBody>
      </p:sp>
      <p:sp>
        <p:nvSpPr>
          <p:cNvPr id="117" name="dp41-comparison / n78">
            <a:extLst xmlns:a="http://schemas.openxmlformats.org/drawingml/2006/main">
              <a:ext uri="{FF2B5EF4-FFF2-40B4-BE49-F238E27FC236}">
                <a16:creationId xmlns:a16="http://schemas.microsoft.com/office/drawing/2014/main" id="{EF5B7184-90F6-4AA5-B77D-406BED28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76575"/>
            <a:ext cx="2730246" cy="224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p41-comparison / n79 / text 1">
            <a:extLst xmlns:a="http://schemas.openxmlformats.org/drawingml/2006/main">
              <a:ext uri="{FF2B5EF4-FFF2-40B4-BE49-F238E27FC236}">
                <a16:creationId xmlns:a16="http://schemas.microsoft.com/office/drawing/2014/main" id="{1AFAB65B-DD86-4FF1-BDC9-3C4B136F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86100"/>
            <a:ext cx="4762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1 모델의 읽기 선택과 의미 제안</a:t>
            </a:r>
          </a:p>
        </p:txBody>
      </p:sp>
      <p:sp>
        <p:nvSpPr>
          <p:cNvPr id="119" name="dp41-comparison / n82">
            <a:extLst xmlns:a="http://schemas.openxmlformats.org/drawingml/2006/main">
              <a:ext uri="{FF2B5EF4-FFF2-40B4-BE49-F238E27FC236}">
                <a16:creationId xmlns:a16="http://schemas.microsoft.com/office/drawing/2014/main" id="{90AF51D4-3A0F-45CE-99A7-653D50C3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448175"/>
            <a:ext cx="321430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p41-comparison / n83 / text 1">
            <a:extLst xmlns:a="http://schemas.openxmlformats.org/drawingml/2006/main">
              <a:ext uri="{FF2B5EF4-FFF2-40B4-BE49-F238E27FC236}">
                <a16:creationId xmlns:a16="http://schemas.microsoft.com/office/drawing/2014/main" id="{1B48780E-56F3-4FEB-B470-130B92E7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57700"/>
            <a:ext cx="50958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2 허용 읽기 → 정보 반환 → 모델 재판단</a:t>
            </a:r>
          </a:p>
        </p:txBody>
      </p:sp>
      <p:sp>
        <p:nvSpPr>
          <p:cNvPr id="121" name="dp41-comparison / n85">
            <a:extLst xmlns:a="http://schemas.openxmlformats.org/drawingml/2006/main">
              <a:ext uri="{FF2B5EF4-FFF2-40B4-BE49-F238E27FC236}">
                <a16:creationId xmlns:a16="http://schemas.microsoft.com/office/drawing/2014/main" id="{E80AB109-A55B-458A-874F-694E5C6F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72025"/>
            <a:ext cx="184118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p41-comparison / n86 / text 1">
            <a:extLst xmlns:a="http://schemas.openxmlformats.org/drawingml/2006/main">
              <a:ext uri="{FF2B5EF4-FFF2-40B4-BE49-F238E27FC236}">
                <a16:creationId xmlns:a16="http://schemas.microsoft.com/office/drawing/2014/main" id="{360AD033-10F0-4F26-8C7A-373E3A29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781550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의미 제안 / 부분 수정</a:t>
            </a:r>
          </a:p>
        </p:txBody>
      </p:sp>
      <p:sp>
        <p:nvSpPr>
          <p:cNvPr id="123" name="dp41-comparison / n89">
            <a:extLst xmlns:a="http://schemas.openxmlformats.org/drawingml/2006/main">
              <a:ext uri="{FF2B5EF4-FFF2-40B4-BE49-F238E27FC236}">
                <a16:creationId xmlns:a16="http://schemas.microsoft.com/office/drawing/2014/main" id="{2CD1FB85-6992-41A1-8578-F666E43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648325"/>
            <a:ext cx="186537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p41-comparison / n90 / text 1">
            <a:extLst xmlns:a="http://schemas.openxmlformats.org/drawingml/2006/main">
              <a:ext uri="{FF2B5EF4-FFF2-40B4-BE49-F238E27FC236}">
                <a16:creationId xmlns:a16="http://schemas.microsoft.com/office/drawing/2014/main" id="{2CD2C123-09B8-4BDE-A96B-C9A7B1E3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657850"/>
            <a:ext cx="23336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읽기 영수증과 원본 버전</a:t>
            </a:r>
          </a:p>
        </p:txBody>
      </p:sp>
      <p:sp>
        <p:nvSpPr>
          <p:cNvPr id="125" name="dp41-comparison / n93">
            <a:extLst xmlns:a="http://schemas.openxmlformats.org/drawingml/2006/main">
              <a:ext uri="{FF2B5EF4-FFF2-40B4-BE49-F238E27FC236}">
                <a16:creationId xmlns:a16="http://schemas.microsoft.com/office/drawing/2014/main" id="{CF76D924-82E0-4C83-B215-24007B46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31978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p41-comparison / n94 / text 1">
            <a:extLst xmlns:a="http://schemas.openxmlformats.org/drawingml/2006/main">
              <a:ext uri="{FF2B5EF4-FFF2-40B4-BE49-F238E27FC236}">
                <a16:creationId xmlns:a16="http://schemas.microsoft.com/office/drawing/2014/main" id="{5E333FB8-A0FA-484F-BC53-733FED80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14725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모델 호출과 반환</a:t>
            </a:r>
          </a:p>
        </p:txBody>
      </p:sp>
      <p:sp>
        <p:nvSpPr>
          <p:cNvPr id="127" name="dp41-comparison / n99">
            <a:extLst xmlns:a="http://schemas.openxmlformats.org/drawingml/2006/main">
              <a:ext uri="{FF2B5EF4-FFF2-40B4-BE49-F238E27FC236}">
                <a16:creationId xmlns:a16="http://schemas.microsoft.com/office/drawing/2014/main" id="{543ABDB3-6FC7-401E-A12D-081D0151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95825"/>
            <a:ext cx="1712976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p41-comparison / n100 / text 1">
            <a:extLst xmlns:a="http://schemas.openxmlformats.org/drawingml/2006/main">
              <a:ext uri="{FF2B5EF4-FFF2-40B4-BE49-F238E27FC236}">
                <a16:creationId xmlns:a16="http://schemas.microsoft.com/office/drawing/2014/main" id="{23E73C35-947F-4A0F-ADCD-1F084B48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05350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화면과 과거 정보</a:t>
            </a:r>
          </a:p>
        </p:txBody>
      </p:sp>
      <p:sp>
        <p:nvSpPr>
          <p:cNvPr id="129" name="dp41-comparison / n100 / text 2">
            <a:extLst xmlns:a="http://schemas.openxmlformats.org/drawingml/2006/main">
              <a:ext uri="{FF2B5EF4-FFF2-40B4-BE49-F238E27FC236}">
                <a16:creationId xmlns:a16="http://schemas.microsoft.com/office/drawing/2014/main" id="{A74D8DB8-4DBA-416B-BE36-09F2C65E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88230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동일 권한과 조회 범위</a:t>
            </a:r>
          </a:p>
        </p:txBody>
      </p:sp>
      <p:sp>
        <p:nvSpPr>
          <p:cNvPr id="130" name="dp41-comparison / n101">
            <a:extLst xmlns:a="http://schemas.openxmlformats.org/drawingml/2006/main">
              <a:ext uri="{FF2B5EF4-FFF2-40B4-BE49-F238E27FC236}">
                <a16:creationId xmlns:a16="http://schemas.microsoft.com/office/drawing/2014/main" id="{5B2BEE75-912B-4247-8F87-CEBDE335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676900"/>
            <a:ext cx="136855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p41-comparison / n102 / text 1">
            <a:extLst xmlns:a="http://schemas.openxmlformats.org/drawingml/2006/main">
              <a:ext uri="{FF2B5EF4-FFF2-40B4-BE49-F238E27FC236}">
                <a16:creationId xmlns:a16="http://schemas.microsoft.com/office/drawing/2014/main" id="{C297DFE4-7892-4807-BB31-A77EC003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686425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후보와 버전</a:t>
            </a:r>
          </a:p>
        </p:txBody>
      </p:sp>
      <p:sp>
        <p:nvSpPr>
          <p:cNvPr id="132" name="dp41-comparison / n106">
            <a:extLst xmlns:a="http://schemas.openxmlformats.org/drawingml/2006/main">
              <a:ext uri="{FF2B5EF4-FFF2-40B4-BE49-F238E27FC236}">
                <a16:creationId xmlns:a16="http://schemas.microsoft.com/office/drawing/2014/main" id="{8318D0CC-F9D2-4AF3-8069-FE8EFC55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76675"/>
            <a:ext cx="173736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p41-comparison / n107 / text 1">
            <a:extLst xmlns:a="http://schemas.openxmlformats.org/drawingml/2006/main">
              <a:ext uri="{FF2B5EF4-FFF2-40B4-BE49-F238E27FC236}">
                <a16:creationId xmlns:a16="http://schemas.microsoft.com/office/drawing/2014/main" id="{83CA3677-8CFF-42CE-8A7F-1FEA4718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19526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허용 읽기 / 버전 반환</a:t>
            </a:r>
          </a:p>
        </p:txBody>
      </p:sp>
      <p:sp>
        <p:nvSpPr>
          <p:cNvPr id="134" name="dp41-comparison / n117">
            <a:extLst xmlns:a="http://schemas.openxmlformats.org/drawingml/2006/main">
              <a:ext uri="{FF2B5EF4-FFF2-40B4-BE49-F238E27FC236}">
                <a16:creationId xmlns:a16="http://schemas.microsoft.com/office/drawing/2014/main" id="{B71548E9-FEE7-436E-A1D5-05B224C4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200775"/>
            <a:ext cx="358444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p41-comparison / n118 / text 1">
            <a:extLst xmlns:a="http://schemas.openxmlformats.org/drawingml/2006/main">
              <a:ext uri="{FF2B5EF4-FFF2-40B4-BE49-F238E27FC236}">
                <a16:creationId xmlns:a16="http://schemas.microsoft.com/office/drawing/2014/main" id="{76B61D41-4528-4E2D-B056-7E06676F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210300"/>
            <a:ext cx="5029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검사: 입력 / 정보 / Task / 질문 / 권한</a:t>
            </a:r>
          </a:p>
        </p:txBody>
      </p:sp>
      <p:sp>
        <p:nvSpPr>
          <p:cNvPr id="136" name="dp41-comparison / n119">
            <a:extLst xmlns:a="http://schemas.openxmlformats.org/drawingml/2006/main">
              <a:ext uri="{FF2B5EF4-FFF2-40B4-BE49-F238E27FC236}">
                <a16:creationId xmlns:a16="http://schemas.microsoft.com/office/drawing/2014/main" id="{F8D4A2BF-0E65-4BBF-9F28-C91B576C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981825"/>
            <a:ext cx="322173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p41-comparison / n120 / text 1">
            <a:extLst xmlns:a="http://schemas.openxmlformats.org/drawingml/2006/main">
              <a:ext uri="{FF2B5EF4-FFF2-40B4-BE49-F238E27FC236}">
                <a16:creationId xmlns:a16="http://schemas.microsoft.com/office/drawing/2014/main" id="{8BCDC677-310B-4A28-8870-460245E0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991350"/>
            <a:ext cx="44005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의미와 질문 / 임시 해석 상태와 별도</a:t>
            </a:r>
          </a:p>
        </p:txBody>
      </p:sp>
      <p:sp>
        <p:nvSpPr>
          <p:cNvPr id="138" name="dp41-comparison / n121">
            <a:extLst xmlns:a="http://schemas.openxmlformats.org/drawingml/2006/main">
              <a:ext uri="{FF2B5EF4-FFF2-40B4-BE49-F238E27FC236}">
                <a16:creationId xmlns:a16="http://schemas.microsoft.com/office/drawing/2014/main" id="{74B77D1F-9AC3-4965-9583-776321C1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00900"/>
            <a:ext cx="732396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p41-comparison / n122 / text 1">
            <a:extLst xmlns:a="http://schemas.openxmlformats.org/drawingml/2006/main">
              <a:ext uri="{FF2B5EF4-FFF2-40B4-BE49-F238E27FC236}">
                <a16:creationId xmlns:a16="http://schemas.microsoft.com/office/drawing/2014/main" id="{A02D94CE-2DFC-4FD1-9170-C3C7FE25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1042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후: Response Manager → Interaction Manager / Task Manager → Agent Gateway</a:t>
            </a:r>
          </a:p>
        </p:txBody>
      </p:sp>
      <p:sp>
        <p:nvSpPr>
          <p:cNvPr id="140" name="dp41-comparison / n123">
            <a:extLst xmlns:a="http://schemas.openxmlformats.org/drawingml/2006/main">
              <a:ext uri="{FF2B5EF4-FFF2-40B4-BE49-F238E27FC236}">
                <a16:creationId xmlns:a16="http://schemas.microsoft.com/office/drawing/2014/main" id="{363EC36A-089B-4012-B326-FEFF05D5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391400"/>
            <a:ext cx="60563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p41-comparison / n124 / text 1">
            <a:extLst xmlns:a="http://schemas.openxmlformats.org/drawingml/2006/main">
              <a:ext uri="{FF2B5EF4-FFF2-40B4-BE49-F238E27FC236}">
                <a16:creationId xmlns:a16="http://schemas.microsoft.com/office/drawing/2014/main" id="{912DCE30-2268-4D81-B4C1-6265B018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400925"/>
            <a:ext cx="7696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 질문의 실제 전달과 새 답변 / Downstream Agent 접수와 결과의 별도 확인</a:t>
            </a:r>
          </a:p>
        </p:txBody>
      </p:sp>
      <p:sp>
        <p:nvSpPr>
          <p:cNvPr id="142" name="dp41-comparison / n125">
            <a:extLst xmlns:a="http://schemas.openxmlformats.org/drawingml/2006/main">
              <a:ext uri="{FF2B5EF4-FFF2-40B4-BE49-F238E27FC236}">
                <a16:creationId xmlns:a16="http://schemas.microsoft.com/office/drawing/2014/main" id="{0DA8D3B8-B3C4-4922-87F3-EF2DDA1F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765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3" name="dp41-comparison / n126 / text 1">
            <a:extLst xmlns:a="http://schemas.openxmlformats.org/drawingml/2006/main">
              <a:ext uri="{FF2B5EF4-FFF2-40B4-BE49-F238E27FC236}">
                <a16:creationId xmlns:a16="http://schemas.microsoft.com/office/drawing/2014/main" id="{14824688-1450-4262-A759-94274AEC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605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144" name="dp41-comparison / n127">
            <a:extLst xmlns:a="http://schemas.openxmlformats.org/drawingml/2006/main">
              <a:ext uri="{FF2B5EF4-FFF2-40B4-BE49-F238E27FC236}">
                <a16:creationId xmlns:a16="http://schemas.microsoft.com/office/drawing/2014/main" id="{1FB256AA-CB80-4793-8DB7-7A267E69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267652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5" name="dp41-comparison / n128 / text 1">
            <a:extLst xmlns:a="http://schemas.openxmlformats.org/drawingml/2006/main">
              <a:ext uri="{FF2B5EF4-FFF2-40B4-BE49-F238E27FC236}">
                <a16:creationId xmlns:a16="http://schemas.microsoft.com/office/drawing/2014/main" id="{D8B11EB7-3A11-49B6-8717-A47C75E2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746058"/>
            <a:ext cx="20193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46" name="dp41-comparison / n129">
            <a:extLst xmlns:a="http://schemas.openxmlformats.org/drawingml/2006/main">
              <a:ext uri="{FF2B5EF4-FFF2-40B4-BE49-F238E27FC236}">
                <a16:creationId xmlns:a16="http://schemas.microsoft.com/office/drawing/2014/main" id="{D1A6E76B-EB52-4EAF-BAE0-47E62719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676525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7" name="dp41-comparison / n130 / text 1">
            <a:extLst xmlns:a="http://schemas.openxmlformats.org/drawingml/2006/main">
              <a:ext uri="{FF2B5EF4-FFF2-40B4-BE49-F238E27FC236}">
                <a16:creationId xmlns:a16="http://schemas.microsoft.com/office/drawing/2014/main" id="{9FE7F191-F4B8-4D91-B32F-6611708C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2746058"/>
            <a:ext cx="17907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148" name="dp41-comparison / n135 / path">
            <a:extLst xmlns:a="http://schemas.openxmlformats.org/drawingml/2006/main">
              <a:ext uri="{FF2B5EF4-FFF2-40B4-BE49-F238E27FC236}">
                <a16:creationId xmlns:a16="http://schemas.microsoft.com/office/drawing/2014/main" id="{95DFF77F-3C57-48EF-A5CC-F511289D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9" name="dp41-comparison / n135 / arrow">
            <a:extLst xmlns:a="http://schemas.openxmlformats.org/drawingml/2006/main">
              <a:ext uri="{FF2B5EF4-FFF2-40B4-BE49-F238E27FC236}">
                <a16:creationId xmlns:a16="http://schemas.microsoft.com/office/drawing/2014/main" id="{8A7D7AC5-A85C-42D1-A871-07FE0AF5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25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0" name="dp41-comparison / n138">
            <a:extLst xmlns:a="http://schemas.openxmlformats.org/drawingml/2006/main">
              <a:ext uri="{FF2B5EF4-FFF2-40B4-BE49-F238E27FC236}">
                <a16:creationId xmlns:a16="http://schemas.microsoft.com/office/drawing/2014/main" id="{982013B2-7A3D-4EE2-9B68-06A9DBB7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67200"/>
            <a:ext cx="55626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1" name="dp41-comparison / n139 / text 1">
            <a:extLst xmlns:a="http://schemas.openxmlformats.org/drawingml/2006/main">
              <a:ext uri="{FF2B5EF4-FFF2-40B4-BE49-F238E27FC236}">
                <a16:creationId xmlns:a16="http://schemas.microsoft.com/office/drawing/2014/main" id="{2D35F5EB-C2CD-4917-8A7E-6735F431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62450"/>
            <a:ext cx="53149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Request Resolution Engine</a:t>
            </a:r>
          </a:p>
        </p:txBody>
      </p:sp>
      <p:sp>
        <p:nvSpPr>
          <p:cNvPr id="152" name="dp41-comparison / n140">
            <a:extLst xmlns:a="http://schemas.openxmlformats.org/drawingml/2006/main">
              <a:ext uri="{FF2B5EF4-FFF2-40B4-BE49-F238E27FC236}">
                <a16:creationId xmlns:a16="http://schemas.microsoft.com/office/drawing/2014/main" id="{A19014F4-CC14-40BE-86EB-5F67581B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09950"/>
            <a:ext cx="5181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3" name="dp41-comparison / n141 / text 1">
            <a:extLst xmlns:a="http://schemas.openxmlformats.org/drawingml/2006/main">
              <a:ext uri="{FF2B5EF4-FFF2-40B4-BE49-F238E27FC236}">
                <a16:creationId xmlns:a16="http://schemas.microsoft.com/office/drawing/2014/main" id="{1F85B1A3-11BF-4438-826C-6E24D877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00438"/>
            <a:ext cx="5010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154" name="dp41-comparison / n142">
            <a:extLst xmlns:a="http://schemas.openxmlformats.org/drawingml/2006/main">
              <a:ext uri="{FF2B5EF4-FFF2-40B4-BE49-F238E27FC236}">
                <a16:creationId xmlns:a16="http://schemas.microsoft.com/office/drawing/2014/main" id="{786B360B-80D5-4813-8779-BA24A7C8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38675"/>
            <a:ext cx="2314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5" name="dp41-comparison / n143 / text 1">
            <a:extLst xmlns:a="http://schemas.openxmlformats.org/drawingml/2006/main">
              <a:ext uri="{FF2B5EF4-FFF2-40B4-BE49-F238E27FC236}">
                <a16:creationId xmlns:a16="http://schemas.microsoft.com/office/drawing/2014/main" id="{3B81F90F-29F3-4594-B1AD-64C09475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30591"/>
            <a:ext cx="214312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미해결 항목 처리기</a:t>
            </a:r>
          </a:p>
        </p:txBody>
      </p:sp>
      <p:sp>
        <p:nvSpPr>
          <p:cNvPr id="156" name="dp41-comparison / n144">
            <a:extLst xmlns:a="http://schemas.openxmlformats.org/drawingml/2006/main">
              <a:ext uri="{FF2B5EF4-FFF2-40B4-BE49-F238E27FC236}">
                <a16:creationId xmlns:a16="http://schemas.microsoft.com/office/drawing/2014/main" id="{9028010A-9693-4ADB-9448-C4478CE9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638675"/>
            <a:ext cx="2371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7" name="dp41-comparison / n145 / text 1">
            <a:extLst xmlns:a="http://schemas.openxmlformats.org/drawingml/2006/main">
              <a:ext uri="{FF2B5EF4-FFF2-40B4-BE49-F238E27FC236}">
                <a16:creationId xmlns:a16="http://schemas.microsoft.com/office/drawing/2014/main" id="{34FAAAA6-DC4B-4859-B99F-18AA1034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4730591"/>
            <a:ext cx="220027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관계 결합기</a:t>
            </a:r>
          </a:p>
        </p:txBody>
      </p:sp>
      <p:sp>
        <p:nvSpPr>
          <p:cNvPr id="158" name="dp41-comparison / n146">
            <a:extLst xmlns:a="http://schemas.openxmlformats.org/drawingml/2006/main">
              <a:ext uri="{FF2B5EF4-FFF2-40B4-BE49-F238E27FC236}">
                <a16:creationId xmlns:a16="http://schemas.microsoft.com/office/drawing/2014/main" id="{9DF114A0-052E-4BB3-B51F-5A6129DB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334000"/>
            <a:ext cx="312420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9" name="dp41-comparison / n147 / text 1">
            <a:extLst xmlns:a="http://schemas.openxmlformats.org/drawingml/2006/main">
              <a:ext uri="{FF2B5EF4-FFF2-40B4-BE49-F238E27FC236}">
                <a16:creationId xmlns:a16="http://schemas.microsoft.com/office/drawing/2014/main" id="{393230CF-A4E3-48B9-A067-AFC40F21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9592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요청 해석 상태</a:t>
            </a:r>
          </a:p>
        </p:txBody>
      </p:sp>
      <p:sp>
        <p:nvSpPr>
          <p:cNvPr id="160" name="dp41-comparison / n148 / path">
            <a:extLst xmlns:a="http://schemas.openxmlformats.org/drawingml/2006/main">
              <a:ext uri="{FF2B5EF4-FFF2-40B4-BE49-F238E27FC236}">
                <a16:creationId xmlns:a16="http://schemas.microsoft.com/office/drawing/2014/main" id="{77EC7674-0488-416F-B0BD-5DE4617C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3038475"/>
            <a:ext cx="1285875" cy="371475"/>
          </a:xfrm>
          <a:custGeom xmlns:a="http://schemas.openxmlformats.org/drawingml/2006/main">
            <a:pathLst>
              <a:path w="1285875" h="371475">
                <a:moveTo>
                  <a:pt x="1285875" y="0"/>
                </a:moveTo>
                <a:lnTo>
                  <a:pt x="1285875" y="247650"/>
                </a:lnTo>
                <a:lnTo>
                  <a:pt x="0" y="247650"/>
                </a:ln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1" name="dp41-comparison / n148 / arrow">
            <a:extLst xmlns:a="http://schemas.openxmlformats.org/drawingml/2006/main">
              <a:ext uri="{FF2B5EF4-FFF2-40B4-BE49-F238E27FC236}">
                <a16:creationId xmlns:a16="http://schemas.microsoft.com/office/drawing/2014/main" id="{85930B27-30FD-4C10-802B-A9191F5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715" y="32880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2" name="dp41-comparison / n151 / path">
            <a:extLst xmlns:a="http://schemas.openxmlformats.org/drawingml/2006/main">
              <a:ext uri="{FF2B5EF4-FFF2-40B4-BE49-F238E27FC236}">
                <a16:creationId xmlns:a16="http://schemas.microsoft.com/office/drawing/2014/main" id="{DC9622E5-213C-44CB-94B3-187BDDFC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38575"/>
            <a:ext cx="1438275" cy="800100"/>
          </a:xfrm>
          <a:custGeom xmlns:a="http://schemas.openxmlformats.org/drawingml/2006/main">
            <a:pathLst>
              <a:path w="1438275" h="800100">
                <a:moveTo>
                  <a:pt x="1438275" y="0"/>
                </a:moveTo>
                <a:lnTo>
                  <a:pt x="1438275" y="323850"/>
                </a:lnTo>
                <a:lnTo>
                  <a:pt x="0" y="323850"/>
                </a:lnTo>
                <a:lnTo>
                  <a:pt x="4763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3" name="dp41-comparison / n151 / arrow">
            <a:extLst xmlns:a="http://schemas.openxmlformats.org/drawingml/2006/main">
              <a:ext uri="{FF2B5EF4-FFF2-40B4-BE49-F238E27FC236}">
                <a16:creationId xmlns:a16="http://schemas.microsoft.com/office/drawing/2014/main" id="{82A0FAFA-2A7C-46C9-861C-2852D324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3986" y="4516152"/>
            <a:ext cx="121914" cy="122523"/>
          </a:xfrm>
          <a:custGeom xmlns:a="http://schemas.openxmlformats.org/drawingml/2006/main">
            <a:pathLst>
              <a:path w="121914" h="122523">
                <a:moveTo>
                  <a:pt x="0" y="1219"/>
                </a:moveTo>
                <a:lnTo>
                  <a:pt x="62176" y="122523"/>
                </a:lnTo>
                <a:lnTo>
                  <a:pt x="121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4" name="dp41-comparison / n154 / path">
            <a:extLst xmlns:a="http://schemas.openxmlformats.org/drawingml/2006/main">
              <a:ext uri="{FF2B5EF4-FFF2-40B4-BE49-F238E27FC236}">
                <a16:creationId xmlns:a16="http://schemas.microsoft.com/office/drawing/2014/main" id="{911A344A-D9AA-4788-8B73-C8819D9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848225"/>
            <a:ext cx="495300" cy="953"/>
          </a:xfrm>
          <a:custGeom xmlns:a="http://schemas.openxmlformats.org/drawingml/2006/main">
            <a:pathLst>
              <a:path w="495300" h="953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5" name="dp41-comparison / n154 / arrow">
            <a:extLst xmlns:a="http://schemas.openxmlformats.org/drawingml/2006/main">
              <a:ext uri="{FF2B5EF4-FFF2-40B4-BE49-F238E27FC236}">
                <a16:creationId xmlns:a16="http://schemas.microsoft.com/office/drawing/2014/main" id="{87966438-0D88-48FD-BB3E-FD174702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6830" y="47872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6" name="dp41-comparison / n157 / path">
            <a:extLst xmlns:a="http://schemas.openxmlformats.org/drawingml/2006/main">
              <a:ext uri="{FF2B5EF4-FFF2-40B4-BE49-F238E27FC236}">
                <a16:creationId xmlns:a16="http://schemas.microsoft.com/office/drawing/2014/main" id="{9AFF088D-A3E7-46FD-8A6A-AA0BBC12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057775"/>
            <a:ext cx="476250" cy="276225"/>
          </a:xfrm>
          <a:custGeom xmlns:a="http://schemas.openxmlformats.org/drawingml/2006/main">
            <a:pathLst>
              <a:path w="476250" h="276225">
                <a:moveTo>
                  <a:pt x="4763" y="0"/>
                </a:moveTo>
                <a:lnTo>
                  <a:pt x="0" y="171450"/>
                </a:lnTo>
                <a:lnTo>
                  <a:pt x="476250" y="171450"/>
                </a:lnTo>
                <a:lnTo>
                  <a:pt x="47625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7" name="dp41-comparison / n157 / arrow">
            <a:extLst xmlns:a="http://schemas.openxmlformats.org/drawingml/2006/main">
              <a:ext uri="{FF2B5EF4-FFF2-40B4-BE49-F238E27FC236}">
                <a16:creationId xmlns:a16="http://schemas.microsoft.com/office/drawing/2014/main" id="{F31E4980-5207-4295-9FB7-B165491D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690" y="52120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8" name="dp41-comparison / n158 / path">
            <a:extLst xmlns:a="http://schemas.openxmlformats.org/drawingml/2006/main">
              <a:ext uri="{FF2B5EF4-FFF2-40B4-BE49-F238E27FC236}">
                <a16:creationId xmlns:a16="http://schemas.microsoft.com/office/drawing/2014/main" id="{246163D7-688D-4E53-9523-2B279EE4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5057775"/>
            <a:ext cx="442913" cy="276225"/>
          </a:xfrm>
          <a:custGeom xmlns:a="http://schemas.openxmlformats.org/drawingml/2006/main">
            <a:pathLst>
              <a:path w="442913" h="276225">
                <a:moveTo>
                  <a:pt x="442913" y="0"/>
                </a:moveTo>
                <a:lnTo>
                  <a:pt x="438150" y="171450"/>
                </a:lnTo>
                <a:lnTo>
                  <a:pt x="0" y="171450"/>
                </a:ln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9" name="dp41-comparison / n158 / arrow">
            <a:extLst xmlns:a="http://schemas.openxmlformats.org/drawingml/2006/main">
              <a:ext uri="{FF2B5EF4-FFF2-40B4-BE49-F238E27FC236}">
                <a16:creationId xmlns:a16="http://schemas.microsoft.com/office/drawing/2014/main" id="{B91D975D-4CCD-436B-8F19-F245F5AD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0740" y="52120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70" name="dp41-comparison / n159 / path">
            <a:extLst xmlns:a="http://schemas.openxmlformats.org/drawingml/2006/main">
              <a:ext uri="{FF2B5EF4-FFF2-40B4-BE49-F238E27FC236}">
                <a16:creationId xmlns:a16="http://schemas.microsoft.com/office/drawing/2014/main" id="{2D9BD053-A8C9-494C-99C2-F5175FC4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24263"/>
            <a:ext cx="104775" cy="1223963"/>
          </a:xfrm>
          <a:custGeom xmlns:a="http://schemas.openxmlformats.org/drawingml/2006/main">
            <a:pathLst>
              <a:path w="104775" h="1223963">
                <a:moveTo>
                  <a:pt x="104775" y="1223963"/>
                </a:moveTo>
                <a:lnTo>
                  <a:pt x="0" y="1223963"/>
                </a:lnTo>
                <a:lnTo>
                  <a:pt x="0" y="4763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71" name="dp41-comparison / n159 / arrow">
            <a:extLst xmlns:a="http://schemas.openxmlformats.org/drawingml/2006/main">
              <a:ext uri="{FF2B5EF4-FFF2-40B4-BE49-F238E27FC236}">
                <a16:creationId xmlns:a16="http://schemas.microsoft.com/office/drawing/2014/main" id="{E5F78383-CDD8-4E54-A699-3E14C372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313" y="3568901"/>
            <a:ext cx="124562" cy="121794"/>
          </a:xfrm>
          <a:custGeom xmlns:a="http://schemas.openxmlformats.org/drawingml/2006/main">
            <a:pathLst>
              <a:path w="124562" h="121794">
                <a:moveTo>
                  <a:pt x="5536" y="121794"/>
                </a:moveTo>
                <a:lnTo>
                  <a:pt x="124562" y="5536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72" name="dp41-comparison / n162 / path">
            <a:extLst xmlns:a="http://schemas.openxmlformats.org/drawingml/2006/main">
              <a:ext uri="{FF2B5EF4-FFF2-40B4-BE49-F238E27FC236}">
                <a16:creationId xmlns:a16="http://schemas.microsoft.com/office/drawing/2014/main" id="{C34B5A9D-1E39-4ED0-AF5F-8AB28CAF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2857500"/>
            <a:ext cx="476250" cy="771525"/>
          </a:xfrm>
          <a:custGeom xmlns:a="http://schemas.openxmlformats.org/drawingml/2006/main">
            <a:pathLst>
              <a:path w="476250" h="771525">
                <a:moveTo>
                  <a:pt x="0" y="766763"/>
                </a:moveTo>
                <a:lnTo>
                  <a:pt x="323850" y="771525"/>
                </a:lnTo>
                <a:lnTo>
                  <a:pt x="323850" y="0"/>
                </a:ln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3" name="dp41-comparison / n162 / arrow">
            <a:extLst xmlns:a="http://schemas.openxmlformats.org/drawingml/2006/main">
              <a:ext uri="{FF2B5EF4-FFF2-40B4-BE49-F238E27FC236}">
                <a16:creationId xmlns:a16="http://schemas.microsoft.com/office/drawing/2014/main" id="{E81C4EF9-563E-4E6F-BB0B-2C9F6068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80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74" name="dp41-comparison / n163">
            <a:extLst xmlns:a="http://schemas.openxmlformats.org/drawingml/2006/main">
              <a:ext uri="{FF2B5EF4-FFF2-40B4-BE49-F238E27FC236}">
                <a16:creationId xmlns:a16="http://schemas.microsoft.com/office/drawing/2014/main" id="{E33133EB-CFDB-4F1A-8AE1-1BC91BCA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675" y="4267200"/>
            <a:ext cx="1981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5" name="dp41-comparison / n164 / text 1">
            <a:extLst xmlns:a="http://schemas.openxmlformats.org/drawingml/2006/main">
              <a:ext uri="{FF2B5EF4-FFF2-40B4-BE49-F238E27FC236}">
                <a16:creationId xmlns:a16="http://schemas.microsoft.com/office/drawing/2014/main" id="{95268DE7-1029-496B-A9E8-AF5D03F5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3510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176" name="dp41-comparison / n165">
            <a:extLst xmlns:a="http://schemas.openxmlformats.org/drawingml/2006/main">
              <a:ext uri="{FF2B5EF4-FFF2-40B4-BE49-F238E27FC236}">
                <a16:creationId xmlns:a16="http://schemas.microsoft.com/office/drawing/2014/main" id="{D550CCF0-479F-473B-8749-AA0C641B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675" y="5210175"/>
            <a:ext cx="1981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7" name="dp41-comparison / n166 / text 1">
            <a:extLst xmlns:a="http://schemas.openxmlformats.org/drawingml/2006/main">
              <a:ext uri="{FF2B5EF4-FFF2-40B4-BE49-F238E27FC236}">
                <a16:creationId xmlns:a16="http://schemas.microsoft.com/office/drawing/2014/main" id="{6D7C0276-D8BE-4B79-BBE1-3E910460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5293995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178" name="dp41-comparison / n171 / path">
            <a:extLst xmlns:a="http://schemas.openxmlformats.org/drawingml/2006/main">
              <a:ext uri="{FF2B5EF4-FFF2-40B4-BE49-F238E27FC236}">
                <a16:creationId xmlns:a16="http://schemas.microsoft.com/office/drawing/2014/main" id="{02480B5B-3831-4361-95D4-C46E6236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8275" y="4657725"/>
            <a:ext cx="953" cy="552450"/>
          </a:xfrm>
          <a:custGeom xmlns:a="http://schemas.openxmlformats.org/drawingml/2006/main">
            <a:pathLst>
              <a:path w="953" h="552450">
                <a:moveTo>
                  <a:pt x="0" y="552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9" name="dp41-comparison / n171 / arrow">
            <a:extLst xmlns:a="http://schemas.openxmlformats.org/drawingml/2006/main">
              <a:ext uri="{FF2B5EF4-FFF2-40B4-BE49-F238E27FC236}">
                <a16:creationId xmlns:a16="http://schemas.microsoft.com/office/drawing/2014/main" id="{3C9F6A1E-76B6-4574-A937-D83FF236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7315" y="46577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80" name="dp41-comparison / n172 / path">
            <a:extLst xmlns:a="http://schemas.openxmlformats.org/drawingml/2006/main">
              <a:ext uri="{FF2B5EF4-FFF2-40B4-BE49-F238E27FC236}">
                <a16:creationId xmlns:a16="http://schemas.microsoft.com/office/drawing/2014/main" id="{D4B4BB5D-3600-44D9-A49C-1CC6C7D7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405313"/>
            <a:ext cx="4486275" cy="728663"/>
          </a:xfrm>
          <a:custGeom xmlns:a="http://schemas.openxmlformats.org/drawingml/2006/main">
            <a:pathLst>
              <a:path w="4486275" h="728663">
                <a:moveTo>
                  <a:pt x="4763" y="652463"/>
                </a:moveTo>
                <a:lnTo>
                  <a:pt x="0" y="728663"/>
                </a:lnTo>
                <a:lnTo>
                  <a:pt x="4324350" y="728663"/>
                </a:lnTo>
                <a:lnTo>
                  <a:pt x="4324350" y="4763"/>
                </a:lnTo>
                <a:lnTo>
                  <a:pt x="4486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1" name="dp41-comparison / n172 / arrow">
            <a:extLst xmlns:a="http://schemas.openxmlformats.org/drawingml/2006/main">
              <a:ext uri="{FF2B5EF4-FFF2-40B4-BE49-F238E27FC236}">
                <a16:creationId xmlns:a16="http://schemas.microsoft.com/office/drawing/2014/main" id="{72827EEA-BF03-4285-A4C2-2C6934A2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016" y="4347963"/>
            <a:ext cx="123659" cy="121867"/>
          </a:xfrm>
          <a:custGeom xmlns:a="http://schemas.openxmlformats.org/drawingml/2006/main">
            <a:pathLst>
              <a:path w="123659" h="121867">
                <a:moveTo>
                  <a:pt x="3584" y="121867"/>
                </a:moveTo>
                <a:lnTo>
                  <a:pt x="123659" y="5734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2" name="dp41-comparison / n173 / path">
            <a:extLst xmlns:a="http://schemas.openxmlformats.org/drawingml/2006/main">
              <a:ext uri="{FF2B5EF4-FFF2-40B4-BE49-F238E27FC236}">
                <a16:creationId xmlns:a16="http://schemas.microsoft.com/office/drawing/2014/main" id="{7B95816B-554B-46E4-83D7-27837F9D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4552950"/>
            <a:ext cx="457200" cy="485775"/>
          </a:xfrm>
          <a:custGeom xmlns:a="http://schemas.openxmlformats.org/drawingml/2006/main">
            <a:pathLst>
              <a:path w="457200" h="485775">
                <a:moveTo>
                  <a:pt x="457200" y="4763"/>
                </a:moveTo>
                <a:lnTo>
                  <a:pt x="371475" y="0"/>
                </a:lnTo>
                <a:lnTo>
                  <a:pt x="371475" y="466725"/>
                </a:lnTo>
                <a:lnTo>
                  <a:pt x="0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83" name="dp41-comparison / n173 / arrow">
            <a:extLst xmlns:a="http://schemas.openxmlformats.org/drawingml/2006/main">
              <a:ext uri="{FF2B5EF4-FFF2-40B4-BE49-F238E27FC236}">
                <a16:creationId xmlns:a16="http://schemas.microsoft.com/office/drawing/2014/main" id="{745729AC-239D-493C-B16F-A2261416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4971601"/>
            <a:ext cx="124882" cy="121760"/>
          </a:xfrm>
          <a:custGeom xmlns:a="http://schemas.openxmlformats.org/drawingml/2006/main">
            <a:pathLst>
              <a:path w="124882" h="121760">
                <a:moveTo>
                  <a:pt x="118638" y="0"/>
                </a:moveTo>
                <a:lnTo>
                  <a:pt x="0" y="67124"/>
                </a:lnTo>
                <a:lnTo>
                  <a:pt x="124882" y="12176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4" name="dp41-comparison / n176">
            <a:extLst xmlns:a="http://schemas.openxmlformats.org/drawingml/2006/main">
              <a:ext uri="{FF2B5EF4-FFF2-40B4-BE49-F238E27FC236}">
                <a16:creationId xmlns:a16="http://schemas.microsoft.com/office/drawing/2014/main" id="{FDCB61C3-3E56-4FAC-8303-839A3C9E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24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5" name="dp41-comparison / n177 / text 1">
            <a:extLst xmlns:a="http://schemas.openxmlformats.org/drawingml/2006/main">
              <a:ext uri="{FF2B5EF4-FFF2-40B4-BE49-F238E27FC236}">
                <a16:creationId xmlns:a16="http://schemas.microsoft.com/office/drawing/2014/main" id="{CAFC4D78-BE35-46BF-BDED-25BDA14D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6598920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86" name="dp41-comparison / n178">
            <a:extLst xmlns:a="http://schemas.openxmlformats.org/drawingml/2006/main">
              <a:ext uri="{FF2B5EF4-FFF2-40B4-BE49-F238E27FC236}">
                <a16:creationId xmlns:a16="http://schemas.microsoft.com/office/drawing/2014/main" id="{6B47600E-2E81-4415-81EC-EC102B11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6505575"/>
            <a:ext cx="219075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7" name="dp41-comparison / n179 / text 1">
            <a:extLst xmlns:a="http://schemas.openxmlformats.org/drawingml/2006/main">
              <a:ext uri="{FF2B5EF4-FFF2-40B4-BE49-F238E27FC236}">
                <a16:creationId xmlns:a16="http://schemas.microsoft.com/office/drawing/2014/main" id="{34C86DD1-C8B0-4A49-A023-45F64A30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6667500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State Store</a:t>
            </a:r>
          </a:p>
        </p:txBody>
      </p:sp>
      <p:sp>
        <p:nvSpPr>
          <p:cNvPr id="188" name="dp41-comparison / n180">
            <a:extLst xmlns:a="http://schemas.openxmlformats.org/drawingml/2006/main">
              <a:ext uri="{FF2B5EF4-FFF2-40B4-BE49-F238E27FC236}">
                <a16:creationId xmlns:a16="http://schemas.microsoft.com/office/drawing/2014/main" id="{E31E3101-993A-45F2-A131-8FEBC647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6524625"/>
            <a:ext cx="1981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9" name="dp41-comparison / n181 / text 1">
            <a:extLst xmlns:a="http://schemas.openxmlformats.org/drawingml/2006/main">
              <a:ext uri="{FF2B5EF4-FFF2-40B4-BE49-F238E27FC236}">
                <a16:creationId xmlns:a16="http://schemas.microsoft.com/office/drawing/2014/main" id="{CD625A9B-7195-49C8-8955-3A3CD117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65989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Policy Manager</a:t>
            </a:r>
          </a:p>
        </p:txBody>
      </p:sp>
      <p:sp>
        <p:nvSpPr>
          <p:cNvPr id="190" name="dp41-comparison / n182 / path">
            <a:extLst xmlns:a="http://schemas.openxmlformats.org/drawingml/2006/main">
              <a:ext uri="{FF2B5EF4-FFF2-40B4-BE49-F238E27FC236}">
                <a16:creationId xmlns:a16="http://schemas.microsoft.com/office/drawing/2014/main" id="{D9B41E69-F531-4585-A250-A187566C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057775"/>
            <a:ext cx="2947988" cy="1466850"/>
          </a:xfrm>
          <a:custGeom xmlns:a="http://schemas.openxmlformats.org/drawingml/2006/main">
            <a:pathLst>
              <a:path w="2947988" h="1466850">
                <a:moveTo>
                  <a:pt x="2947988" y="0"/>
                </a:moveTo>
                <a:lnTo>
                  <a:pt x="2943225" y="1076325"/>
                </a:lnTo>
                <a:lnTo>
                  <a:pt x="0" y="1076325"/>
                </a:lnTo>
                <a:lnTo>
                  <a:pt x="0" y="1466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1" name="dp41-comparison / n182 / arrow">
            <a:extLst xmlns:a="http://schemas.openxmlformats.org/drawingml/2006/main">
              <a:ext uri="{FF2B5EF4-FFF2-40B4-BE49-F238E27FC236}">
                <a16:creationId xmlns:a16="http://schemas.microsoft.com/office/drawing/2014/main" id="{5E0F8CE5-5550-490B-8CA6-7A7126D3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5665" y="6402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2" name="dp41-comparison / n183 / path">
            <a:extLst xmlns:a="http://schemas.openxmlformats.org/drawingml/2006/main">
              <a:ext uri="{FF2B5EF4-FFF2-40B4-BE49-F238E27FC236}">
                <a16:creationId xmlns:a16="http://schemas.microsoft.com/office/drawing/2014/main" id="{6ABE10E8-7890-4EB2-B21B-C7364810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48425"/>
            <a:ext cx="3381375" cy="261938"/>
          </a:xfrm>
          <a:custGeom xmlns:a="http://schemas.openxmlformats.org/drawingml/2006/main">
            <a:pathLst>
              <a:path w="3381375" h="261938">
                <a:moveTo>
                  <a:pt x="3381375" y="261938"/>
                </a:moveTo>
                <a:lnTo>
                  <a:pt x="3181350" y="257175"/>
                </a:lnTo>
                <a:lnTo>
                  <a:pt x="3181350" y="0"/>
                </a:lnTo>
                <a:lnTo>
                  <a:pt x="180975" y="0"/>
                </a:lnTo>
                <a:lnTo>
                  <a:pt x="180975" y="257175"/>
                </a:lnTo>
                <a:lnTo>
                  <a:pt x="0" y="261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93" name="dp41-comparison / n183 / arrow">
            <a:extLst xmlns:a="http://schemas.openxmlformats.org/drawingml/2006/main">
              <a:ext uri="{FF2B5EF4-FFF2-40B4-BE49-F238E27FC236}">
                <a16:creationId xmlns:a16="http://schemas.microsoft.com/office/drawing/2014/main" id="{8CD87C10-C1BC-4D99-995A-13C3546F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646216"/>
            <a:ext cx="123481" cy="121878"/>
          </a:xfrm>
          <a:custGeom xmlns:a="http://schemas.openxmlformats.org/drawingml/2006/main">
            <a:pathLst>
              <a:path w="123481" h="121878">
                <a:moveTo>
                  <a:pt x="120274" y="0"/>
                </a:moveTo>
                <a:lnTo>
                  <a:pt x="0" y="64146"/>
                </a:lnTo>
                <a:lnTo>
                  <a:pt x="123481" y="121878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94" name="dp41-comparison / n184 / path">
            <a:extLst xmlns:a="http://schemas.openxmlformats.org/drawingml/2006/main">
              <a:ext uri="{FF2B5EF4-FFF2-40B4-BE49-F238E27FC236}">
                <a16:creationId xmlns:a16="http://schemas.microsoft.com/office/drawing/2014/main" id="{04BC1007-67CA-45F0-AD72-25999AFD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71036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5" name="dp41-comparison / n184 / arrow">
            <a:extLst xmlns:a="http://schemas.openxmlformats.org/drawingml/2006/main">
              <a:ext uri="{FF2B5EF4-FFF2-40B4-BE49-F238E27FC236}">
                <a16:creationId xmlns:a16="http://schemas.microsoft.com/office/drawing/2014/main" id="{6D99D7FA-45CC-4E61-BA38-E5B8A101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4455" y="664940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6" name="dp41-comparison / n131">
            <a:extLst xmlns:a="http://schemas.openxmlformats.org/drawingml/2006/main">
              <a:ext uri="{FF2B5EF4-FFF2-40B4-BE49-F238E27FC236}">
                <a16:creationId xmlns:a16="http://schemas.microsoft.com/office/drawing/2014/main" id="{5A38EF43-6012-46A1-8992-C0AAC40D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0300"/>
            <a:ext cx="253422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p41-comparison / n132 / text 1">
            <a:extLst xmlns:a="http://schemas.openxmlformats.org/drawingml/2006/main">
              <a:ext uri="{FF2B5EF4-FFF2-40B4-BE49-F238E27FC236}">
                <a16:creationId xmlns:a16="http://schemas.microsoft.com/office/drawing/2014/main" id="{7BF6C507-022E-40AE-901C-620DD19E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09825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확정 User Turn / 새 Request</a:t>
            </a:r>
          </a:p>
        </p:txBody>
      </p:sp>
      <p:sp>
        <p:nvSpPr>
          <p:cNvPr id="198" name="dp41-comparison / n133">
            <a:extLst xmlns:a="http://schemas.openxmlformats.org/drawingml/2006/main">
              <a:ext uri="{FF2B5EF4-FFF2-40B4-BE49-F238E27FC236}">
                <a16:creationId xmlns:a16="http://schemas.microsoft.com/office/drawing/2014/main" id="{893695D0-488A-42CD-BF24-7A9EC9C2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076575"/>
            <a:ext cx="20383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p41-comparison / n134 / text 1">
            <a:extLst xmlns:a="http://schemas.openxmlformats.org/drawingml/2006/main">
              <a:ext uri="{FF2B5EF4-FFF2-40B4-BE49-F238E27FC236}">
                <a16:creationId xmlns:a16="http://schemas.microsoft.com/office/drawing/2014/main" id="{4FE23396-741F-4D5C-B101-D3D95107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086100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 / 역할별 KV</a:t>
            </a:r>
          </a:p>
        </p:txBody>
      </p:sp>
      <p:sp>
        <p:nvSpPr>
          <p:cNvPr id="200" name="dp41-comparison / n136">
            <a:extLst xmlns:a="http://schemas.openxmlformats.org/drawingml/2006/main">
              <a:ext uri="{FF2B5EF4-FFF2-40B4-BE49-F238E27FC236}">
                <a16:creationId xmlns:a16="http://schemas.microsoft.com/office/drawing/2014/main" id="{08539F25-AEF1-47D9-BEB8-838C43C3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4384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p41-comparison / n137 / text 1">
            <a:extLst xmlns:a="http://schemas.openxmlformats.org/drawingml/2006/main">
              <a:ext uri="{FF2B5EF4-FFF2-40B4-BE49-F238E27FC236}">
                <a16:creationId xmlns:a16="http://schemas.microsoft.com/office/drawing/2014/main" id="{9362820C-50CD-4403-B8E8-69207637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2447925"/>
            <a:ext cx="1238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원문</a:t>
            </a:r>
          </a:p>
        </p:txBody>
      </p:sp>
      <p:sp>
        <p:nvSpPr>
          <p:cNvPr id="202" name="dp41-comparison / n149">
            <a:extLst xmlns:a="http://schemas.openxmlformats.org/drawingml/2006/main">
              <a:ext uri="{FF2B5EF4-FFF2-40B4-BE49-F238E27FC236}">
                <a16:creationId xmlns:a16="http://schemas.microsoft.com/office/drawing/2014/main" id="{BE4110DD-781F-49E5-845F-12D41515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76575"/>
            <a:ext cx="2387346" cy="224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p41-comparison / n150 / text 1">
            <a:extLst xmlns:a="http://schemas.openxmlformats.org/drawingml/2006/main">
              <a:ext uri="{FF2B5EF4-FFF2-40B4-BE49-F238E27FC236}">
                <a16:creationId xmlns:a16="http://schemas.microsoft.com/office/drawing/2014/main" id="{FB3C800E-60E8-406E-A217-EF369B21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86100"/>
            <a:ext cx="4857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1 모델의 유한 요청 틀 생성</a:t>
            </a:r>
          </a:p>
        </p:txBody>
      </p:sp>
      <p:sp>
        <p:nvSpPr>
          <p:cNvPr id="204" name="dp41-comparison / n152">
            <a:extLst xmlns:a="http://schemas.openxmlformats.org/drawingml/2006/main">
              <a:ext uri="{FF2B5EF4-FFF2-40B4-BE49-F238E27FC236}">
                <a16:creationId xmlns:a16="http://schemas.microsoft.com/office/drawing/2014/main" id="{C3286492-A368-42CE-88DB-13D63622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933825"/>
            <a:ext cx="424738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p41-comparison / n153 / text 1">
            <a:extLst xmlns:a="http://schemas.openxmlformats.org/drawingml/2006/main">
              <a:ext uri="{FF2B5EF4-FFF2-40B4-BE49-F238E27FC236}">
                <a16:creationId xmlns:a16="http://schemas.microsoft.com/office/drawing/2014/main" id="{B5A91FB8-BA3F-4BF9-90D5-DB66A69C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43350"/>
            <a:ext cx="50387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목표 / Referent 조건 / 관계 / 금지 / 미해결 항목</a:t>
            </a:r>
          </a:p>
        </p:txBody>
      </p:sp>
      <p:sp>
        <p:nvSpPr>
          <p:cNvPr id="206" name="dp41-comparison / n155">
            <a:extLst xmlns:a="http://schemas.openxmlformats.org/drawingml/2006/main">
              <a:ext uri="{FF2B5EF4-FFF2-40B4-BE49-F238E27FC236}">
                <a16:creationId xmlns:a16="http://schemas.microsoft.com/office/drawing/2014/main" id="{6208F9AC-3636-4942-A535-5428EDEF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5162550"/>
            <a:ext cx="243535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p41-comparison / n156 / text 1">
            <a:extLst xmlns:a="http://schemas.openxmlformats.org/drawingml/2006/main">
              <a:ext uri="{FF2B5EF4-FFF2-40B4-BE49-F238E27FC236}">
                <a16:creationId xmlns:a16="http://schemas.microsoft.com/office/drawing/2014/main" id="{EFEDAED2-3D60-4719-BBB2-13A3BE19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5172075"/>
            <a:ext cx="2743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2 코드의 조회 일정과 관계 결합</a:t>
            </a:r>
          </a:p>
        </p:txBody>
      </p:sp>
      <p:sp>
        <p:nvSpPr>
          <p:cNvPr id="208" name="dp41-comparison / n160">
            <a:extLst xmlns:a="http://schemas.openxmlformats.org/drawingml/2006/main">
              <a:ext uri="{FF2B5EF4-FFF2-40B4-BE49-F238E27FC236}">
                <a16:creationId xmlns:a16="http://schemas.microsoft.com/office/drawing/2014/main" id="{97DCD777-FC9F-4E14-821B-E394C0BC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934075"/>
            <a:ext cx="3836099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p41-comparison / n161 / text 1">
            <a:extLst xmlns:a="http://schemas.openxmlformats.org/drawingml/2006/main">
              <a:ext uri="{FF2B5EF4-FFF2-40B4-BE49-F238E27FC236}">
                <a16:creationId xmlns:a16="http://schemas.microsoft.com/office/drawing/2014/main" id="{3AEAC9A4-B6F8-4070-9B2D-9FDFC8E6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43600"/>
            <a:ext cx="50006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필요한 부분의 모델 재해석 / 틀 밖 관계의 보류</a:t>
            </a:r>
          </a:p>
        </p:txBody>
      </p:sp>
      <p:sp>
        <p:nvSpPr>
          <p:cNvPr id="210" name="dp41-comparison / n167">
            <a:extLst xmlns:a="http://schemas.openxmlformats.org/drawingml/2006/main">
              <a:ext uri="{FF2B5EF4-FFF2-40B4-BE49-F238E27FC236}">
                <a16:creationId xmlns:a16="http://schemas.microsoft.com/office/drawing/2014/main" id="{8C12AB7A-CBE6-4BC5-B52B-D4670524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4695825"/>
            <a:ext cx="1712976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p41-comparison / n168 / text 1">
            <a:extLst xmlns:a="http://schemas.openxmlformats.org/drawingml/2006/main">
              <a:ext uri="{FF2B5EF4-FFF2-40B4-BE49-F238E27FC236}">
                <a16:creationId xmlns:a16="http://schemas.microsoft.com/office/drawing/2014/main" id="{08B09A83-2E53-4A7D-9C90-9D9E0965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4705350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화면과 과거 정보</a:t>
            </a:r>
          </a:p>
        </p:txBody>
      </p:sp>
      <p:sp>
        <p:nvSpPr>
          <p:cNvPr id="212" name="dp41-comparison / n168 / text 2">
            <a:extLst xmlns:a="http://schemas.openxmlformats.org/drawingml/2006/main">
              <a:ext uri="{FF2B5EF4-FFF2-40B4-BE49-F238E27FC236}">
                <a16:creationId xmlns:a16="http://schemas.microsoft.com/office/drawing/2014/main" id="{819DAB76-DE5E-40D7-9E99-CD38CA92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4888230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동일 권한과 조회 범위</a:t>
            </a:r>
          </a:p>
        </p:txBody>
      </p:sp>
      <p:sp>
        <p:nvSpPr>
          <p:cNvPr id="213" name="dp41-comparison / n169">
            <a:extLst xmlns:a="http://schemas.openxmlformats.org/drawingml/2006/main">
              <a:ext uri="{FF2B5EF4-FFF2-40B4-BE49-F238E27FC236}">
                <a16:creationId xmlns:a16="http://schemas.microsoft.com/office/drawing/2014/main" id="{7F03B0FF-B3D4-4EB4-84B1-F67E3025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5676900"/>
            <a:ext cx="136855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p41-comparison / n170 / text 1">
            <a:extLst xmlns:a="http://schemas.openxmlformats.org/drawingml/2006/main">
              <a:ext uri="{FF2B5EF4-FFF2-40B4-BE49-F238E27FC236}">
                <a16:creationId xmlns:a16="http://schemas.microsoft.com/office/drawing/2014/main" id="{99C77778-C532-48EC-BE89-FB83F329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5686425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후보와 버전</a:t>
            </a:r>
          </a:p>
        </p:txBody>
      </p:sp>
      <p:sp>
        <p:nvSpPr>
          <p:cNvPr id="215" name="dp41-comparison / n174">
            <a:extLst xmlns:a="http://schemas.openxmlformats.org/drawingml/2006/main">
              <a:ext uri="{FF2B5EF4-FFF2-40B4-BE49-F238E27FC236}">
                <a16:creationId xmlns:a16="http://schemas.microsoft.com/office/drawing/2014/main" id="{05574C8A-C524-4E67-8492-EC61D5BC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876675"/>
            <a:ext cx="173736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p41-comparison / n175 / text 1">
            <a:extLst xmlns:a="http://schemas.openxmlformats.org/drawingml/2006/main">
              <a:ext uri="{FF2B5EF4-FFF2-40B4-BE49-F238E27FC236}">
                <a16:creationId xmlns:a16="http://schemas.microsoft.com/office/drawing/2014/main" id="{BBE0F1AF-FA13-4AF3-81C9-F257981D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886200"/>
            <a:ext cx="19526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허용 읽기 / 버전 반환</a:t>
            </a:r>
          </a:p>
        </p:txBody>
      </p:sp>
      <p:sp>
        <p:nvSpPr>
          <p:cNvPr id="217" name="dp41-comparison / n185">
            <a:extLst xmlns:a="http://schemas.openxmlformats.org/drawingml/2006/main">
              <a:ext uri="{FF2B5EF4-FFF2-40B4-BE49-F238E27FC236}">
                <a16:creationId xmlns:a16="http://schemas.microsoft.com/office/drawing/2014/main" id="{7786B9E9-C980-4677-B41E-9DE99798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6200775"/>
            <a:ext cx="358444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p41-comparison / n186 / text 1">
            <a:extLst xmlns:a="http://schemas.openxmlformats.org/drawingml/2006/main">
              <a:ext uri="{FF2B5EF4-FFF2-40B4-BE49-F238E27FC236}">
                <a16:creationId xmlns:a16="http://schemas.microsoft.com/office/drawing/2014/main" id="{924BB6FA-F136-4803-A3F2-A96EA6AF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6210300"/>
            <a:ext cx="5029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검사: 입력 / 정보 / Task / 질문 / 권한</a:t>
            </a:r>
          </a:p>
        </p:txBody>
      </p:sp>
      <p:sp>
        <p:nvSpPr>
          <p:cNvPr id="219" name="dp41-comparison / n187">
            <a:extLst xmlns:a="http://schemas.openxmlformats.org/drawingml/2006/main">
              <a:ext uri="{FF2B5EF4-FFF2-40B4-BE49-F238E27FC236}">
                <a16:creationId xmlns:a16="http://schemas.microsoft.com/office/drawing/2014/main" id="{C5F57BC1-AE72-497E-B015-F13394F9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6981825"/>
            <a:ext cx="322173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p41-comparison / n188 / text 1">
            <a:extLst xmlns:a="http://schemas.openxmlformats.org/drawingml/2006/main">
              <a:ext uri="{FF2B5EF4-FFF2-40B4-BE49-F238E27FC236}">
                <a16:creationId xmlns:a16="http://schemas.microsoft.com/office/drawing/2014/main" id="{DCA492E0-2E58-4166-9204-489E5C86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6991350"/>
            <a:ext cx="44005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의미와 질문 / 임시 해석 상태와 별도</a:t>
            </a:r>
          </a:p>
        </p:txBody>
      </p:sp>
      <p:sp>
        <p:nvSpPr>
          <p:cNvPr id="221" name="dp41-comparison / n189">
            <a:extLst xmlns:a="http://schemas.openxmlformats.org/drawingml/2006/main">
              <a:ext uri="{FF2B5EF4-FFF2-40B4-BE49-F238E27FC236}">
                <a16:creationId xmlns:a16="http://schemas.microsoft.com/office/drawing/2014/main" id="{4C053F2B-F5D5-4A5A-9839-797977DB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200900"/>
            <a:ext cx="732396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p41-comparison / n190 / text 1">
            <a:extLst xmlns:a="http://schemas.openxmlformats.org/drawingml/2006/main">
              <a:ext uri="{FF2B5EF4-FFF2-40B4-BE49-F238E27FC236}">
                <a16:creationId xmlns:a16="http://schemas.microsoft.com/office/drawing/2014/main" id="{8582B14F-72BC-48C4-B256-DFDBF2ED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21042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후: Response Manager → Interaction Manager / Task Manager → Agent Gateway</a:t>
            </a:r>
          </a:p>
        </p:txBody>
      </p:sp>
      <p:sp>
        <p:nvSpPr>
          <p:cNvPr id="223" name="dp41-comparison / n191">
            <a:extLst xmlns:a="http://schemas.openxmlformats.org/drawingml/2006/main">
              <a:ext uri="{FF2B5EF4-FFF2-40B4-BE49-F238E27FC236}">
                <a16:creationId xmlns:a16="http://schemas.microsoft.com/office/drawing/2014/main" id="{2130C9AA-E145-44A3-919E-F231756C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391400"/>
            <a:ext cx="60563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p41-comparison / n192 / text 1">
            <a:extLst xmlns:a="http://schemas.openxmlformats.org/drawingml/2006/main">
              <a:ext uri="{FF2B5EF4-FFF2-40B4-BE49-F238E27FC236}">
                <a16:creationId xmlns:a16="http://schemas.microsoft.com/office/drawing/2014/main" id="{E018AC94-43DA-4194-8386-03B08639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400925"/>
            <a:ext cx="7696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 질문의 실제 전달과 새 답변 / Downstream Agent 접수와 결과의 별도 확인</a:t>
            </a:r>
          </a:p>
        </p:txBody>
      </p:sp>
    </p:spTree>
    <p:extLst>
      <p:ext uri="{BB962C8B-B14F-4D97-AF65-F5344CB8AC3E}">
        <p14:creationId xmlns:p14="http://schemas.microsoft.com/office/powerpoint/2010/main" val="289693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dp42-comparison / n1">
            <a:extLst xmlns:a="http://schemas.openxmlformats.org/drawingml/2006/main">
              <a:ext uri="{FF2B5EF4-FFF2-40B4-BE49-F238E27FC236}">
                <a16:creationId xmlns:a16="http://schemas.microsoft.com/office/drawing/2014/main" id="{06C5A42A-4AEA-47A9-9CE7-8789F8D0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2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DE28FE4A-2F1B-43BF-8161-BBB468A8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2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4F19A3D7-1F2E-4665-BD58-DD26D1D6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2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67AC1612-7928-4673-8500-363F1F2D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04-42. 변경 용이성을 위한 VIA Conversation과 Task 관리 설계</a:t>
            </a:r>
          </a:p>
        </p:txBody>
      </p:sp>
      <p:sp>
        <p:nvSpPr>
          <p:cNvPr id="5" name="dp42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E5664499-9839-4386-8119-DC8794B2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2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61F1FEE8-3735-40CA-9E5F-4D279C47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보고서와 메일 Request 접수 → Task 추적 → 같은 보고서 Task의 후속 수정</a:t>
            </a:r>
          </a:p>
        </p:txBody>
      </p:sp>
      <p:sp>
        <p:nvSpPr>
          <p:cNvPr id="7" name="dp42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AE8DBCA7-2CC7-4BD4-BF69-83D2BB3A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2-comparison / n8">
            <a:extLst xmlns:a="http://schemas.openxmlformats.org/drawingml/2006/main">
              <a:ext uri="{FF2B5EF4-FFF2-40B4-BE49-F238E27FC236}">
                <a16:creationId xmlns:a16="http://schemas.microsoft.com/office/drawing/2014/main" id="{8C5DA0F2-B40A-4C29-BF93-D3FB790E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2-comparison / n9 / text 1">
            <a:extLst xmlns:a="http://schemas.openxmlformats.org/drawingml/2006/main">
              <a:ext uri="{FF2B5EF4-FFF2-40B4-BE49-F238E27FC236}">
                <a16:creationId xmlns:a16="http://schemas.microsoft.com/office/drawing/2014/main" id="{F50722F6-374C-4B97-96AE-4927C6CD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0" name="dp42-comparison / n10">
            <a:extLst xmlns:a="http://schemas.openxmlformats.org/drawingml/2006/main">
              <a:ext uri="{FF2B5EF4-FFF2-40B4-BE49-F238E27FC236}">
                <a16:creationId xmlns:a16="http://schemas.microsoft.com/office/drawing/2014/main" id="{9863449C-47B3-4540-B7E5-E34161E4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1" name="dp42-comparison / n11 / text 1">
            <a:extLst xmlns:a="http://schemas.openxmlformats.org/drawingml/2006/main">
              <a:ext uri="{FF2B5EF4-FFF2-40B4-BE49-F238E27FC236}">
                <a16:creationId xmlns:a16="http://schemas.microsoft.com/office/drawing/2014/main" id="{47B24927-2A77-4753-9689-36BB482E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2" name="dp42-comparison / n12">
            <a:extLst xmlns:a="http://schemas.openxmlformats.org/drawingml/2006/main">
              <a:ext uri="{FF2B5EF4-FFF2-40B4-BE49-F238E27FC236}">
                <a16:creationId xmlns:a16="http://schemas.microsoft.com/office/drawing/2014/main" id="{080D13D5-0760-419A-82CA-9493579A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3" name="dp42-comparison / n13 / text 1">
            <a:extLst xmlns:a="http://schemas.openxmlformats.org/drawingml/2006/main">
              <a:ext uri="{FF2B5EF4-FFF2-40B4-BE49-F238E27FC236}">
                <a16:creationId xmlns:a16="http://schemas.microsoft.com/office/drawing/2014/main" id="{559A5E88-2458-410D-AEC0-1F2A64ED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4" name="dp42-comparison / n14">
            <a:extLst xmlns:a="http://schemas.openxmlformats.org/drawingml/2006/main">
              <a:ext uri="{FF2B5EF4-FFF2-40B4-BE49-F238E27FC236}">
                <a16:creationId xmlns:a16="http://schemas.microsoft.com/office/drawing/2014/main" id="{97A1C5ED-1DED-4669-856D-63B831F3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5" name="dp42-comparison / n15 / text 1">
            <a:extLst xmlns:a="http://schemas.openxmlformats.org/drawingml/2006/main">
              <a:ext uri="{FF2B5EF4-FFF2-40B4-BE49-F238E27FC236}">
                <a16:creationId xmlns:a16="http://schemas.microsoft.com/office/drawing/2014/main" id="{780A2E1F-CD3F-49DC-A9E9-32C8EEED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6" name="dp42-comparison / n16">
            <a:extLst xmlns:a="http://schemas.openxmlformats.org/drawingml/2006/main">
              <a:ext uri="{FF2B5EF4-FFF2-40B4-BE49-F238E27FC236}">
                <a16:creationId xmlns:a16="http://schemas.microsoft.com/office/drawing/2014/main" id="{DB61964B-A9C1-4FF0-9EEF-8083BFD1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2-comparison / n17 / text 1">
            <a:extLst xmlns:a="http://schemas.openxmlformats.org/drawingml/2006/main">
              <a:ext uri="{FF2B5EF4-FFF2-40B4-BE49-F238E27FC236}">
                <a16:creationId xmlns:a16="http://schemas.microsoft.com/office/drawing/2014/main" id="{70E2BA01-06FE-4DE5-B604-8F64F793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8" name="dp42-comparison / n17 / text 2">
            <a:extLst xmlns:a="http://schemas.openxmlformats.org/drawingml/2006/main">
              <a:ext uri="{FF2B5EF4-FFF2-40B4-BE49-F238E27FC236}">
                <a16:creationId xmlns:a16="http://schemas.microsoft.com/office/drawing/2014/main" id="{177BCD5E-9F32-44DC-ABE3-258B3092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19" name="dp42-comparison / n18 / path">
            <a:extLst xmlns:a="http://schemas.openxmlformats.org/drawingml/2006/main">
              <a:ext uri="{FF2B5EF4-FFF2-40B4-BE49-F238E27FC236}">
                <a16:creationId xmlns:a16="http://schemas.microsoft.com/office/drawing/2014/main" id="{DBF6C24D-AC88-4D4D-8A7B-D4C61A7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0" name="dp42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74879E57-2C46-4C52-B38D-005A3235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2-comparison / n20 / text 1">
            <a:extLst xmlns:a="http://schemas.openxmlformats.org/drawingml/2006/main">
              <a:ext uri="{FF2B5EF4-FFF2-40B4-BE49-F238E27FC236}">
                <a16:creationId xmlns:a16="http://schemas.microsoft.com/office/drawing/2014/main" id="{6C602774-5208-41C2-B965-B8454209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모듈형 통합 VIA Core</a:t>
            </a:r>
          </a:p>
        </p:txBody>
      </p:sp>
      <p:sp>
        <p:nvSpPr>
          <p:cNvPr id="22" name="dp42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5C075DD9-50E5-434D-A8F8-B3611E03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관련 상태의 공동 확정으로 완료시간 3.2 s (요청 완료 신속성 ↑)</a:t>
            </a:r>
          </a:p>
        </p:txBody>
      </p:sp>
      <p:sp>
        <p:nvSpPr>
          <p:cNvPr id="23" name="dp42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14429973-4C03-4188-9103-2CF8DFE9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추가 서비스 heap 축소로 전체 메모리 13.2 GB (메모리 효율성 ↑)</a:t>
            </a:r>
          </a:p>
        </p:txBody>
      </p:sp>
      <p:sp>
        <p:nvSpPr>
          <p:cNvPr id="24" name="dp42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B0BEE26E-228F-4C21-92B4-5E1BA28B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공동 저장과 복구 경로의 변경 전파, 평균 4.0개 (변경 용이성 ↓)</a:t>
            </a:r>
          </a:p>
        </p:txBody>
      </p:sp>
      <p:sp>
        <p:nvSpPr>
          <p:cNvPr id="25" name="dp42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5F4C97D7-1ED2-488A-98F4-4B113AD4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26" name="dp42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01880588-43B0-4161-B7F5-4D009FDB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27" name="dp42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44D40713-5DDB-4125-922A-4C592BD9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3.2 s</a:t>
            </a:r>
          </a:p>
        </p:txBody>
      </p:sp>
      <p:sp>
        <p:nvSpPr>
          <p:cNvPr id="28" name="dp42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04837DDF-C97F-4A10-84F6-0E9942BF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29" name="dp42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B2AD7671-4EB6-409A-A2B5-FEC0C4A2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30" name="dp42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CD41321F-7374-4ECD-821F-BFDFD675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31" name="dp42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8F9FCB28-1EFF-4A91-B0EE-3D2BA38C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4.0개</a:t>
            </a:r>
          </a:p>
        </p:txBody>
      </p:sp>
      <p:sp>
        <p:nvSpPr>
          <p:cNvPr id="32" name="dp42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C16A2660-08FF-42A1-B023-BC454E7A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33" name="dp42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8D193155-632B-4BE5-99DC-E820B382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34" name="dp42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D7FB55D9-86FB-41A0-838C-1E372F35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5" name="dp42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BF80C989-9C47-4F56-8183-7A1B87AE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13.2 GB</a:t>
            </a:r>
          </a:p>
        </p:txBody>
      </p:sp>
      <p:sp>
        <p:nvSpPr>
          <p:cNvPr id="36" name="dp42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AA2EEED6-7C6D-4620-8731-4D0D6422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37" name="dp42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E6B31B9E-6316-4A5B-806C-42299197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B 독립 대화 서비스와 업무 서비스</a:t>
            </a:r>
          </a:p>
        </p:txBody>
      </p:sp>
      <p:sp>
        <p:nvSpPr>
          <p:cNvPr id="38" name="dp42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004F2BE9-A9C9-413E-8255-CD87F84A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업무 상태와 실행 경계의 독립 변경, 평균 2.5개 (변경 용이성 ↑)</a:t>
            </a:r>
          </a:p>
        </p:txBody>
      </p:sp>
      <p:sp>
        <p:nvSpPr>
          <p:cNvPr id="39" name="dp42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CDCEAFC4-0058-43ED-867D-7F63DCA2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명령 접수와 대화 반영의 왕복으로 3.8 s (요청 완료 신속성 ↓)</a:t>
            </a:r>
          </a:p>
        </p:txBody>
      </p:sp>
      <p:sp>
        <p:nvSpPr>
          <p:cNvPr id="40" name="dp42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CC431BA7-9122-4CF6-B354-417E80C0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별도 heap과 대기열로 전체 메모리 13.6 GB (메모리 효율성 ↓)</a:t>
            </a:r>
          </a:p>
        </p:txBody>
      </p:sp>
      <p:sp>
        <p:nvSpPr>
          <p:cNvPr id="41" name="dp42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884A1C38-10F8-40EE-8895-B4CD27C3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42" name="dp42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A1D356D5-5905-4652-AB7C-A1864402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43" name="dp42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46C3EF7B-F8E1-4DDC-91AA-1BD5146C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3.8 s</a:t>
            </a:r>
          </a:p>
        </p:txBody>
      </p:sp>
      <p:sp>
        <p:nvSpPr>
          <p:cNvPr id="44" name="dp42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03A95D33-E78F-497D-A7AA-A6AFB3BA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45" name="dp42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7D95B3E3-CE01-46B3-8D32-DB2C0145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46" name="dp42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9337AFC5-05E8-439D-A358-2E8DEE87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7" name="dp42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F291E666-FE69-40CB-AF7D-7B2C2604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2.5개</a:t>
            </a:r>
          </a:p>
        </p:txBody>
      </p:sp>
      <p:sp>
        <p:nvSpPr>
          <p:cNvPr id="48" name="dp42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EC1D2DCB-3C52-4A93-BA08-B38CD042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49" name="dp42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7A3E9822-DE2B-4047-9E7C-B2A68F0E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50" name="dp42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D10053ED-0CB8-411C-9DDB-69A1BAEA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51" name="dp42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90E3B703-1EAB-43DD-99AA-23FB1AE4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13.6 GB</a:t>
            </a:r>
          </a:p>
        </p:txBody>
      </p:sp>
      <p:sp>
        <p:nvSpPr>
          <p:cNvPr id="52" name="dp42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0E2D9913-1AA4-46DE-96ED-7F40DCCD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53" name="dp42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248C2030-83F6-44BF-946F-0036A348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업무 저장과 실행 수명의 독립 변경 / 일반 Agent adapter 변경은 제외</a:t>
            </a:r>
          </a:p>
        </p:txBody>
      </p:sp>
      <p:sp>
        <p:nvSpPr>
          <p:cNvPr id="54" name="dp42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7352C6DE-611B-476E-A450-F9DBCB2B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5" name="dp42-comparison / n58 / path">
            <a:extLst xmlns:a="http://schemas.openxmlformats.org/drawingml/2006/main">
              <a:ext uri="{FF2B5EF4-FFF2-40B4-BE49-F238E27FC236}">
                <a16:creationId xmlns:a16="http://schemas.microsoft.com/office/drawing/2014/main" id="{147641F2-3303-411C-8E9B-C7AD8307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05125"/>
            <a:ext cx="5400675" cy="953"/>
          </a:xfrm>
          <a:custGeom xmlns:a="http://schemas.openxmlformats.org/drawingml/2006/main">
            <a:pathLst>
              <a:path w="5400675" h="953">
                <a:moveTo>
                  <a:pt x="0" y="0"/>
                </a:moveTo>
                <a:lnTo>
                  <a:pt x="5400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56" name="dp42-comparison / n63 / path">
            <a:extLst xmlns:a="http://schemas.openxmlformats.org/drawingml/2006/main">
              <a:ext uri="{FF2B5EF4-FFF2-40B4-BE49-F238E27FC236}">
                <a16:creationId xmlns:a16="http://schemas.microsoft.com/office/drawing/2014/main" id="{22708EFE-7E61-4B13-AD4F-31785350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1428750" cy="953"/>
          </a:xfrm>
          <a:custGeom xmlns:a="http://schemas.openxmlformats.org/drawingml/2006/main">
            <a:pathLst>
              <a:path w="1428750" h="953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57" name="dp42-comparison / n66 / path">
            <a:extLst xmlns:a="http://schemas.openxmlformats.org/drawingml/2006/main">
              <a:ext uri="{FF2B5EF4-FFF2-40B4-BE49-F238E27FC236}">
                <a16:creationId xmlns:a16="http://schemas.microsoft.com/office/drawing/2014/main" id="{279D1CCC-1450-463F-9B46-C9727098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1428750" cy="953"/>
          </a:xfrm>
          <a:custGeom xmlns:a="http://schemas.openxmlformats.org/drawingml/2006/main">
            <a:pathLst>
              <a:path w="1428750" h="953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58" name="dp42-comparison / n71 / path">
            <a:extLst xmlns:a="http://schemas.openxmlformats.org/drawingml/2006/main">
              <a:ext uri="{FF2B5EF4-FFF2-40B4-BE49-F238E27FC236}">
                <a16:creationId xmlns:a16="http://schemas.microsoft.com/office/drawing/2014/main" id="{24C3FE39-7C88-4269-A276-393320AD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81375"/>
            <a:ext cx="5400675" cy="953"/>
          </a:xfrm>
          <a:custGeom xmlns:a="http://schemas.openxmlformats.org/drawingml/2006/main">
            <a:pathLst>
              <a:path w="5400675" h="953">
                <a:moveTo>
                  <a:pt x="0" y="0"/>
                </a:moveTo>
                <a:lnTo>
                  <a:pt x="5400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59" name="dp42-comparison / n76 / path">
            <a:extLst xmlns:a="http://schemas.openxmlformats.org/drawingml/2006/main">
              <a:ext uri="{FF2B5EF4-FFF2-40B4-BE49-F238E27FC236}">
                <a16:creationId xmlns:a16="http://schemas.microsoft.com/office/drawing/2014/main" id="{A311D9B8-B24A-4410-95D4-68C5AE0E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19500"/>
            <a:ext cx="3810000" cy="953"/>
          </a:xfrm>
          <a:custGeom xmlns:a="http://schemas.openxmlformats.org/drawingml/2006/main">
            <a:pathLst>
              <a:path w="3810000" h="953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0" name="dp42-comparison / n81 / path">
            <a:extLst xmlns:a="http://schemas.openxmlformats.org/drawingml/2006/main">
              <a:ext uri="{FF2B5EF4-FFF2-40B4-BE49-F238E27FC236}">
                <a16:creationId xmlns:a16="http://schemas.microsoft.com/office/drawing/2014/main" id="{24568D25-07EB-4587-B5C0-44B78882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57625"/>
            <a:ext cx="2247900" cy="953"/>
          </a:xfrm>
          <a:custGeom xmlns:a="http://schemas.openxmlformats.org/drawingml/2006/main">
            <a:pathLst>
              <a:path w="2247900" h="953">
                <a:moveTo>
                  <a:pt x="0" y="0"/>
                </a:moveTo>
                <a:lnTo>
                  <a:pt x="224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1" name="dp42-comparison / n84">
            <a:extLst xmlns:a="http://schemas.openxmlformats.org/drawingml/2006/main">
              <a:ext uri="{FF2B5EF4-FFF2-40B4-BE49-F238E27FC236}">
                <a16:creationId xmlns:a16="http://schemas.microsoft.com/office/drawing/2014/main" id="{372007AB-659D-4FDA-97CC-E8EC15C9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67175"/>
            <a:ext cx="7800975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2" name="dp42-comparison / n85 / text 1">
            <a:extLst xmlns:a="http://schemas.openxmlformats.org/drawingml/2006/main">
              <a:ext uri="{FF2B5EF4-FFF2-40B4-BE49-F238E27FC236}">
                <a16:creationId xmlns:a16="http://schemas.microsoft.com/office/drawing/2014/main" id="{C789DA7E-80A0-4CD5-A637-048719EE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62425"/>
            <a:ext cx="75533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VIA Core</a:t>
            </a:r>
          </a:p>
        </p:txBody>
      </p:sp>
      <p:sp>
        <p:nvSpPr>
          <p:cNvPr id="63" name="dp42-comparison / n88">
            <a:extLst xmlns:a="http://schemas.openxmlformats.org/drawingml/2006/main">
              <a:ext uri="{FF2B5EF4-FFF2-40B4-BE49-F238E27FC236}">
                <a16:creationId xmlns:a16="http://schemas.microsoft.com/office/drawing/2014/main" id="{19F200C2-CAB0-49AD-9966-73D07269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43425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4" name="dp42-comparison / n89 / text 1">
            <a:extLst xmlns:a="http://schemas.openxmlformats.org/drawingml/2006/main">
              <a:ext uri="{FF2B5EF4-FFF2-40B4-BE49-F238E27FC236}">
                <a16:creationId xmlns:a16="http://schemas.microsoft.com/office/drawing/2014/main" id="{4A737943-5A99-410E-8546-D336EB8D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619625"/>
            <a:ext cx="2305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대화 처리기</a:t>
            </a:r>
          </a:p>
        </p:txBody>
      </p:sp>
      <p:sp>
        <p:nvSpPr>
          <p:cNvPr id="65" name="dp42-comparison / n90">
            <a:extLst xmlns:a="http://schemas.openxmlformats.org/drawingml/2006/main">
              <a:ext uri="{FF2B5EF4-FFF2-40B4-BE49-F238E27FC236}">
                <a16:creationId xmlns:a16="http://schemas.microsoft.com/office/drawing/2014/main" id="{6F5792F7-11AF-4518-91E4-1A11AE81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43425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6" name="dp42-comparison / n91 / text 1">
            <a:extLst xmlns:a="http://schemas.openxmlformats.org/drawingml/2006/main">
              <a:ext uri="{FF2B5EF4-FFF2-40B4-BE49-F238E27FC236}">
                <a16:creationId xmlns:a16="http://schemas.microsoft.com/office/drawing/2014/main" id="{97FB5A16-FF46-48E9-8403-3D315B45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19625"/>
            <a:ext cx="2609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업무 관리기</a:t>
            </a:r>
          </a:p>
        </p:txBody>
      </p:sp>
      <p:sp>
        <p:nvSpPr>
          <p:cNvPr id="67" name="dp42-comparison / n92">
            <a:extLst xmlns:a="http://schemas.openxmlformats.org/drawingml/2006/main">
              <a:ext uri="{FF2B5EF4-FFF2-40B4-BE49-F238E27FC236}">
                <a16:creationId xmlns:a16="http://schemas.microsoft.com/office/drawing/2014/main" id="{20242C71-376B-48AB-9486-81E8AD1F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4292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8" name="dp42-comparison / n93 / text 1">
            <a:extLst xmlns:a="http://schemas.openxmlformats.org/drawingml/2006/main">
              <a:ext uri="{FF2B5EF4-FFF2-40B4-BE49-F238E27FC236}">
                <a16:creationId xmlns:a16="http://schemas.microsoft.com/office/drawing/2014/main" id="{1DECFC92-0997-494E-9DAB-4B8694E2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511641"/>
            <a:ext cx="197167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트랜잭션 관리자</a:t>
            </a:r>
          </a:p>
        </p:txBody>
      </p:sp>
      <p:sp>
        <p:nvSpPr>
          <p:cNvPr id="69" name="dp42-comparison / n94">
            <a:extLst xmlns:a="http://schemas.openxmlformats.org/drawingml/2006/main">
              <a:ext uri="{FF2B5EF4-FFF2-40B4-BE49-F238E27FC236}">
                <a16:creationId xmlns:a16="http://schemas.microsoft.com/office/drawing/2014/main" id="{F92F190A-9EA4-484B-BA75-A84CD30C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210300"/>
            <a:ext cx="2924175" cy="4572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0" name="dp42-comparison / n95 / text 1">
            <a:extLst xmlns:a="http://schemas.openxmlformats.org/drawingml/2006/main">
              <a:ext uri="{FF2B5EF4-FFF2-40B4-BE49-F238E27FC236}">
                <a16:creationId xmlns:a16="http://schemas.microsoft.com/office/drawing/2014/main" id="{457DF328-9DA3-4FBC-B9C7-9C0139CF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6372225"/>
            <a:ext cx="27527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통합 상태 저장소</a:t>
            </a:r>
          </a:p>
        </p:txBody>
      </p:sp>
      <p:sp>
        <p:nvSpPr>
          <p:cNvPr id="71" name="dp42-comparison / n100 / path">
            <a:extLst xmlns:a="http://schemas.openxmlformats.org/drawingml/2006/main">
              <a:ext uri="{FF2B5EF4-FFF2-40B4-BE49-F238E27FC236}">
                <a16:creationId xmlns:a16="http://schemas.microsoft.com/office/drawing/2014/main" id="{7212C27D-583E-4587-9A51-455F1124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43450"/>
            <a:ext cx="2133600" cy="953"/>
          </a:xfrm>
          <a:custGeom xmlns:a="http://schemas.openxmlformats.org/drawingml/2006/main">
            <a:pathLst>
              <a:path w="2133600" h="953">
                <a:moveTo>
                  <a:pt x="0" y="0"/>
                </a:moveTo>
                <a:lnTo>
                  <a:pt x="2133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2" name="dp42-comparison / n100 / arrow">
            <a:extLst xmlns:a="http://schemas.openxmlformats.org/drawingml/2006/main">
              <a:ext uri="{FF2B5EF4-FFF2-40B4-BE49-F238E27FC236}">
                <a16:creationId xmlns:a16="http://schemas.microsoft.com/office/drawing/2014/main" id="{BC68B1EF-196A-4DC9-8684-0EB45F2C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80" y="46824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3" name="dp42-comparison / n103 / path">
            <a:extLst xmlns:a="http://schemas.openxmlformats.org/drawingml/2006/main">
              <a:ext uri="{FF2B5EF4-FFF2-40B4-BE49-F238E27FC236}">
                <a16:creationId xmlns:a16="http://schemas.microsoft.com/office/drawing/2014/main" id="{12288E81-4488-4D67-95AF-65D87B78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43475"/>
            <a:ext cx="2671763" cy="485775"/>
          </a:xfrm>
          <a:custGeom xmlns:a="http://schemas.openxmlformats.org/drawingml/2006/main">
            <a:pathLst>
              <a:path w="2671763" h="485775">
                <a:moveTo>
                  <a:pt x="0" y="0"/>
                </a:moveTo>
                <a:lnTo>
                  <a:pt x="0" y="381000"/>
                </a:lnTo>
                <a:lnTo>
                  <a:pt x="2667000" y="381000"/>
                </a:lnTo>
                <a:lnTo>
                  <a:pt x="2671763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4" name="dp42-comparison / n103 / arrow">
            <a:extLst xmlns:a="http://schemas.openxmlformats.org/drawingml/2006/main">
              <a:ext uri="{FF2B5EF4-FFF2-40B4-BE49-F238E27FC236}">
                <a16:creationId xmlns:a16="http://schemas.microsoft.com/office/drawing/2014/main" id="{0F06CE91-DEFA-47B7-97A7-645F9E5C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79" y="5304688"/>
            <a:ext cx="121794" cy="124562"/>
          </a:xfrm>
          <a:custGeom xmlns:a="http://schemas.openxmlformats.org/drawingml/2006/main">
            <a:pathLst>
              <a:path w="121794" h="124562">
                <a:moveTo>
                  <a:pt x="0" y="5536"/>
                </a:moveTo>
                <a:lnTo>
                  <a:pt x="66433" y="124562"/>
                </a:lnTo>
                <a:lnTo>
                  <a:pt x="1217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5" name="dp42-comparison / n104 / path">
            <a:extLst xmlns:a="http://schemas.openxmlformats.org/drawingml/2006/main">
              <a:ext uri="{FF2B5EF4-FFF2-40B4-BE49-F238E27FC236}">
                <a16:creationId xmlns:a16="http://schemas.microsoft.com/office/drawing/2014/main" id="{FF134FBB-2D7F-4DE6-9E0E-12AA0DFB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43475"/>
            <a:ext cx="2095500" cy="1047750"/>
          </a:xfrm>
          <a:custGeom xmlns:a="http://schemas.openxmlformats.org/drawingml/2006/main">
            <a:pathLst>
              <a:path w="2095500" h="1047750">
                <a:moveTo>
                  <a:pt x="2095500" y="0"/>
                </a:moveTo>
                <a:lnTo>
                  <a:pt x="2095500" y="1047750"/>
                </a:lnTo>
                <a:lnTo>
                  <a:pt x="0" y="1047750"/>
                </a:lnTo>
                <a:lnTo>
                  <a:pt x="4763" y="885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6" name="dp42-comparison / n104 / arrow">
            <a:extLst xmlns:a="http://schemas.openxmlformats.org/drawingml/2006/main">
              <a:ext uri="{FF2B5EF4-FFF2-40B4-BE49-F238E27FC236}">
                <a16:creationId xmlns:a16="http://schemas.microsoft.com/office/drawing/2014/main" id="{0FEEEDF4-3AA2-4C46-A590-7C85BC82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095" y="5829300"/>
            <a:ext cx="121867" cy="123659"/>
          </a:xfrm>
          <a:custGeom xmlns:a="http://schemas.openxmlformats.org/drawingml/2006/main">
            <a:pathLst>
              <a:path w="121867" h="123659">
                <a:moveTo>
                  <a:pt x="121867" y="123659"/>
                </a:moveTo>
                <a:lnTo>
                  <a:pt x="64518" y="0"/>
                </a:lnTo>
                <a:lnTo>
                  <a:pt x="0" y="120075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7" name="dp42-comparison / n105 / path">
            <a:extLst xmlns:a="http://schemas.openxmlformats.org/drawingml/2006/main">
              <a:ext uri="{FF2B5EF4-FFF2-40B4-BE49-F238E27FC236}">
                <a16:creationId xmlns:a16="http://schemas.microsoft.com/office/drawing/2014/main" id="{EA805580-D7CD-4DEF-8DD0-8F8867C2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613" y="582930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9525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8" name="dp42-comparison / n105 / arrow">
            <a:extLst xmlns:a="http://schemas.openxmlformats.org/drawingml/2006/main">
              <a:ext uri="{FF2B5EF4-FFF2-40B4-BE49-F238E27FC236}">
                <a16:creationId xmlns:a16="http://schemas.microsoft.com/office/drawing/2014/main" id="{CDDB597E-8832-4634-94F0-2B93B27A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49" y="6086895"/>
            <a:ext cx="121882" cy="123405"/>
          </a:xfrm>
          <a:custGeom xmlns:a="http://schemas.openxmlformats.org/drawingml/2006/main">
            <a:pathLst>
              <a:path w="121882" h="123405">
                <a:moveTo>
                  <a:pt x="0" y="3047"/>
                </a:moveTo>
                <a:lnTo>
                  <a:pt x="63988" y="123405"/>
                </a:lnTo>
                <a:lnTo>
                  <a:pt x="1218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9" name="dp42-comparison / n110 / path">
            <a:extLst xmlns:a="http://schemas.openxmlformats.org/drawingml/2006/main">
              <a:ext uri="{FF2B5EF4-FFF2-40B4-BE49-F238E27FC236}">
                <a16:creationId xmlns:a16="http://schemas.microsoft.com/office/drawing/2014/main" id="{A86CF55D-AFCF-43C3-B105-D4E3686C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943475"/>
            <a:ext cx="657225" cy="1495425"/>
          </a:xfrm>
          <a:custGeom xmlns:a="http://schemas.openxmlformats.org/drawingml/2006/main">
            <a:pathLst>
              <a:path w="657225" h="1495425">
                <a:moveTo>
                  <a:pt x="0" y="1495425"/>
                </a:moveTo>
                <a:lnTo>
                  <a:pt x="657225" y="1495425"/>
                </a:lnTo>
                <a:lnTo>
                  <a:pt x="657225" y="0"/>
                </a:ln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0" name="dp42-comparison / n110 / arrow">
            <a:extLst xmlns:a="http://schemas.openxmlformats.org/drawingml/2006/main">
              <a:ext uri="{FF2B5EF4-FFF2-40B4-BE49-F238E27FC236}">
                <a16:creationId xmlns:a16="http://schemas.microsoft.com/office/drawing/2014/main" id="{439195E1-F747-4174-8978-F63A9176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825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1" name="dp42-comparison / n113">
            <a:extLst xmlns:a="http://schemas.openxmlformats.org/drawingml/2006/main">
              <a:ext uri="{FF2B5EF4-FFF2-40B4-BE49-F238E27FC236}">
                <a16:creationId xmlns:a16="http://schemas.microsoft.com/office/drawing/2014/main" id="{0BCC6887-E88F-4681-92AB-8703BB37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972300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2" name="dp42-comparison / n114 / text 1">
            <a:extLst xmlns:a="http://schemas.openxmlformats.org/drawingml/2006/main">
              <a:ext uri="{FF2B5EF4-FFF2-40B4-BE49-F238E27FC236}">
                <a16:creationId xmlns:a16="http://schemas.microsoft.com/office/drawing/2014/main" id="{711D9232-0F07-4B39-869C-3F95611D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7046595"/>
            <a:ext cx="1828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Agent Gateway</a:t>
            </a:r>
          </a:p>
        </p:txBody>
      </p:sp>
      <p:sp>
        <p:nvSpPr>
          <p:cNvPr id="83" name="dp42-comparison / n115">
            <a:extLst xmlns:a="http://schemas.openxmlformats.org/drawingml/2006/main">
              <a:ext uri="{FF2B5EF4-FFF2-40B4-BE49-F238E27FC236}">
                <a16:creationId xmlns:a16="http://schemas.microsoft.com/office/drawing/2014/main" id="{F4559119-94DA-4232-ADC2-E3023075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972300"/>
            <a:ext cx="23526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4" name="dp42-comparison / n116 / text 1">
            <a:extLst xmlns:a="http://schemas.openxmlformats.org/drawingml/2006/main">
              <a:ext uri="{FF2B5EF4-FFF2-40B4-BE49-F238E27FC236}">
                <a16:creationId xmlns:a16="http://schemas.microsoft.com/office/drawing/2014/main" id="{3FFB81E1-3847-4A51-9C6F-FCF79CD9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46595"/>
            <a:ext cx="21812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Downstream Agent</a:t>
            </a:r>
          </a:p>
        </p:txBody>
      </p:sp>
      <p:sp>
        <p:nvSpPr>
          <p:cNvPr id="85" name="dp42-comparison / n117">
            <a:extLst xmlns:a="http://schemas.openxmlformats.org/drawingml/2006/main">
              <a:ext uri="{FF2B5EF4-FFF2-40B4-BE49-F238E27FC236}">
                <a16:creationId xmlns:a16="http://schemas.microsoft.com/office/drawing/2014/main" id="{84276249-4A82-4E52-A9DC-1D1E3043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972300"/>
            <a:ext cx="1666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6" name="dp42-comparison / n118 / text 1">
            <a:extLst xmlns:a="http://schemas.openxmlformats.org/drawingml/2006/main">
              <a:ext uri="{FF2B5EF4-FFF2-40B4-BE49-F238E27FC236}">
                <a16:creationId xmlns:a16="http://schemas.microsoft.com/office/drawing/2014/main" id="{A2ECB988-CFC6-4B21-8ABA-C6A7DC51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7052786"/>
            <a:ext cx="14954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87" name="dp42-comparison / n119 / path">
            <a:extLst xmlns:a="http://schemas.openxmlformats.org/drawingml/2006/main">
              <a:ext uri="{FF2B5EF4-FFF2-40B4-BE49-F238E27FC236}">
                <a16:creationId xmlns:a16="http://schemas.microsoft.com/office/drawing/2014/main" id="{8C573C11-C4E0-4DFB-B79A-C97BCECC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43450"/>
            <a:ext cx="5705475" cy="2419350"/>
          </a:xfrm>
          <a:custGeom xmlns:a="http://schemas.openxmlformats.org/drawingml/2006/main">
            <a:pathLst>
              <a:path w="5705475" h="2419350">
                <a:moveTo>
                  <a:pt x="5410200" y="0"/>
                </a:moveTo>
                <a:lnTo>
                  <a:pt x="5705475" y="0"/>
                </a:lnTo>
                <a:lnTo>
                  <a:pt x="5705475" y="2133600"/>
                </a:lnTo>
                <a:lnTo>
                  <a:pt x="133350" y="2133600"/>
                </a:lnTo>
                <a:lnTo>
                  <a:pt x="133350" y="2419350"/>
                </a:lnTo>
                <a:lnTo>
                  <a:pt x="0" y="24145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8" name="dp42-comparison / n119 / arrow">
            <a:extLst xmlns:a="http://schemas.openxmlformats.org/drawingml/2006/main">
              <a:ext uri="{FF2B5EF4-FFF2-40B4-BE49-F238E27FC236}">
                <a16:creationId xmlns:a16="http://schemas.microsoft.com/office/drawing/2014/main" id="{5ECEEE02-721B-42C3-84B9-E5461B0F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101468"/>
            <a:ext cx="124018" cy="121842"/>
          </a:xfrm>
          <a:custGeom xmlns:a="http://schemas.openxmlformats.org/drawingml/2006/main">
            <a:pathLst>
              <a:path w="124018" h="121842">
                <a:moveTo>
                  <a:pt x="124018" y="0"/>
                </a:moveTo>
                <a:lnTo>
                  <a:pt x="0" y="56570"/>
                </a:lnTo>
                <a:lnTo>
                  <a:pt x="119667" y="12184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9" name="dp42-comparison / n120 / path">
            <a:extLst xmlns:a="http://schemas.openxmlformats.org/drawingml/2006/main">
              <a:ext uri="{FF2B5EF4-FFF2-40B4-BE49-F238E27FC236}">
                <a16:creationId xmlns:a16="http://schemas.microsoft.com/office/drawing/2014/main" id="{B2A64997-BE3B-4A50-B3FC-1885C0DE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57750"/>
            <a:ext cx="6581775" cy="2114550"/>
          </a:xfrm>
          <a:custGeom xmlns:a="http://schemas.openxmlformats.org/drawingml/2006/main">
            <a:pathLst>
              <a:path w="6581775" h="2114550">
                <a:moveTo>
                  <a:pt x="0" y="2114550"/>
                </a:moveTo>
                <a:lnTo>
                  <a:pt x="0" y="2038350"/>
                </a:lnTo>
                <a:lnTo>
                  <a:pt x="6581775" y="2038350"/>
                </a:lnTo>
                <a:lnTo>
                  <a:pt x="6581775" y="0"/>
                </a:lnTo>
                <a:lnTo>
                  <a:pt x="6410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90" name="dp42-comparison / n120 / arrow">
            <a:extLst xmlns:a="http://schemas.openxmlformats.org/drawingml/2006/main">
              <a:ext uri="{FF2B5EF4-FFF2-40B4-BE49-F238E27FC236}">
                <a16:creationId xmlns:a16="http://schemas.microsoft.com/office/drawing/2014/main" id="{F0963B3D-01D5-44C4-A2A9-B6DA7609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967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91" name="dp42-comparison / n121 / path">
            <a:extLst xmlns:a="http://schemas.openxmlformats.org/drawingml/2006/main">
              <a:ext uri="{FF2B5EF4-FFF2-40B4-BE49-F238E27FC236}">
                <a16:creationId xmlns:a16="http://schemas.microsoft.com/office/drawing/2014/main" id="{F530C3D3-E749-4FD2-BA73-DF698D57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081838"/>
            <a:ext cx="923925" cy="953"/>
          </a:xfrm>
          <a:custGeom xmlns:a="http://schemas.openxmlformats.org/drawingml/2006/main">
            <a:pathLst>
              <a:path w="923925" h="953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2" name="dp42-comparison / n121 / arrow">
            <a:extLst xmlns:a="http://schemas.openxmlformats.org/drawingml/2006/main">
              <a:ext uri="{FF2B5EF4-FFF2-40B4-BE49-F238E27FC236}">
                <a16:creationId xmlns:a16="http://schemas.microsoft.com/office/drawing/2014/main" id="{56438E76-34C8-40D1-B1E0-863CA16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70208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3" name="dp42-comparison / n122 / path">
            <a:extLst xmlns:a="http://schemas.openxmlformats.org/drawingml/2006/main">
              <a:ext uri="{FF2B5EF4-FFF2-40B4-BE49-F238E27FC236}">
                <a16:creationId xmlns:a16="http://schemas.microsoft.com/office/drawing/2014/main" id="{41A540AC-D81F-4C27-A948-ECE1AA3B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253288"/>
            <a:ext cx="923925" cy="953"/>
          </a:xfrm>
          <a:custGeom xmlns:a="http://schemas.openxmlformats.org/drawingml/2006/main">
            <a:pathLst>
              <a:path w="923925" h="953">
                <a:moveTo>
                  <a:pt x="9239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94" name="dp42-comparison / n122 / arrow">
            <a:extLst xmlns:a="http://schemas.openxmlformats.org/drawingml/2006/main">
              <a:ext uri="{FF2B5EF4-FFF2-40B4-BE49-F238E27FC236}">
                <a16:creationId xmlns:a16="http://schemas.microsoft.com/office/drawing/2014/main" id="{ECE813A1-8BA9-42F8-BF01-745D5608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19232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95" name="dp42-comparison / n54">
            <a:extLst xmlns:a="http://schemas.openxmlformats.org/drawingml/2006/main">
              <a:ext uri="{FF2B5EF4-FFF2-40B4-BE49-F238E27FC236}">
                <a16:creationId xmlns:a16="http://schemas.microsoft.com/office/drawing/2014/main" id="{3ADAE42F-B18E-40D5-A830-F98E13D1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496309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p42-comparison / n55 / text 1">
            <a:extLst xmlns:a="http://schemas.openxmlformats.org/drawingml/2006/main">
              <a:ext uri="{FF2B5EF4-FFF2-40B4-BE49-F238E27FC236}">
                <a16:creationId xmlns:a16="http://schemas.microsoft.com/office/drawing/2014/main" id="{A81A85C2-002E-4EA3-948C-D52C9AAE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9825"/>
            <a:ext cx="7810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C1 최초 R1 보고서와 R2 메일 → 후속 R3 “보고서만 상반기로”</a:t>
            </a:r>
          </a:p>
        </p:txBody>
      </p:sp>
      <p:sp>
        <p:nvSpPr>
          <p:cNvPr id="97" name="dp42-comparison / n56">
            <a:extLst xmlns:a="http://schemas.openxmlformats.org/drawingml/2006/main">
              <a:ext uri="{FF2B5EF4-FFF2-40B4-BE49-F238E27FC236}">
                <a16:creationId xmlns:a16="http://schemas.microsoft.com/office/drawing/2014/main" id="{4C2E86CC-0F28-4804-8F37-0274F669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05100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p42-comparison / n57 / text 1">
            <a:extLst xmlns:a="http://schemas.openxmlformats.org/drawingml/2006/main">
              <a:ext uri="{FF2B5EF4-FFF2-40B4-BE49-F238E27FC236}">
                <a16:creationId xmlns:a16="http://schemas.microsoft.com/office/drawing/2014/main" id="{0DBB76FD-AC21-43D9-9781-D35472D0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Conversation C1</a:t>
            </a:r>
          </a:p>
        </p:txBody>
      </p:sp>
      <p:sp>
        <p:nvSpPr>
          <p:cNvPr id="99" name="dp42-comparison / n59">
            <a:extLst xmlns:a="http://schemas.openxmlformats.org/drawingml/2006/main">
              <a:ext uri="{FF2B5EF4-FFF2-40B4-BE49-F238E27FC236}">
                <a16:creationId xmlns:a16="http://schemas.microsoft.com/office/drawing/2014/main" id="{94A7B5D5-7089-4D72-A197-F2D0CE9A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86050"/>
            <a:ext cx="171297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p42-comparison / n60 / text 1">
            <a:extLst xmlns:a="http://schemas.openxmlformats.org/drawingml/2006/main">
              <a:ext uri="{FF2B5EF4-FFF2-40B4-BE49-F238E27FC236}">
                <a16:creationId xmlns:a16="http://schemas.microsoft.com/office/drawing/2014/main" id="{E979B2C9-E8C8-481D-908F-99353DE0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95575"/>
            <a:ext cx="51720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대화 기록과 연결 유지</a:t>
            </a:r>
          </a:p>
        </p:txBody>
      </p:sp>
      <p:sp>
        <p:nvSpPr>
          <p:cNvPr id="101" name="dp42-comparison / n61">
            <a:extLst xmlns:a="http://schemas.openxmlformats.org/drawingml/2006/main">
              <a:ext uri="{FF2B5EF4-FFF2-40B4-BE49-F238E27FC236}">
                <a16:creationId xmlns:a16="http://schemas.microsoft.com/office/drawing/2014/main" id="{59733229-ABA9-4009-B882-6DA0021C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43225"/>
            <a:ext cx="195453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p42-comparison / n62 / text 1">
            <a:extLst xmlns:a="http://schemas.openxmlformats.org/drawingml/2006/main">
              <a:ext uri="{FF2B5EF4-FFF2-40B4-BE49-F238E27FC236}">
                <a16:creationId xmlns:a16="http://schemas.microsoft.com/office/drawing/2014/main" id="{C292D2B6-1E7F-404E-B5AF-5F161184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R1 / R2 / R3</a:t>
            </a:r>
          </a:p>
        </p:txBody>
      </p:sp>
      <p:sp>
        <p:nvSpPr>
          <p:cNvPr id="103" name="dp42-comparison / n64">
            <a:extLst xmlns:a="http://schemas.openxmlformats.org/drawingml/2006/main">
              <a:ext uri="{FF2B5EF4-FFF2-40B4-BE49-F238E27FC236}">
                <a16:creationId xmlns:a16="http://schemas.microsoft.com/office/drawing/2014/main" id="{F6E65BF1-FA18-4816-8796-6CF9FE32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24175"/>
            <a:ext cx="148132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p42-comparison / n65 / text 1">
            <a:extLst xmlns:a="http://schemas.openxmlformats.org/drawingml/2006/main">
              <a:ext uri="{FF2B5EF4-FFF2-40B4-BE49-F238E27FC236}">
                <a16:creationId xmlns:a16="http://schemas.microsoft.com/office/drawing/2014/main" id="{91964120-2DBB-4345-A494-F0CF8133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1666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R1 / R2 접수 완료</a:t>
            </a:r>
          </a:p>
        </p:txBody>
      </p:sp>
      <p:sp>
        <p:nvSpPr>
          <p:cNvPr id="105" name="dp42-comparison / n67">
            <a:extLst xmlns:a="http://schemas.openxmlformats.org/drawingml/2006/main">
              <a:ext uri="{FF2B5EF4-FFF2-40B4-BE49-F238E27FC236}">
                <a16:creationId xmlns:a16="http://schemas.microsoft.com/office/drawing/2014/main" id="{BD99FA58-F42B-4A7F-A5C3-362CCFF2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43225"/>
            <a:ext cx="103936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p42-comparison / n68 / text 1">
            <a:extLst xmlns:a="http://schemas.openxmlformats.org/drawingml/2006/main">
              <a:ext uri="{FF2B5EF4-FFF2-40B4-BE49-F238E27FC236}">
                <a16:creationId xmlns:a16="http://schemas.microsoft.com/office/drawing/2014/main" id="{0619EF24-E121-4A97-B86D-AC83FC02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52750"/>
            <a:ext cx="20669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R3 후속 수정</a:t>
            </a:r>
          </a:p>
        </p:txBody>
      </p:sp>
      <p:sp>
        <p:nvSpPr>
          <p:cNvPr id="107" name="dp42-comparison / n69">
            <a:extLst xmlns:a="http://schemas.openxmlformats.org/drawingml/2006/main">
              <a:ext uri="{FF2B5EF4-FFF2-40B4-BE49-F238E27FC236}">
                <a16:creationId xmlns:a16="http://schemas.microsoft.com/office/drawing/2014/main" id="{D217F635-F573-45F6-9257-863A5281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1350"/>
            <a:ext cx="120319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p42-comparison / n70 / text 1">
            <a:extLst xmlns:a="http://schemas.openxmlformats.org/drawingml/2006/main">
              <a:ext uri="{FF2B5EF4-FFF2-40B4-BE49-F238E27FC236}">
                <a16:creationId xmlns:a16="http://schemas.microsoft.com/office/drawing/2014/main" id="{69CB3B3E-FEA7-488F-AC58-C38EA4F7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9087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T1 / T2</a:t>
            </a:r>
          </a:p>
        </p:txBody>
      </p:sp>
      <p:sp>
        <p:nvSpPr>
          <p:cNvPr id="109" name="dp42-comparison / n72">
            <a:extLst xmlns:a="http://schemas.openxmlformats.org/drawingml/2006/main">
              <a:ext uri="{FF2B5EF4-FFF2-40B4-BE49-F238E27FC236}">
                <a16:creationId xmlns:a16="http://schemas.microsoft.com/office/drawing/2014/main" id="{07849C7E-2F0B-41CB-896E-743ACE49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62300"/>
            <a:ext cx="242011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p42-comparison / n73 / text 1">
            <a:extLst xmlns:a="http://schemas.openxmlformats.org/drawingml/2006/main">
              <a:ext uri="{FF2B5EF4-FFF2-40B4-BE49-F238E27FC236}">
                <a16:creationId xmlns:a16="http://schemas.microsoft.com/office/drawing/2014/main" id="{91C14368-3E91-4AD7-A2C4-1CB63C3E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71825"/>
            <a:ext cx="51720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보고서 T1 수정 / 메일 T2 계속</a:t>
            </a:r>
          </a:p>
        </p:txBody>
      </p:sp>
      <p:sp>
        <p:nvSpPr>
          <p:cNvPr id="111" name="dp42-comparison / n74">
            <a:extLst xmlns:a="http://schemas.openxmlformats.org/drawingml/2006/main">
              <a:ext uri="{FF2B5EF4-FFF2-40B4-BE49-F238E27FC236}">
                <a16:creationId xmlns:a16="http://schemas.microsoft.com/office/drawing/2014/main" id="{D5B32E31-D643-4F15-9DDF-832F699F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19475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p42-comparison / n75 / text 1">
            <a:extLst xmlns:a="http://schemas.openxmlformats.org/drawingml/2006/main">
              <a:ext uri="{FF2B5EF4-FFF2-40B4-BE49-F238E27FC236}">
                <a16:creationId xmlns:a16="http://schemas.microsoft.com/office/drawing/2014/main" id="{3C2D559D-8EE9-4F60-8D88-134C1498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29000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</a:t>
            </a:r>
          </a:p>
        </p:txBody>
      </p:sp>
      <p:sp>
        <p:nvSpPr>
          <p:cNvPr id="113" name="dp42-comparison / n77">
            <a:extLst xmlns:a="http://schemas.openxmlformats.org/drawingml/2006/main">
              <a:ext uri="{FF2B5EF4-FFF2-40B4-BE49-F238E27FC236}">
                <a16:creationId xmlns:a16="http://schemas.microsoft.com/office/drawing/2014/main" id="{59EDA6C7-E032-470A-BB45-A773F0F9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00425"/>
            <a:ext cx="223723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p42-comparison / n78 / text 1">
            <a:extLst xmlns:a="http://schemas.openxmlformats.org/drawingml/2006/main">
              <a:ext uri="{FF2B5EF4-FFF2-40B4-BE49-F238E27FC236}">
                <a16:creationId xmlns:a16="http://schemas.microsoft.com/office/drawing/2014/main" id="{6DF0920A-2013-464B-A35D-E1F90FA7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35814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T1: X1 종료 → X2 / T2: Y1</a:t>
            </a:r>
          </a:p>
        </p:txBody>
      </p:sp>
      <p:sp>
        <p:nvSpPr>
          <p:cNvPr id="115" name="dp42-comparison / n79">
            <a:extLst xmlns:a="http://schemas.openxmlformats.org/drawingml/2006/main">
              <a:ext uri="{FF2B5EF4-FFF2-40B4-BE49-F238E27FC236}">
                <a16:creationId xmlns:a16="http://schemas.microsoft.com/office/drawing/2014/main" id="{09AB2847-6C7C-4628-B3E6-84F3C7A6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57600"/>
            <a:ext cx="68180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p42-comparison / n80 / text 1">
            <a:extLst xmlns:a="http://schemas.openxmlformats.org/drawingml/2006/main">
              <a:ext uri="{FF2B5EF4-FFF2-40B4-BE49-F238E27FC236}">
                <a16:creationId xmlns:a16="http://schemas.microsoft.com/office/drawing/2014/main" id="{CB9DE5B6-D7A9-4D01-8F6A-67B9797E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6712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질문 Q1</a:t>
            </a:r>
          </a:p>
        </p:txBody>
      </p:sp>
      <p:sp>
        <p:nvSpPr>
          <p:cNvPr id="117" name="dp42-comparison / n82">
            <a:extLst xmlns:a="http://schemas.openxmlformats.org/drawingml/2006/main">
              <a:ext uri="{FF2B5EF4-FFF2-40B4-BE49-F238E27FC236}">
                <a16:creationId xmlns:a16="http://schemas.microsoft.com/office/drawing/2014/main" id="{68B50079-DDCB-4D56-8A7F-39A39210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38550"/>
            <a:ext cx="191414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p42-comparison / n83 / text 1">
            <a:extLst xmlns:a="http://schemas.openxmlformats.org/drawingml/2006/main">
              <a:ext uri="{FF2B5EF4-FFF2-40B4-BE49-F238E27FC236}">
                <a16:creationId xmlns:a16="http://schemas.microsoft.com/office/drawing/2014/main" id="{D3CC95C0-6F0D-44D0-96A2-EDA04AA8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48075"/>
            <a:ext cx="2019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제시 → 답변 연결 → 해소</a:t>
            </a:r>
          </a:p>
        </p:txBody>
      </p:sp>
      <p:sp>
        <p:nvSpPr>
          <p:cNvPr id="119" name="dp42-comparison / n86">
            <a:extLst xmlns:a="http://schemas.openxmlformats.org/drawingml/2006/main">
              <a:ext uri="{FF2B5EF4-FFF2-40B4-BE49-F238E27FC236}">
                <a16:creationId xmlns:a16="http://schemas.microsoft.com/office/drawing/2014/main" id="{44A4287B-21B0-4091-BF68-8B08EF44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62425"/>
            <a:ext cx="283864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p42-comparison / n87 / text 1">
            <a:extLst xmlns:a="http://schemas.openxmlformats.org/drawingml/2006/main">
              <a:ext uri="{FF2B5EF4-FFF2-40B4-BE49-F238E27FC236}">
                <a16:creationId xmlns:a16="http://schemas.microsoft.com/office/drawing/2014/main" id="{33A5FC04-D6E3-4126-8FAC-337FC608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55721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동일 실행 경계 / 모듈별 처리 책임</a:t>
            </a:r>
          </a:p>
        </p:txBody>
      </p:sp>
      <p:sp>
        <p:nvSpPr>
          <p:cNvPr id="121" name="dp42-comparison / n96">
            <a:extLst xmlns:a="http://schemas.openxmlformats.org/drawingml/2006/main">
              <a:ext uri="{FF2B5EF4-FFF2-40B4-BE49-F238E27FC236}">
                <a16:creationId xmlns:a16="http://schemas.microsoft.com/office/drawing/2014/main" id="{6C66CB3D-0FAA-42FE-B250-54D9F56D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29200"/>
            <a:ext cx="190271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p42-comparison / n97 / text 1">
            <a:extLst xmlns:a="http://schemas.openxmlformats.org/drawingml/2006/main">
              <a:ext uri="{FF2B5EF4-FFF2-40B4-BE49-F238E27FC236}">
                <a16:creationId xmlns:a16="http://schemas.microsoft.com/office/drawing/2014/main" id="{6D6A508E-701D-4694-BBAE-8A4AB194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038725"/>
            <a:ext cx="2857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C1 / R1~R3 / Q1 연결</a:t>
            </a:r>
          </a:p>
        </p:txBody>
      </p:sp>
      <p:sp>
        <p:nvSpPr>
          <p:cNvPr id="123" name="dp42-comparison / n98">
            <a:extLst xmlns:a="http://schemas.openxmlformats.org/drawingml/2006/main">
              <a:ext uri="{FF2B5EF4-FFF2-40B4-BE49-F238E27FC236}">
                <a16:creationId xmlns:a16="http://schemas.microsoft.com/office/drawing/2014/main" id="{632CF026-1698-48F9-8D4A-2C686BE7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29200"/>
            <a:ext cx="180879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p42-comparison / n99 / text 1">
            <a:extLst xmlns:a="http://schemas.openxmlformats.org/drawingml/2006/main">
              <a:ext uri="{FF2B5EF4-FFF2-40B4-BE49-F238E27FC236}">
                <a16:creationId xmlns:a16="http://schemas.microsoft.com/office/drawing/2014/main" id="{F767776D-C695-4566-ACFA-E136BCC0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38725"/>
            <a:ext cx="27146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T1 / T2 / Q1 / 명령</a:t>
            </a:r>
          </a:p>
        </p:txBody>
      </p:sp>
      <p:sp>
        <p:nvSpPr>
          <p:cNvPr id="125" name="dp42-comparison / n101">
            <a:extLst xmlns:a="http://schemas.openxmlformats.org/drawingml/2006/main">
              <a:ext uri="{FF2B5EF4-FFF2-40B4-BE49-F238E27FC236}">
                <a16:creationId xmlns:a16="http://schemas.microsoft.com/office/drawing/2014/main" id="{1B94BE73-DB55-4036-B92D-13067B99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38650"/>
            <a:ext cx="142341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p42-comparison / n102 / text 1">
            <a:extLst xmlns:a="http://schemas.openxmlformats.org/drawingml/2006/main">
              <a:ext uri="{FF2B5EF4-FFF2-40B4-BE49-F238E27FC236}">
                <a16:creationId xmlns:a16="http://schemas.microsoft.com/office/drawing/2014/main" id="{A619CBD6-D62B-43B6-8212-EAAA9F79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48175"/>
            <a:ext cx="17240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1 검증 변경 제안</a:t>
            </a:r>
          </a:p>
        </p:txBody>
      </p:sp>
      <p:sp>
        <p:nvSpPr>
          <p:cNvPr id="127" name="dp42-comparison / n106">
            <a:extLst xmlns:a="http://schemas.openxmlformats.org/drawingml/2006/main">
              <a:ext uri="{FF2B5EF4-FFF2-40B4-BE49-F238E27FC236}">
                <a16:creationId xmlns:a16="http://schemas.microsoft.com/office/drawing/2014/main" id="{3B572139-139B-48D6-937F-8A7B7678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00700"/>
            <a:ext cx="1845564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p42-comparison / n107 / text 1">
            <a:extLst xmlns:a="http://schemas.openxmlformats.org/drawingml/2006/main">
              <a:ext uri="{FF2B5EF4-FFF2-40B4-BE49-F238E27FC236}">
                <a16:creationId xmlns:a16="http://schemas.microsoft.com/office/drawing/2014/main" id="{5E3CC6E7-AD05-4B48-9D5F-E59FADCB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10225"/>
            <a:ext cx="26574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2 답변 연결과 명령의</a:t>
            </a:r>
          </a:p>
        </p:txBody>
      </p:sp>
      <p:sp>
        <p:nvSpPr>
          <p:cNvPr id="129" name="dp42-comparison / n107 / text 2">
            <a:extLst xmlns:a="http://schemas.openxmlformats.org/drawingml/2006/main">
              <a:ext uri="{FF2B5EF4-FFF2-40B4-BE49-F238E27FC236}">
                <a16:creationId xmlns:a16="http://schemas.microsoft.com/office/drawing/2014/main" id="{5DD1D2E4-7888-4DD2-9700-752A4670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15965"/>
            <a:ext cx="26574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하나의 로컬 확정</a:t>
            </a:r>
          </a:p>
        </p:txBody>
      </p:sp>
      <p:sp>
        <p:nvSpPr>
          <p:cNvPr id="130" name="dp42-comparison / n108">
            <a:extLst xmlns:a="http://schemas.openxmlformats.org/drawingml/2006/main">
              <a:ext uri="{FF2B5EF4-FFF2-40B4-BE49-F238E27FC236}">
                <a16:creationId xmlns:a16="http://schemas.microsoft.com/office/drawing/2014/main" id="{D2115F4F-AA00-4FD3-BA95-C90A2A75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34025"/>
            <a:ext cx="1319784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p42-comparison / n109 / text 1">
            <a:extLst xmlns:a="http://schemas.openxmlformats.org/drawingml/2006/main">
              <a:ext uri="{FF2B5EF4-FFF2-40B4-BE49-F238E27FC236}">
                <a16:creationId xmlns:a16="http://schemas.microsoft.com/office/drawing/2014/main" id="{6CDAFB0D-F19C-4F6F-A175-B4FBBF90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543550"/>
            <a:ext cx="18288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모델과 네트워크</a:t>
            </a:r>
          </a:p>
        </p:txBody>
      </p:sp>
      <p:sp>
        <p:nvSpPr>
          <p:cNvPr id="132" name="dp42-comparison / n109 / text 2">
            <a:extLst xmlns:a="http://schemas.openxmlformats.org/drawingml/2006/main">
              <a:ext uri="{FF2B5EF4-FFF2-40B4-BE49-F238E27FC236}">
                <a16:creationId xmlns:a16="http://schemas.microsoft.com/office/drawing/2014/main" id="{F81FDD3E-62A1-4211-83D7-302D4308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26430"/>
            <a:ext cx="18288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대기 밖 트랜잭션</a:t>
            </a:r>
          </a:p>
        </p:txBody>
      </p:sp>
      <p:sp>
        <p:nvSpPr>
          <p:cNvPr id="133" name="dp42-comparison / n111">
            <a:extLst xmlns:a="http://schemas.openxmlformats.org/drawingml/2006/main">
              <a:ext uri="{FF2B5EF4-FFF2-40B4-BE49-F238E27FC236}">
                <a16:creationId xmlns:a16="http://schemas.microsoft.com/office/drawing/2014/main" id="{E72721C4-965E-46E8-8E9A-4FA50E59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105525"/>
            <a:ext cx="126149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p42-comparison / n112 / text 1">
            <a:extLst xmlns:a="http://schemas.openxmlformats.org/drawingml/2006/main">
              <a:ext uri="{FF2B5EF4-FFF2-40B4-BE49-F238E27FC236}">
                <a16:creationId xmlns:a16="http://schemas.microsoft.com/office/drawing/2014/main" id="{061BCF05-625C-45AD-ABF7-95C3E55F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6115050"/>
            <a:ext cx="1809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3 저장 후 전송</a:t>
            </a:r>
          </a:p>
        </p:txBody>
      </p:sp>
      <p:sp>
        <p:nvSpPr>
          <p:cNvPr id="135" name="dp42-comparison / n123">
            <a:extLst xmlns:a="http://schemas.openxmlformats.org/drawingml/2006/main">
              <a:ext uri="{FF2B5EF4-FFF2-40B4-BE49-F238E27FC236}">
                <a16:creationId xmlns:a16="http://schemas.microsoft.com/office/drawing/2014/main" id="{30F75111-3311-4AA1-A59D-EF72E62E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961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p42-comparison / n124 / text 1">
            <a:extLst xmlns:a="http://schemas.openxmlformats.org/drawingml/2006/main">
              <a:ext uri="{FF2B5EF4-FFF2-40B4-BE49-F238E27FC236}">
                <a16:creationId xmlns:a16="http://schemas.microsoft.com/office/drawing/2014/main" id="{840DA0E4-3979-4B38-A4AB-1DB805B7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905625"/>
            <a:ext cx="876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명령</a:t>
            </a:r>
          </a:p>
        </p:txBody>
      </p:sp>
      <p:sp>
        <p:nvSpPr>
          <p:cNvPr id="137" name="dp42-comparison / n125">
            <a:extLst xmlns:a="http://schemas.openxmlformats.org/drawingml/2006/main">
              <a:ext uri="{FF2B5EF4-FFF2-40B4-BE49-F238E27FC236}">
                <a16:creationId xmlns:a16="http://schemas.microsoft.com/office/drawing/2014/main" id="{541CB828-0188-4B05-806F-814F45D0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334250"/>
            <a:ext cx="244449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p42-comparison / n126 / text 1">
            <a:extLst xmlns:a="http://schemas.openxmlformats.org/drawingml/2006/main">
              <a:ext uri="{FF2B5EF4-FFF2-40B4-BE49-F238E27FC236}">
                <a16:creationId xmlns:a16="http://schemas.microsoft.com/office/drawing/2014/main" id="{73451C3C-AC28-4415-B20D-8B90338F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343775"/>
            <a:ext cx="36195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외부 접수 / X1 질문 / X2 결과</a:t>
            </a:r>
          </a:p>
        </p:txBody>
      </p:sp>
      <p:sp>
        <p:nvSpPr>
          <p:cNvPr id="139" name="dp42-comparison / n127">
            <a:extLst xmlns:a="http://schemas.openxmlformats.org/drawingml/2006/main">
              <a:ext uri="{FF2B5EF4-FFF2-40B4-BE49-F238E27FC236}">
                <a16:creationId xmlns:a16="http://schemas.microsoft.com/office/drawing/2014/main" id="{73200E33-1B34-451C-AC65-F08A6684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7343775"/>
            <a:ext cx="115214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p42-comparison / n128 / text 1">
            <a:extLst xmlns:a="http://schemas.openxmlformats.org/drawingml/2006/main">
              <a:ext uri="{FF2B5EF4-FFF2-40B4-BE49-F238E27FC236}">
                <a16:creationId xmlns:a16="http://schemas.microsoft.com/office/drawing/2014/main" id="{68062B8B-A308-41F4-B420-AE840286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7353300"/>
            <a:ext cx="1666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</a:t>
            </a:r>
          </a:p>
        </p:txBody>
      </p:sp>
      <p:sp>
        <p:nvSpPr>
          <p:cNvPr id="141" name="dp42-comparison / n129">
            <a:extLst xmlns:a="http://schemas.openxmlformats.org/drawingml/2006/main">
              <a:ext uri="{FF2B5EF4-FFF2-40B4-BE49-F238E27FC236}">
                <a16:creationId xmlns:a16="http://schemas.microsoft.com/office/drawing/2014/main" id="{5B3EFFA1-7D7A-46BD-A243-474ACA49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800850"/>
            <a:ext cx="7762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p42-comparison / n130 / text 1">
            <a:extLst xmlns:a="http://schemas.openxmlformats.org/drawingml/2006/main">
              <a:ext uri="{FF2B5EF4-FFF2-40B4-BE49-F238E27FC236}">
                <a16:creationId xmlns:a16="http://schemas.microsoft.com/office/drawing/2014/main" id="{021AA025-97B5-40E8-9D01-7B6ACCC1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810375"/>
            <a:ext cx="21907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Core 소속</a:t>
            </a:r>
          </a:p>
        </p:txBody>
      </p:sp>
      <p:sp>
        <p:nvSpPr>
          <p:cNvPr id="143" name="dp42-comparison / n135 / path">
            <a:extLst xmlns:a="http://schemas.openxmlformats.org/drawingml/2006/main">
              <a:ext uri="{FF2B5EF4-FFF2-40B4-BE49-F238E27FC236}">
                <a16:creationId xmlns:a16="http://schemas.microsoft.com/office/drawing/2014/main" id="{5336A998-DE4C-415B-99B7-62AF53F5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905125"/>
            <a:ext cx="5400675" cy="953"/>
          </a:xfrm>
          <a:custGeom xmlns:a="http://schemas.openxmlformats.org/drawingml/2006/main">
            <a:pathLst>
              <a:path w="5400675" h="953">
                <a:moveTo>
                  <a:pt x="0" y="0"/>
                </a:moveTo>
                <a:lnTo>
                  <a:pt x="5400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4" name="dp42-comparison / n140 / path">
            <a:extLst xmlns:a="http://schemas.openxmlformats.org/drawingml/2006/main">
              <a:ext uri="{FF2B5EF4-FFF2-40B4-BE49-F238E27FC236}">
                <a16:creationId xmlns:a16="http://schemas.microsoft.com/office/drawing/2014/main" id="{B5A5DB27-893B-498B-914D-1FCD8D25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143250"/>
            <a:ext cx="1428750" cy="953"/>
          </a:xfrm>
          <a:custGeom xmlns:a="http://schemas.openxmlformats.org/drawingml/2006/main">
            <a:pathLst>
              <a:path w="1428750" h="953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5" name="dp42-comparison / n143 / path">
            <a:extLst xmlns:a="http://schemas.openxmlformats.org/drawingml/2006/main">
              <a:ext uri="{FF2B5EF4-FFF2-40B4-BE49-F238E27FC236}">
                <a16:creationId xmlns:a16="http://schemas.microsoft.com/office/drawing/2014/main" id="{2279715E-A6F3-4741-93F8-ABEE45BF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3143250"/>
            <a:ext cx="1428750" cy="953"/>
          </a:xfrm>
          <a:custGeom xmlns:a="http://schemas.openxmlformats.org/drawingml/2006/main">
            <a:pathLst>
              <a:path w="1428750" h="953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6" name="dp42-comparison / n148 / path">
            <a:extLst xmlns:a="http://schemas.openxmlformats.org/drawingml/2006/main">
              <a:ext uri="{FF2B5EF4-FFF2-40B4-BE49-F238E27FC236}">
                <a16:creationId xmlns:a16="http://schemas.microsoft.com/office/drawing/2014/main" id="{3C93EAD9-3AF4-4D6C-8C7A-4E40CEB2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381375"/>
            <a:ext cx="5400675" cy="953"/>
          </a:xfrm>
          <a:custGeom xmlns:a="http://schemas.openxmlformats.org/drawingml/2006/main">
            <a:pathLst>
              <a:path w="5400675" h="953">
                <a:moveTo>
                  <a:pt x="0" y="0"/>
                </a:moveTo>
                <a:lnTo>
                  <a:pt x="5400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7" name="dp42-comparison / n153 / path">
            <a:extLst xmlns:a="http://schemas.openxmlformats.org/drawingml/2006/main">
              <a:ext uri="{FF2B5EF4-FFF2-40B4-BE49-F238E27FC236}">
                <a16:creationId xmlns:a16="http://schemas.microsoft.com/office/drawing/2014/main" id="{C99740DD-1BC1-48C0-A0FE-B8686DD7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619500"/>
            <a:ext cx="3810000" cy="953"/>
          </a:xfrm>
          <a:custGeom xmlns:a="http://schemas.openxmlformats.org/drawingml/2006/main">
            <a:pathLst>
              <a:path w="3810000" h="953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8" name="dp42-comparison / n158 / path">
            <a:extLst xmlns:a="http://schemas.openxmlformats.org/drawingml/2006/main">
              <a:ext uri="{FF2B5EF4-FFF2-40B4-BE49-F238E27FC236}">
                <a16:creationId xmlns:a16="http://schemas.microsoft.com/office/drawing/2014/main" id="{6530799F-48CF-4E6F-9C6A-D8218FC1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857625"/>
            <a:ext cx="2247900" cy="953"/>
          </a:xfrm>
          <a:custGeom xmlns:a="http://schemas.openxmlformats.org/drawingml/2006/main">
            <a:pathLst>
              <a:path w="2247900" h="953">
                <a:moveTo>
                  <a:pt x="0" y="0"/>
                </a:moveTo>
                <a:lnTo>
                  <a:pt x="224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9" name="dp42-comparison / n161">
            <a:extLst xmlns:a="http://schemas.openxmlformats.org/drawingml/2006/main">
              <a:ext uri="{FF2B5EF4-FFF2-40B4-BE49-F238E27FC236}">
                <a16:creationId xmlns:a16="http://schemas.microsoft.com/office/drawing/2014/main" id="{5D1E8BAE-37AD-4BC7-8201-E9707AFC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67175"/>
            <a:ext cx="337185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0" name="dp42-comparison / n162 / text 1">
            <a:extLst xmlns:a="http://schemas.openxmlformats.org/drawingml/2006/main">
              <a:ext uri="{FF2B5EF4-FFF2-40B4-BE49-F238E27FC236}">
                <a16:creationId xmlns:a16="http://schemas.microsoft.com/office/drawing/2014/main" id="{14B4FCBA-D34A-4832-8BBB-ED8DECEF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162425"/>
            <a:ext cx="31242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대화 서비스</a:t>
            </a:r>
          </a:p>
        </p:txBody>
      </p:sp>
      <p:sp>
        <p:nvSpPr>
          <p:cNvPr id="151" name="dp42-comparison / n163">
            <a:extLst xmlns:a="http://schemas.openxmlformats.org/drawingml/2006/main">
              <a:ext uri="{FF2B5EF4-FFF2-40B4-BE49-F238E27FC236}">
                <a16:creationId xmlns:a16="http://schemas.microsoft.com/office/drawing/2014/main" id="{C14B4CB2-A629-45FB-BC78-38206924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067175"/>
            <a:ext cx="3838575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2" name="dp42-comparison / n164 / text 1">
            <a:extLst xmlns:a="http://schemas.openxmlformats.org/drawingml/2006/main">
              <a:ext uri="{FF2B5EF4-FFF2-40B4-BE49-F238E27FC236}">
                <a16:creationId xmlns:a16="http://schemas.microsoft.com/office/drawing/2014/main" id="{73B23631-2867-4760-B436-FF217613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4162425"/>
            <a:ext cx="35909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업무 서비스</a:t>
            </a:r>
          </a:p>
        </p:txBody>
      </p:sp>
      <p:sp>
        <p:nvSpPr>
          <p:cNvPr id="153" name="dp42-comparison / n169">
            <a:extLst xmlns:a="http://schemas.openxmlformats.org/drawingml/2006/main">
              <a:ext uri="{FF2B5EF4-FFF2-40B4-BE49-F238E27FC236}">
                <a16:creationId xmlns:a16="http://schemas.microsoft.com/office/drawing/2014/main" id="{14E7EF2A-FEA8-4B1B-9CF8-52B0736F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43425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4" name="dp42-comparison / n170 / text 1">
            <a:extLst xmlns:a="http://schemas.openxmlformats.org/drawingml/2006/main">
              <a:ext uri="{FF2B5EF4-FFF2-40B4-BE49-F238E27FC236}">
                <a16:creationId xmlns:a16="http://schemas.microsoft.com/office/drawing/2014/main" id="{7BE12464-E38A-4E52-9657-9C18F7B4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61962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대화 처리기</a:t>
            </a:r>
          </a:p>
        </p:txBody>
      </p:sp>
      <p:sp>
        <p:nvSpPr>
          <p:cNvPr id="155" name="dp42-comparison / n171">
            <a:extLst xmlns:a="http://schemas.openxmlformats.org/drawingml/2006/main">
              <a:ext uri="{FF2B5EF4-FFF2-40B4-BE49-F238E27FC236}">
                <a16:creationId xmlns:a16="http://schemas.microsoft.com/office/drawing/2014/main" id="{5662CCAB-4393-4A33-AC95-17055E6C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225" y="4543425"/>
            <a:ext cx="346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6" name="dp42-comparison / n172 / text 1">
            <a:extLst xmlns:a="http://schemas.openxmlformats.org/drawingml/2006/main">
              <a:ext uri="{FF2B5EF4-FFF2-40B4-BE49-F238E27FC236}">
                <a16:creationId xmlns:a16="http://schemas.microsoft.com/office/drawing/2014/main" id="{97271016-0C50-4B49-BEAA-3A377DE3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619625"/>
            <a:ext cx="3295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업무 관리기</a:t>
            </a:r>
          </a:p>
        </p:txBody>
      </p:sp>
      <p:sp>
        <p:nvSpPr>
          <p:cNvPr id="157" name="dp42-comparison / n173">
            <a:extLst xmlns:a="http://schemas.openxmlformats.org/drawingml/2006/main">
              <a:ext uri="{FF2B5EF4-FFF2-40B4-BE49-F238E27FC236}">
                <a16:creationId xmlns:a16="http://schemas.microsoft.com/office/drawing/2014/main" id="{B0C4D7AF-A3A8-4180-A62B-EF47765C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115050"/>
            <a:ext cx="2990850" cy="5429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8" name="dp42-comparison / n174 / text 1">
            <a:extLst xmlns:a="http://schemas.openxmlformats.org/drawingml/2006/main">
              <a:ext uri="{FF2B5EF4-FFF2-40B4-BE49-F238E27FC236}">
                <a16:creationId xmlns:a16="http://schemas.microsoft.com/office/drawing/2014/main" id="{91C02503-BD93-4575-99C1-3D76B7C4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276975"/>
            <a:ext cx="28194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대화 상태 저장소</a:t>
            </a:r>
          </a:p>
        </p:txBody>
      </p:sp>
      <p:sp>
        <p:nvSpPr>
          <p:cNvPr id="159" name="dp42-comparison / n175">
            <a:extLst xmlns:a="http://schemas.openxmlformats.org/drawingml/2006/main">
              <a:ext uri="{FF2B5EF4-FFF2-40B4-BE49-F238E27FC236}">
                <a16:creationId xmlns:a16="http://schemas.microsoft.com/office/drawing/2014/main" id="{1391632C-65EC-405E-862A-BC3A7D49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225" y="6115050"/>
            <a:ext cx="3467100" cy="5429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60" name="dp42-comparison / n176 / text 1">
            <a:extLst xmlns:a="http://schemas.openxmlformats.org/drawingml/2006/main">
              <a:ext uri="{FF2B5EF4-FFF2-40B4-BE49-F238E27FC236}">
                <a16:creationId xmlns:a16="http://schemas.microsoft.com/office/drawing/2014/main" id="{F46B1E05-8D99-4B9D-BF2B-73AE7951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6276975"/>
            <a:ext cx="32956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업무 상태 저장소</a:t>
            </a:r>
          </a:p>
        </p:txBody>
      </p:sp>
      <p:sp>
        <p:nvSpPr>
          <p:cNvPr id="161" name="dp42-comparison / n181 / path">
            <a:extLst xmlns:a="http://schemas.openxmlformats.org/drawingml/2006/main">
              <a:ext uri="{FF2B5EF4-FFF2-40B4-BE49-F238E27FC236}">
                <a16:creationId xmlns:a16="http://schemas.microsoft.com/office/drawing/2014/main" id="{CE632BCA-CC2B-4EC5-9119-BDCFE193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943475"/>
            <a:ext cx="953" cy="1171575"/>
          </a:xfrm>
          <a:custGeom xmlns:a="http://schemas.openxmlformats.org/drawingml/2006/main">
            <a:pathLst>
              <a:path w="953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2" name="dp42-comparison / n181 / arrow">
            <a:extLst xmlns:a="http://schemas.openxmlformats.org/drawingml/2006/main">
              <a:ext uri="{FF2B5EF4-FFF2-40B4-BE49-F238E27FC236}">
                <a16:creationId xmlns:a16="http://schemas.microsoft.com/office/drawing/2014/main" id="{DFF1010E-07C2-42F6-B21B-7C673E9B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3815" y="59931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3" name="dp42-comparison / n182 / path">
            <a:extLst xmlns:a="http://schemas.openxmlformats.org/drawingml/2006/main">
              <a:ext uri="{FF2B5EF4-FFF2-40B4-BE49-F238E27FC236}">
                <a16:creationId xmlns:a16="http://schemas.microsoft.com/office/drawing/2014/main" id="{488647E7-AFD4-4555-82C2-19FAFAAA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5775" y="4943475"/>
            <a:ext cx="953" cy="1171575"/>
          </a:xfrm>
          <a:custGeom xmlns:a="http://schemas.openxmlformats.org/drawingml/2006/main">
            <a:pathLst>
              <a:path w="953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4" name="dp42-comparison / n182 / arrow">
            <a:extLst xmlns:a="http://schemas.openxmlformats.org/drawingml/2006/main">
              <a:ext uri="{FF2B5EF4-FFF2-40B4-BE49-F238E27FC236}">
                <a16:creationId xmlns:a16="http://schemas.microsoft.com/office/drawing/2014/main" id="{B4BDA389-F4D9-43BB-A60E-C7D68C45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4815" y="59931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5" name="dp42-comparison / n183 / path">
            <a:extLst xmlns:a="http://schemas.openxmlformats.org/drawingml/2006/main">
              <a:ext uri="{FF2B5EF4-FFF2-40B4-BE49-F238E27FC236}">
                <a16:creationId xmlns:a16="http://schemas.microsoft.com/office/drawing/2014/main" id="{FD2F6473-0499-4F56-A964-7CDB183A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743450"/>
            <a:ext cx="962025" cy="953"/>
          </a:xfrm>
          <a:custGeom xmlns:a="http://schemas.openxmlformats.org/drawingml/2006/main">
            <a:pathLst>
              <a:path w="962025" h="953">
                <a:moveTo>
                  <a:pt x="0" y="0"/>
                </a:moveTo>
                <a:lnTo>
                  <a:pt x="962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6" name="dp42-comparison / n183 / arrow">
            <a:extLst xmlns:a="http://schemas.openxmlformats.org/drawingml/2006/main">
              <a:ext uri="{FF2B5EF4-FFF2-40B4-BE49-F238E27FC236}">
                <a16:creationId xmlns:a16="http://schemas.microsoft.com/office/drawing/2014/main" id="{0B84EF0F-AC5F-40B1-8E5B-F0C3265F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0305" y="46824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7" name="dp42-comparison / n186 / path">
            <a:extLst xmlns:a="http://schemas.openxmlformats.org/drawingml/2006/main">
              <a:ext uri="{FF2B5EF4-FFF2-40B4-BE49-F238E27FC236}">
                <a16:creationId xmlns:a16="http://schemas.microsoft.com/office/drawing/2014/main" id="{5229CA20-23C7-4CD5-95D3-D49DBF6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943475"/>
            <a:ext cx="2457450" cy="1447800"/>
          </a:xfrm>
          <a:custGeom xmlns:a="http://schemas.openxmlformats.org/drawingml/2006/main">
            <a:pathLst>
              <a:path w="2457450" h="1447800">
                <a:moveTo>
                  <a:pt x="2457450" y="1443038"/>
                </a:moveTo>
                <a:lnTo>
                  <a:pt x="2019300" y="1447800"/>
                </a:lnTo>
                <a:lnTo>
                  <a:pt x="2019300" y="523875"/>
                </a:lnTo>
                <a:lnTo>
                  <a:pt x="0" y="5238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68" name="dp42-comparison / n186 / arrow">
            <a:extLst xmlns:a="http://schemas.openxmlformats.org/drawingml/2006/main">
              <a:ext uri="{FF2B5EF4-FFF2-40B4-BE49-F238E27FC236}">
                <a16:creationId xmlns:a16="http://schemas.microsoft.com/office/drawing/2014/main" id="{60D835FB-C7AC-4FEE-AF10-21FDC9F8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3815" y="49434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9" name="dp42-comparison / n193">
            <a:extLst xmlns:a="http://schemas.openxmlformats.org/drawingml/2006/main">
              <a:ext uri="{FF2B5EF4-FFF2-40B4-BE49-F238E27FC236}">
                <a16:creationId xmlns:a16="http://schemas.microsoft.com/office/drawing/2014/main" id="{5979DC16-A0A9-4736-9A4C-69EC2035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972300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0" name="dp42-comparison / n194 / text 1">
            <a:extLst xmlns:a="http://schemas.openxmlformats.org/drawingml/2006/main">
              <a:ext uri="{FF2B5EF4-FFF2-40B4-BE49-F238E27FC236}">
                <a16:creationId xmlns:a16="http://schemas.microsoft.com/office/drawing/2014/main" id="{1257442C-4D08-4802-852A-F32EA04C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7046595"/>
            <a:ext cx="1828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Agent Gateway</a:t>
            </a:r>
          </a:p>
        </p:txBody>
      </p:sp>
      <p:sp>
        <p:nvSpPr>
          <p:cNvPr id="171" name="dp42-comparison / n195">
            <a:extLst xmlns:a="http://schemas.openxmlformats.org/drawingml/2006/main">
              <a:ext uri="{FF2B5EF4-FFF2-40B4-BE49-F238E27FC236}">
                <a16:creationId xmlns:a16="http://schemas.microsoft.com/office/drawing/2014/main" id="{C608E2AB-BE9F-4244-B2A5-14E045E4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6972300"/>
            <a:ext cx="23526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2" name="dp42-comparison / n196 / text 1">
            <a:extLst xmlns:a="http://schemas.openxmlformats.org/drawingml/2006/main">
              <a:ext uri="{FF2B5EF4-FFF2-40B4-BE49-F238E27FC236}">
                <a16:creationId xmlns:a16="http://schemas.microsoft.com/office/drawing/2014/main" id="{4A097063-EFFA-44F3-8B2C-5AF03E3B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046595"/>
            <a:ext cx="21812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Downstream Agent</a:t>
            </a:r>
          </a:p>
        </p:txBody>
      </p:sp>
      <p:sp>
        <p:nvSpPr>
          <p:cNvPr id="173" name="dp42-comparison / n197">
            <a:extLst xmlns:a="http://schemas.openxmlformats.org/drawingml/2006/main">
              <a:ext uri="{FF2B5EF4-FFF2-40B4-BE49-F238E27FC236}">
                <a16:creationId xmlns:a16="http://schemas.microsoft.com/office/drawing/2014/main" id="{CB325B02-8FB1-411B-B351-ABBE0D7C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6972300"/>
            <a:ext cx="1666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4" name="dp42-comparison / n198 / text 1">
            <a:extLst xmlns:a="http://schemas.openxmlformats.org/drawingml/2006/main">
              <a:ext uri="{FF2B5EF4-FFF2-40B4-BE49-F238E27FC236}">
                <a16:creationId xmlns:a16="http://schemas.microsoft.com/office/drawing/2014/main" id="{F1CF1170-7BE5-4EE6-AEC5-106F95D3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7052786"/>
            <a:ext cx="14954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175" name="dp42-comparison / n199 / path">
            <a:extLst xmlns:a="http://schemas.openxmlformats.org/drawingml/2006/main">
              <a:ext uri="{FF2B5EF4-FFF2-40B4-BE49-F238E27FC236}">
                <a16:creationId xmlns:a16="http://schemas.microsoft.com/office/drawing/2014/main" id="{B25025CF-7F5B-4FC0-9022-B93A43EB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4743450"/>
            <a:ext cx="5705475" cy="2419350"/>
          </a:xfrm>
          <a:custGeom xmlns:a="http://schemas.openxmlformats.org/drawingml/2006/main">
            <a:pathLst>
              <a:path w="5705475" h="2419350">
                <a:moveTo>
                  <a:pt x="5438775" y="0"/>
                </a:moveTo>
                <a:lnTo>
                  <a:pt x="5705475" y="0"/>
                </a:lnTo>
                <a:lnTo>
                  <a:pt x="5705475" y="2133600"/>
                </a:lnTo>
                <a:lnTo>
                  <a:pt x="133350" y="2133600"/>
                </a:lnTo>
                <a:lnTo>
                  <a:pt x="133350" y="2419350"/>
                </a:lnTo>
                <a:lnTo>
                  <a:pt x="0" y="24145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76" name="dp42-comparison / n199 / arrow">
            <a:extLst xmlns:a="http://schemas.openxmlformats.org/drawingml/2006/main">
              <a:ext uri="{FF2B5EF4-FFF2-40B4-BE49-F238E27FC236}">
                <a16:creationId xmlns:a16="http://schemas.microsoft.com/office/drawing/2014/main" id="{F5D0DBB1-D893-42D4-BBF7-61E768AF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101468"/>
            <a:ext cx="124018" cy="121842"/>
          </a:xfrm>
          <a:custGeom xmlns:a="http://schemas.openxmlformats.org/drawingml/2006/main">
            <a:pathLst>
              <a:path w="124018" h="121842">
                <a:moveTo>
                  <a:pt x="124018" y="0"/>
                </a:moveTo>
                <a:lnTo>
                  <a:pt x="0" y="56570"/>
                </a:lnTo>
                <a:lnTo>
                  <a:pt x="119667" y="12184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77" name="dp42-comparison / n200 / path">
            <a:extLst xmlns:a="http://schemas.openxmlformats.org/drawingml/2006/main">
              <a:ext uri="{FF2B5EF4-FFF2-40B4-BE49-F238E27FC236}">
                <a16:creationId xmlns:a16="http://schemas.microsoft.com/office/drawing/2014/main" id="{37CFBBD9-09F7-4D64-B11B-3FB2726C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857750"/>
            <a:ext cx="6581775" cy="2114550"/>
          </a:xfrm>
          <a:custGeom xmlns:a="http://schemas.openxmlformats.org/drawingml/2006/main">
            <a:pathLst>
              <a:path w="6581775" h="2114550">
                <a:moveTo>
                  <a:pt x="0" y="2114550"/>
                </a:moveTo>
                <a:lnTo>
                  <a:pt x="0" y="2038350"/>
                </a:lnTo>
                <a:lnTo>
                  <a:pt x="6581775" y="2038350"/>
                </a:lnTo>
                <a:lnTo>
                  <a:pt x="6581775" y="0"/>
                </a:lnTo>
                <a:lnTo>
                  <a:pt x="643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8" name="dp42-comparison / n200 / arrow">
            <a:extLst xmlns:a="http://schemas.openxmlformats.org/drawingml/2006/main">
              <a:ext uri="{FF2B5EF4-FFF2-40B4-BE49-F238E27FC236}">
                <a16:creationId xmlns:a16="http://schemas.microsoft.com/office/drawing/2014/main" id="{8C3E1C6B-50B5-411D-B8A9-1E8938C7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47967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79" name="dp42-comparison / n201 / path">
            <a:extLst xmlns:a="http://schemas.openxmlformats.org/drawingml/2006/main">
              <a:ext uri="{FF2B5EF4-FFF2-40B4-BE49-F238E27FC236}">
                <a16:creationId xmlns:a16="http://schemas.microsoft.com/office/drawing/2014/main" id="{A2004DBB-7BD2-437D-8ED1-3EEF0C5C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081838"/>
            <a:ext cx="923925" cy="953"/>
          </a:xfrm>
          <a:custGeom xmlns:a="http://schemas.openxmlformats.org/drawingml/2006/main">
            <a:pathLst>
              <a:path w="923925" h="953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0" name="dp42-comparison / n201 / arrow">
            <a:extLst xmlns:a="http://schemas.openxmlformats.org/drawingml/2006/main">
              <a:ext uri="{FF2B5EF4-FFF2-40B4-BE49-F238E27FC236}">
                <a16:creationId xmlns:a16="http://schemas.microsoft.com/office/drawing/2014/main" id="{907BFD72-4385-4416-8408-E2AFB495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555" y="70208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1" name="dp42-comparison / n202 / path">
            <a:extLst xmlns:a="http://schemas.openxmlformats.org/drawingml/2006/main">
              <a:ext uri="{FF2B5EF4-FFF2-40B4-BE49-F238E27FC236}">
                <a16:creationId xmlns:a16="http://schemas.microsoft.com/office/drawing/2014/main" id="{0F49DE1E-4A24-421B-83E1-02C5A936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253288"/>
            <a:ext cx="923925" cy="953"/>
          </a:xfrm>
          <a:custGeom xmlns:a="http://schemas.openxmlformats.org/drawingml/2006/main">
            <a:pathLst>
              <a:path w="923925" h="953">
                <a:moveTo>
                  <a:pt x="9239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82" name="dp42-comparison / n202 / arrow">
            <a:extLst xmlns:a="http://schemas.openxmlformats.org/drawingml/2006/main">
              <a:ext uri="{FF2B5EF4-FFF2-40B4-BE49-F238E27FC236}">
                <a16:creationId xmlns:a16="http://schemas.microsoft.com/office/drawing/2014/main" id="{5597BDF2-24DA-45BA-8FEA-D3455879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19232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83" name="dp42-comparison / n131">
            <a:extLst xmlns:a="http://schemas.openxmlformats.org/drawingml/2006/main">
              <a:ext uri="{FF2B5EF4-FFF2-40B4-BE49-F238E27FC236}">
                <a16:creationId xmlns:a16="http://schemas.microsoft.com/office/drawing/2014/main" id="{2FCB471E-4E2C-4BB2-8E50-43D528EC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00300"/>
            <a:ext cx="496309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p42-comparison / n132 / text 1">
            <a:extLst xmlns:a="http://schemas.openxmlformats.org/drawingml/2006/main">
              <a:ext uri="{FF2B5EF4-FFF2-40B4-BE49-F238E27FC236}">
                <a16:creationId xmlns:a16="http://schemas.microsoft.com/office/drawing/2014/main" id="{4CA35235-F043-475A-956B-3A666455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9825"/>
            <a:ext cx="7810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C1 최초 R1 보고서와 R2 메일 → 후속 R3 “보고서만 상반기로”</a:t>
            </a:r>
          </a:p>
        </p:txBody>
      </p:sp>
      <p:sp>
        <p:nvSpPr>
          <p:cNvPr id="185" name="dp42-comparison / n133">
            <a:extLst xmlns:a="http://schemas.openxmlformats.org/drawingml/2006/main">
              <a:ext uri="{FF2B5EF4-FFF2-40B4-BE49-F238E27FC236}">
                <a16:creationId xmlns:a16="http://schemas.microsoft.com/office/drawing/2014/main" id="{23CA880A-3BEB-49D2-8FE7-EAFFCC5C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05100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p42-comparison / n134 / text 1">
            <a:extLst xmlns:a="http://schemas.openxmlformats.org/drawingml/2006/main">
              <a:ext uri="{FF2B5EF4-FFF2-40B4-BE49-F238E27FC236}">
                <a16:creationId xmlns:a16="http://schemas.microsoft.com/office/drawing/2014/main" id="{39712C47-2543-4E7C-9414-B4075AE7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1462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Conversation C1</a:t>
            </a:r>
          </a:p>
        </p:txBody>
      </p:sp>
      <p:sp>
        <p:nvSpPr>
          <p:cNvPr id="187" name="dp42-comparison / n136">
            <a:extLst xmlns:a="http://schemas.openxmlformats.org/drawingml/2006/main">
              <a:ext uri="{FF2B5EF4-FFF2-40B4-BE49-F238E27FC236}">
                <a16:creationId xmlns:a16="http://schemas.microsoft.com/office/drawing/2014/main" id="{0299AFDF-64FF-4165-B52F-609E15C0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686050"/>
            <a:ext cx="171297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p42-comparison / n137 / text 1">
            <a:extLst xmlns:a="http://schemas.openxmlformats.org/drawingml/2006/main">
              <a:ext uri="{FF2B5EF4-FFF2-40B4-BE49-F238E27FC236}">
                <a16:creationId xmlns:a16="http://schemas.microsoft.com/office/drawing/2014/main" id="{B26EB18F-3A28-4B7B-B73C-0DCE88FD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695575"/>
            <a:ext cx="51720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대화 기록과 연결 유지</a:t>
            </a:r>
          </a:p>
        </p:txBody>
      </p:sp>
      <p:sp>
        <p:nvSpPr>
          <p:cNvPr id="189" name="dp42-comparison / n138">
            <a:extLst xmlns:a="http://schemas.openxmlformats.org/drawingml/2006/main">
              <a:ext uri="{FF2B5EF4-FFF2-40B4-BE49-F238E27FC236}">
                <a16:creationId xmlns:a16="http://schemas.microsoft.com/office/drawing/2014/main" id="{23C607B5-AE09-4B24-9B43-7A67A4AA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43225"/>
            <a:ext cx="195453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p42-comparison / n139 / text 1">
            <a:extLst xmlns:a="http://schemas.openxmlformats.org/drawingml/2006/main">
              <a:ext uri="{FF2B5EF4-FFF2-40B4-BE49-F238E27FC236}">
                <a16:creationId xmlns:a16="http://schemas.microsoft.com/office/drawing/2014/main" id="{B5ECF1DB-380B-4CF6-8B54-7C79CD9B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52750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R1 / R2 / R3</a:t>
            </a:r>
          </a:p>
        </p:txBody>
      </p:sp>
      <p:sp>
        <p:nvSpPr>
          <p:cNvPr id="191" name="dp42-comparison / n141">
            <a:extLst xmlns:a="http://schemas.openxmlformats.org/drawingml/2006/main">
              <a:ext uri="{FF2B5EF4-FFF2-40B4-BE49-F238E27FC236}">
                <a16:creationId xmlns:a16="http://schemas.microsoft.com/office/drawing/2014/main" id="{F4C38B4A-D5AC-4484-8F73-C7AD9017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924175"/>
            <a:ext cx="148132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p42-comparison / n142 / text 1">
            <a:extLst xmlns:a="http://schemas.openxmlformats.org/drawingml/2006/main">
              <a:ext uri="{FF2B5EF4-FFF2-40B4-BE49-F238E27FC236}">
                <a16:creationId xmlns:a16="http://schemas.microsoft.com/office/drawing/2014/main" id="{CD1334CB-6EB6-4041-BFBE-0AAF637D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933700"/>
            <a:ext cx="1666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R1 / R2 접수 완료</a:t>
            </a:r>
          </a:p>
        </p:txBody>
      </p:sp>
      <p:sp>
        <p:nvSpPr>
          <p:cNvPr id="193" name="dp42-comparison / n144">
            <a:extLst xmlns:a="http://schemas.openxmlformats.org/drawingml/2006/main">
              <a:ext uri="{FF2B5EF4-FFF2-40B4-BE49-F238E27FC236}">
                <a16:creationId xmlns:a16="http://schemas.microsoft.com/office/drawing/2014/main" id="{D526D6A4-5498-4274-9081-C9476696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2943225"/>
            <a:ext cx="103936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p42-comparison / n145 / text 1">
            <a:extLst xmlns:a="http://schemas.openxmlformats.org/drawingml/2006/main">
              <a:ext uri="{FF2B5EF4-FFF2-40B4-BE49-F238E27FC236}">
                <a16:creationId xmlns:a16="http://schemas.microsoft.com/office/drawing/2014/main" id="{B22CB87F-CDA1-46D1-A553-A29C6448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425" y="2952750"/>
            <a:ext cx="20669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R3 후속 수정</a:t>
            </a:r>
          </a:p>
        </p:txBody>
      </p:sp>
      <p:sp>
        <p:nvSpPr>
          <p:cNvPr id="195" name="dp42-comparison / n146">
            <a:extLst xmlns:a="http://schemas.openxmlformats.org/drawingml/2006/main">
              <a:ext uri="{FF2B5EF4-FFF2-40B4-BE49-F238E27FC236}">
                <a16:creationId xmlns:a16="http://schemas.microsoft.com/office/drawing/2014/main" id="{293D9FC2-8B07-4802-9525-D7D820B5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81350"/>
            <a:ext cx="120319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p42-comparison / n147 / text 1">
            <a:extLst xmlns:a="http://schemas.openxmlformats.org/drawingml/2006/main">
              <a:ext uri="{FF2B5EF4-FFF2-40B4-BE49-F238E27FC236}">
                <a16:creationId xmlns:a16="http://schemas.microsoft.com/office/drawing/2014/main" id="{EA43ED90-462A-4437-9561-C62C8641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9087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T1 / T2</a:t>
            </a:r>
          </a:p>
        </p:txBody>
      </p:sp>
      <p:sp>
        <p:nvSpPr>
          <p:cNvPr id="197" name="dp42-comparison / n149">
            <a:extLst xmlns:a="http://schemas.openxmlformats.org/drawingml/2006/main">
              <a:ext uri="{FF2B5EF4-FFF2-40B4-BE49-F238E27FC236}">
                <a16:creationId xmlns:a16="http://schemas.microsoft.com/office/drawing/2014/main" id="{36DF612D-F1AE-4CED-9484-F7933A6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62300"/>
            <a:ext cx="242011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p42-comparison / n150 / text 1">
            <a:extLst xmlns:a="http://schemas.openxmlformats.org/drawingml/2006/main">
              <a:ext uri="{FF2B5EF4-FFF2-40B4-BE49-F238E27FC236}">
                <a16:creationId xmlns:a16="http://schemas.microsoft.com/office/drawing/2014/main" id="{5E38AAEE-96E9-4F04-BE0B-30E5C6E2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171825"/>
            <a:ext cx="51720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보고서 T1 수정 / 메일 T2 계속</a:t>
            </a:r>
          </a:p>
        </p:txBody>
      </p:sp>
      <p:sp>
        <p:nvSpPr>
          <p:cNvPr id="199" name="dp42-comparison / n151">
            <a:extLst xmlns:a="http://schemas.openxmlformats.org/drawingml/2006/main">
              <a:ext uri="{FF2B5EF4-FFF2-40B4-BE49-F238E27FC236}">
                <a16:creationId xmlns:a16="http://schemas.microsoft.com/office/drawing/2014/main" id="{E566C3EB-F228-4552-80DA-35222C52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19475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p42-comparison / n152 / text 1">
            <a:extLst xmlns:a="http://schemas.openxmlformats.org/drawingml/2006/main">
              <a:ext uri="{FF2B5EF4-FFF2-40B4-BE49-F238E27FC236}">
                <a16:creationId xmlns:a16="http://schemas.microsoft.com/office/drawing/2014/main" id="{CD3B15E7-12F8-4BDA-88B6-756B52D1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</a:t>
            </a:r>
          </a:p>
        </p:txBody>
      </p:sp>
      <p:sp>
        <p:nvSpPr>
          <p:cNvPr id="201" name="dp42-comparison / n154">
            <a:extLst xmlns:a="http://schemas.openxmlformats.org/drawingml/2006/main">
              <a:ext uri="{FF2B5EF4-FFF2-40B4-BE49-F238E27FC236}">
                <a16:creationId xmlns:a16="http://schemas.microsoft.com/office/drawing/2014/main" id="{FC87C955-5B98-42F9-A727-4B102862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400425"/>
            <a:ext cx="223723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p42-comparison / n155 / text 1">
            <a:extLst xmlns:a="http://schemas.openxmlformats.org/drawingml/2006/main">
              <a:ext uri="{FF2B5EF4-FFF2-40B4-BE49-F238E27FC236}">
                <a16:creationId xmlns:a16="http://schemas.microsoft.com/office/drawing/2014/main" id="{2F9561A3-1326-4733-A732-A8415033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409950"/>
            <a:ext cx="35814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T1: X1 종료 → X2 / T2: Y1</a:t>
            </a:r>
          </a:p>
        </p:txBody>
      </p:sp>
      <p:sp>
        <p:nvSpPr>
          <p:cNvPr id="203" name="dp42-comparison / n156">
            <a:extLst xmlns:a="http://schemas.openxmlformats.org/drawingml/2006/main">
              <a:ext uri="{FF2B5EF4-FFF2-40B4-BE49-F238E27FC236}">
                <a16:creationId xmlns:a16="http://schemas.microsoft.com/office/drawing/2014/main" id="{2EE57FF9-836E-4AB1-A8B6-2F5324B4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57600"/>
            <a:ext cx="68180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p42-comparison / n157 / text 1">
            <a:extLst xmlns:a="http://schemas.openxmlformats.org/drawingml/2006/main">
              <a:ext uri="{FF2B5EF4-FFF2-40B4-BE49-F238E27FC236}">
                <a16:creationId xmlns:a16="http://schemas.microsoft.com/office/drawing/2014/main" id="{05C45B85-2528-4F4D-863E-4D170803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6712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질문 Q1</a:t>
            </a:r>
          </a:p>
        </p:txBody>
      </p:sp>
      <p:sp>
        <p:nvSpPr>
          <p:cNvPr id="205" name="dp42-comparison / n159">
            <a:extLst xmlns:a="http://schemas.openxmlformats.org/drawingml/2006/main">
              <a:ext uri="{FF2B5EF4-FFF2-40B4-BE49-F238E27FC236}">
                <a16:creationId xmlns:a16="http://schemas.microsoft.com/office/drawing/2014/main" id="{079A782C-8D2E-4EFA-9D29-E6981BC1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638550"/>
            <a:ext cx="191414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p42-comparison / n160 / text 1">
            <a:extLst xmlns:a="http://schemas.openxmlformats.org/drawingml/2006/main">
              <a:ext uri="{FF2B5EF4-FFF2-40B4-BE49-F238E27FC236}">
                <a16:creationId xmlns:a16="http://schemas.microsoft.com/office/drawing/2014/main" id="{1CE4FB9D-C44F-4A7D-A327-FE781109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648075"/>
            <a:ext cx="2019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제시 → 답변 연결 → 해소</a:t>
            </a:r>
          </a:p>
        </p:txBody>
      </p:sp>
      <p:sp>
        <p:nvSpPr>
          <p:cNvPr id="207" name="dp42-comparison / n165">
            <a:extLst xmlns:a="http://schemas.openxmlformats.org/drawingml/2006/main">
              <a:ext uri="{FF2B5EF4-FFF2-40B4-BE49-F238E27FC236}">
                <a16:creationId xmlns:a16="http://schemas.microsoft.com/office/drawing/2014/main" id="{BF8A43D2-BBE9-4FCD-828D-6E8BC952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181475"/>
            <a:ext cx="116738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p42-comparison / n166 / text 1">
            <a:extLst xmlns:a="http://schemas.openxmlformats.org/drawingml/2006/main">
              <a:ext uri="{FF2B5EF4-FFF2-40B4-BE49-F238E27FC236}">
                <a16:creationId xmlns:a16="http://schemas.microsoft.com/office/drawing/2014/main" id="{B9D66666-B823-43EF-B06E-2C6FDB66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0"/>
            <a:ext cx="1638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독립 실행 경계</a:t>
            </a:r>
          </a:p>
        </p:txBody>
      </p:sp>
      <p:sp>
        <p:nvSpPr>
          <p:cNvPr id="209" name="dp42-comparison / n167">
            <a:extLst xmlns:a="http://schemas.openxmlformats.org/drawingml/2006/main">
              <a:ext uri="{FF2B5EF4-FFF2-40B4-BE49-F238E27FC236}">
                <a16:creationId xmlns:a16="http://schemas.microsoft.com/office/drawing/2014/main" id="{6E94E46B-6E40-4516-A3D9-97D9E6C8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181475"/>
            <a:ext cx="116738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p42-comparison / n168 / text 1">
            <a:extLst xmlns:a="http://schemas.openxmlformats.org/drawingml/2006/main">
              <a:ext uri="{FF2B5EF4-FFF2-40B4-BE49-F238E27FC236}">
                <a16:creationId xmlns:a16="http://schemas.microsoft.com/office/drawing/2014/main" id="{1C30D333-8F19-4939-8700-A3ABF67C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191000"/>
            <a:ext cx="18954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독립 실행 경계</a:t>
            </a:r>
          </a:p>
        </p:txBody>
      </p:sp>
      <p:sp>
        <p:nvSpPr>
          <p:cNvPr id="211" name="dp42-comparison / n177">
            <a:extLst xmlns:a="http://schemas.openxmlformats.org/drawingml/2006/main">
              <a:ext uri="{FF2B5EF4-FFF2-40B4-BE49-F238E27FC236}">
                <a16:creationId xmlns:a16="http://schemas.microsoft.com/office/drawing/2014/main" id="{B8B95A5C-9AA2-4A0B-BBAD-EA774936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29200"/>
            <a:ext cx="190271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p42-comparison / n178 / text 1">
            <a:extLst xmlns:a="http://schemas.openxmlformats.org/drawingml/2006/main">
              <a:ext uri="{FF2B5EF4-FFF2-40B4-BE49-F238E27FC236}">
                <a16:creationId xmlns:a16="http://schemas.microsoft.com/office/drawing/2014/main" id="{48D50F97-79EE-4912-8104-49C51C1B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38725"/>
            <a:ext cx="29337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C1 / R1~R3 / Q1 연결</a:t>
            </a:r>
          </a:p>
        </p:txBody>
      </p:sp>
      <p:sp>
        <p:nvSpPr>
          <p:cNvPr id="213" name="dp42-comparison / n179">
            <a:extLst xmlns:a="http://schemas.openxmlformats.org/drawingml/2006/main">
              <a:ext uri="{FF2B5EF4-FFF2-40B4-BE49-F238E27FC236}">
                <a16:creationId xmlns:a16="http://schemas.microsoft.com/office/drawing/2014/main" id="{F2978E10-D44A-4F29-8C84-6788EE0C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5029200"/>
            <a:ext cx="242411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p42-comparison / n180 / text 1">
            <a:extLst xmlns:a="http://schemas.openxmlformats.org/drawingml/2006/main">
              <a:ext uri="{FF2B5EF4-FFF2-40B4-BE49-F238E27FC236}">
                <a16:creationId xmlns:a16="http://schemas.microsoft.com/office/drawing/2014/main" id="{C985D05B-0938-44D9-95F1-C187A3A1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038725"/>
            <a:ext cx="32861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T1 / T2 / Q1 / command ID</a:t>
            </a:r>
          </a:p>
        </p:txBody>
      </p:sp>
      <p:sp>
        <p:nvSpPr>
          <p:cNvPr id="215" name="dp42-comparison / n184">
            <a:extLst xmlns:a="http://schemas.openxmlformats.org/drawingml/2006/main">
              <a:ext uri="{FF2B5EF4-FFF2-40B4-BE49-F238E27FC236}">
                <a16:creationId xmlns:a16="http://schemas.microsoft.com/office/drawing/2014/main" id="{47D8301B-2E85-4A0F-8B93-AEED1702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448175"/>
            <a:ext cx="58788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p42-comparison / n185 / text 1">
            <a:extLst xmlns:a="http://schemas.openxmlformats.org/drawingml/2006/main">
              <a:ext uri="{FF2B5EF4-FFF2-40B4-BE49-F238E27FC236}">
                <a16:creationId xmlns:a16="http://schemas.microsoft.com/office/drawing/2014/main" id="{66CBD8FB-C522-4960-9F92-327F5EB4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975" y="4457700"/>
            <a:ext cx="11620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1 명령</a:t>
            </a:r>
          </a:p>
        </p:txBody>
      </p:sp>
      <p:sp>
        <p:nvSpPr>
          <p:cNvPr id="217" name="dp42-comparison / n187">
            <a:extLst xmlns:a="http://schemas.openxmlformats.org/drawingml/2006/main">
              <a:ext uri="{FF2B5EF4-FFF2-40B4-BE49-F238E27FC236}">
                <a16:creationId xmlns:a16="http://schemas.microsoft.com/office/drawing/2014/main" id="{E72DEB47-E0AE-4F32-986B-A17D8381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5381625"/>
            <a:ext cx="2287905" cy="224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p42-comparison / n188 / text 1">
            <a:extLst xmlns:a="http://schemas.openxmlformats.org/drawingml/2006/main">
              <a:ext uri="{FF2B5EF4-FFF2-40B4-BE49-F238E27FC236}">
                <a16:creationId xmlns:a16="http://schemas.microsoft.com/office/drawing/2014/main" id="{E5E81459-3BB9-43C9-BDED-923F7DEC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5391150"/>
            <a:ext cx="32575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2 업무의 로컬 접수와 확정</a:t>
            </a:r>
          </a:p>
        </p:txBody>
      </p:sp>
      <p:sp>
        <p:nvSpPr>
          <p:cNvPr id="219" name="dp42-comparison / n189">
            <a:extLst xmlns:a="http://schemas.openxmlformats.org/drawingml/2006/main">
              <a:ext uri="{FF2B5EF4-FFF2-40B4-BE49-F238E27FC236}">
                <a16:creationId xmlns:a16="http://schemas.microsoft.com/office/drawing/2014/main" id="{9BBD328A-E14E-432E-825E-83AC15F2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600700"/>
            <a:ext cx="2174748" cy="407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p42-comparison / n190 / text 1">
            <a:extLst xmlns:a="http://schemas.openxmlformats.org/drawingml/2006/main">
              <a:ext uri="{FF2B5EF4-FFF2-40B4-BE49-F238E27FC236}">
                <a16:creationId xmlns:a16="http://schemas.microsoft.com/office/drawing/2014/main" id="{D1B73E83-F588-44F5-B67E-A30AA640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610225"/>
            <a:ext cx="2857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3 내부 접수의 대화 반영</a:t>
            </a:r>
          </a:p>
        </p:txBody>
      </p:sp>
      <p:sp>
        <p:nvSpPr>
          <p:cNvPr id="221" name="dp42-comparison / n190 / text 2">
            <a:extLst xmlns:a="http://schemas.openxmlformats.org/drawingml/2006/main">
              <a:ext uri="{FF2B5EF4-FFF2-40B4-BE49-F238E27FC236}">
                <a16:creationId xmlns:a16="http://schemas.microsoft.com/office/drawing/2014/main" id="{3B88A1A7-052F-421F-90C2-74EC6F78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804535"/>
            <a:ext cx="2857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같은 command ID의 재시도</a:t>
            </a:r>
          </a:p>
        </p:txBody>
      </p:sp>
      <p:sp>
        <p:nvSpPr>
          <p:cNvPr id="222" name="dp42-comparison / n191">
            <a:extLst xmlns:a="http://schemas.openxmlformats.org/drawingml/2006/main">
              <a:ext uri="{FF2B5EF4-FFF2-40B4-BE49-F238E27FC236}">
                <a16:creationId xmlns:a16="http://schemas.microsoft.com/office/drawing/2014/main" id="{951FCF8A-1828-4846-91D6-5B4954E8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5791200"/>
            <a:ext cx="224332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p42-comparison / n192 / text 1">
            <a:extLst xmlns:a="http://schemas.openxmlformats.org/drawingml/2006/main">
              <a:ext uri="{FF2B5EF4-FFF2-40B4-BE49-F238E27FC236}">
                <a16:creationId xmlns:a16="http://schemas.microsoft.com/office/drawing/2014/main" id="{CFDB708E-2CEE-4CD4-B488-48E2421B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5800725"/>
            <a:ext cx="33909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외부 Agent 접수와 별도 사실</a:t>
            </a:r>
          </a:p>
        </p:txBody>
      </p:sp>
      <p:sp>
        <p:nvSpPr>
          <p:cNvPr id="224" name="dp42-comparison / n203">
            <a:extLst xmlns:a="http://schemas.openxmlformats.org/drawingml/2006/main">
              <a:ext uri="{FF2B5EF4-FFF2-40B4-BE49-F238E27FC236}">
                <a16:creationId xmlns:a16="http://schemas.microsoft.com/office/drawing/2014/main" id="{CF244084-0B2E-4CF4-B975-03B74513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8961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p42-comparison / n204 / text 1">
            <a:extLst xmlns:a="http://schemas.openxmlformats.org/drawingml/2006/main">
              <a:ext uri="{FF2B5EF4-FFF2-40B4-BE49-F238E27FC236}">
                <a16:creationId xmlns:a16="http://schemas.microsoft.com/office/drawing/2014/main" id="{54137D69-33CF-4B04-883D-9F1CA9D8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905625"/>
            <a:ext cx="876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명령</a:t>
            </a:r>
          </a:p>
        </p:txBody>
      </p:sp>
      <p:sp>
        <p:nvSpPr>
          <p:cNvPr id="226" name="dp42-comparison / n205">
            <a:extLst xmlns:a="http://schemas.openxmlformats.org/drawingml/2006/main">
              <a:ext uri="{FF2B5EF4-FFF2-40B4-BE49-F238E27FC236}">
                <a16:creationId xmlns:a16="http://schemas.microsoft.com/office/drawing/2014/main" id="{E5FE2597-4A7B-4BEC-8742-6882B241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7334250"/>
            <a:ext cx="244449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p42-comparison / n206 / text 1">
            <a:extLst xmlns:a="http://schemas.openxmlformats.org/drawingml/2006/main">
              <a:ext uri="{FF2B5EF4-FFF2-40B4-BE49-F238E27FC236}">
                <a16:creationId xmlns:a16="http://schemas.microsoft.com/office/drawing/2014/main" id="{C827C347-9022-46A9-89AE-2315843E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7343775"/>
            <a:ext cx="36195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외부 접수 / X1 질문 / X2 결과</a:t>
            </a:r>
          </a:p>
        </p:txBody>
      </p:sp>
      <p:sp>
        <p:nvSpPr>
          <p:cNvPr id="228" name="dp42-comparison / n207">
            <a:extLst xmlns:a="http://schemas.openxmlformats.org/drawingml/2006/main">
              <a:ext uri="{FF2B5EF4-FFF2-40B4-BE49-F238E27FC236}">
                <a16:creationId xmlns:a16="http://schemas.microsoft.com/office/drawing/2014/main" id="{8FDDB80C-3F15-45EB-9B34-EE90FFE2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425" y="7343775"/>
            <a:ext cx="115214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p42-comparison / n208 / text 1">
            <a:extLst xmlns:a="http://schemas.openxmlformats.org/drawingml/2006/main">
              <a:ext uri="{FF2B5EF4-FFF2-40B4-BE49-F238E27FC236}">
                <a16:creationId xmlns:a16="http://schemas.microsoft.com/office/drawing/2014/main" id="{47F0BC36-804C-46B9-84FA-84C12D0D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75" y="7353300"/>
            <a:ext cx="1666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</a:t>
            </a:r>
          </a:p>
        </p:txBody>
      </p:sp>
      <p:sp>
        <p:nvSpPr>
          <p:cNvPr id="230" name="dp42-comparison / n209">
            <a:extLst xmlns:a="http://schemas.openxmlformats.org/drawingml/2006/main">
              <a:ext uri="{FF2B5EF4-FFF2-40B4-BE49-F238E27FC236}">
                <a16:creationId xmlns:a16="http://schemas.microsoft.com/office/drawing/2014/main" id="{8960E2B5-486C-48DF-97CB-FD3E484B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6800850"/>
            <a:ext cx="124206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p42-comparison / n210 / text 1">
            <a:extLst xmlns:a="http://schemas.openxmlformats.org/drawingml/2006/main">
              <a:ext uri="{FF2B5EF4-FFF2-40B4-BE49-F238E27FC236}">
                <a16:creationId xmlns:a16="http://schemas.microsoft.com/office/drawing/2014/main" id="{99772EEB-035E-4196-BBA7-ACABCA16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810375"/>
            <a:ext cx="21907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업무 서비스 소속</a:t>
            </a:r>
          </a:p>
        </p:txBody>
      </p:sp>
    </p:spTree>
    <p:extLst>
      <p:ext uri="{BB962C8B-B14F-4D97-AF65-F5344CB8AC3E}">
        <p14:creationId xmlns:p14="http://schemas.microsoft.com/office/powerpoint/2010/main" val="1906710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7" name="dp43-comparison / n1">
            <a:extLst xmlns:a="http://schemas.openxmlformats.org/drawingml/2006/main">
              <a:ext uri="{FF2B5EF4-FFF2-40B4-BE49-F238E27FC236}">
                <a16:creationId xmlns:a16="http://schemas.microsoft.com/office/drawing/2014/main" id="{1270356A-3E39-4912-94F2-08081D99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3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C347FF5C-9344-4FEF-BAC7-81337CCF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3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E3B73ABF-7FB7-4545-90E3-69989213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3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9EDA0892-47BE-42FC-B2F5-54E7A23A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04-43. 기능 정확성을 위한 VIA Request 의미 판단 설계</a:t>
            </a:r>
          </a:p>
        </p:txBody>
      </p:sp>
      <p:sp>
        <p:nvSpPr>
          <p:cNvPr id="5" name="dp43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7FCD1E9D-5D13-4A1E-A1BA-C565B05E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3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0470B2F0-C903-4233-8F27-EBD0A1A9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“보고서는 PDF로, 메일에는 결론을 넣어줘.” → “메일에는 결론 대신 표만 넣어줘.”</a:t>
            </a:r>
          </a:p>
        </p:txBody>
      </p:sp>
      <p:sp>
        <p:nvSpPr>
          <p:cNvPr id="7" name="dp43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ED3861E8-DC0D-4503-9052-78403026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3-comparison / n8">
            <a:extLst xmlns:a="http://schemas.openxmlformats.org/drawingml/2006/main">
              <a:ext uri="{FF2B5EF4-FFF2-40B4-BE49-F238E27FC236}">
                <a16:creationId xmlns:a16="http://schemas.microsoft.com/office/drawing/2014/main" id="{D30C4759-467E-42D8-B626-1CB3EF6D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3-comparison / n9 / text 1">
            <a:extLst xmlns:a="http://schemas.openxmlformats.org/drawingml/2006/main">
              <a:ext uri="{FF2B5EF4-FFF2-40B4-BE49-F238E27FC236}">
                <a16:creationId xmlns:a16="http://schemas.microsoft.com/office/drawing/2014/main" id="{B09CAA63-9B5E-4D32-BF9C-321EA24E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0" name="dp43-comparison / n10">
            <a:extLst xmlns:a="http://schemas.openxmlformats.org/drawingml/2006/main">
              <a:ext uri="{FF2B5EF4-FFF2-40B4-BE49-F238E27FC236}">
                <a16:creationId xmlns:a16="http://schemas.microsoft.com/office/drawing/2014/main" id="{AFBA6268-A0A0-439D-9EB3-3361F8AE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1" name="dp43-comparison / n11 / text 1">
            <a:extLst xmlns:a="http://schemas.openxmlformats.org/drawingml/2006/main">
              <a:ext uri="{FF2B5EF4-FFF2-40B4-BE49-F238E27FC236}">
                <a16:creationId xmlns:a16="http://schemas.microsoft.com/office/drawing/2014/main" id="{B0CA52E7-2F5A-4455-8FC0-E85F4477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2" name="dp43-comparison / n12">
            <a:extLst xmlns:a="http://schemas.openxmlformats.org/drawingml/2006/main">
              <a:ext uri="{FF2B5EF4-FFF2-40B4-BE49-F238E27FC236}">
                <a16:creationId xmlns:a16="http://schemas.microsoft.com/office/drawing/2014/main" id="{24F4E9EA-4D10-4C74-BB72-8689B806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3" name="dp43-comparison / n13 / text 1">
            <a:extLst xmlns:a="http://schemas.openxmlformats.org/drawingml/2006/main">
              <a:ext uri="{FF2B5EF4-FFF2-40B4-BE49-F238E27FC236}">
                <a16:creationId xmlns:a16="http://schemas.microsoft.com/office/drawing/2014/main" id="{11DC8D46-EC30-47AA-BEEE-C97924CA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4" name="dp43-comparison / n14">
            <a:extLst xmlns:a="http://schemas.openxmlformats.org/drawingml/2006/main">
              <a:ext uri="{FF2B5EF4-FFF2-40B4-BE49-F238E27FC236}">
                <a16:creationId xmlns:a16="http://schemas.microsoft.com/office/drawing/2014/main" id="{0D591340-6A17-4635-BC79-D8B68067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5" name="dp43-comparison / n15 / text 1">
            <a:extLst xmlns:a="http://schemas.openxmlformats.org/drawingml/2006/main">
              <a:ext uri="{FF2B5EF4-FFF2-40B4-BE49-F238E27FC236}">
                <a16:creationId xmlns:a16="http://schemas.microsoft.com/office/drawing/2014/main" id="{E550E1FD-F0C7-4FF3-9636-43588D7D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6" name="dp43-comparison / n16">
            <a:extLst xmlns:a="http://schemas.openxmlformats.org/drawingml/2006/main">
              <a:ext uri="{FF2B5EF4-FFF2-40B4-BE49-F238E27FC236}">
                <a16:creationId xmlns:a16="http://schemas.microsoft.com/office/drawing/2014/main" id="{7C2CC07E-BB84-4001-ABC7-54C7C522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3-comparison / n17 / text 1">
            <a:extLst xmlns:a="http://schemas.openxmlformats.org/drawingml/2006/main">
              <a:ext uri="{FF2B5EF4-FFF2-40B4-BE49-F238E27FC236}">
                <a16:creationId xmlns:a16="http://schemas.microsoft.com/office/drawing/2014/main" id="{5454488C-06C7-4349-91D6-DD1BC37F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8" name="dp43-comparison / n17 / text 2">
            <a:extLst xmlns:a="http://schemas.openxmlformats.org/drawingml/2006/main">
              <a:ext uri="{FF2B5EF4-FFF2-40B4-BE49-F238E27FC236}">
                <a16:creationId xmlns:a16="http://schemas.microsoft.com/office/drawing/2014/main" id="{C1197133-5313-415B-A48D-9F90EA07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19" name="dp43-comparison / n18 / path">
            <a:extLst xmlns:a="http://schemas.openxmlformats.org/drawingml/2006/main">
              <a:ext uri="{FF2B5EF4-FFF2-40B4-BE49-F238E27FC236}">
                <a16:creationId xmlns:a16="http://schemas.microsoft.com/office/drawing/2014/main" id="{A6654D0A-1AC0-44FE-B24D-D710FC0B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0" name="dp43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E852FA96-DECE-4B0F-912F-512A2253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3-comparison / n20 / text 1">
            <a:extLst xmlns:a="http://schemas.openxmlformats.org/drawingml/2006/main">
              <a:ext uri="{FF2B5EF4-FFF2-40B4-BE49-F238E27FC236}">
                <a16:creationId xmlns:a16="http://schemas.microsoft.com/office/drawing/2014/main" id="{F06B6CC8-9038-40CD-BB7B-2A34590E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통합 의미 생산</a:t>
            </a:r>
          </a:p>
        </p:txBody>
      </p:sp>
      <p:sp>
        <p:nvSpPr>
          <p:cNvPr id="22" name="dp43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20B0169B-3E13-435D-B2DD-089B21B3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관련 의미의 공동 판단으로 정확 처리율 94% (기능 정확성 ↑)</a:t>
            </a:r>
          </a:p>
        </p:txBody>
      </p:sp>
      <p:sp>
        <p:nvSpPr>
          <p:cNvPr id="23" name="dp43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79AED67D-A60F-4FB1-BF63-D071C472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부분 제안 간 교환 축소로 완료시간 5.5 s (요청 완료 신속성 ↑)</a:t>
            </a:r>
          </a:p>
        </p:txBody>
      </p:sp>
      <p:sp>
        <p:nvSpPr>
          <p:cNvPr id="24" name="dp43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EF70E772-4393-434C-A720-00153523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통합 의미 생산 계약의 변경 전파, 평균 4.0개 (변경 용이성 ↓)</a:t>
            </a:r>
          </a:p>
        </p:txBody>
      </p:sp>
      <p:sp>
        <p:nvSpPr>
          <p:cNvPr id="25" name="dp43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3640B130-E860-438A-BD87-F100260E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V-01 기능 정확성</a:t>
            </a:r>
          </a:p>
        </p:txBody>
      </p:sp>
      <p:sp>
        <p:nvSpPr>
          <p:cNvPr id="26" name="dp43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C81F6E7B-2047-44C6-B437-61B205E5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27" name="dp43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4EC851B5-45AB-43C5-8031-D4BB58D6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94%</a:t>
            </a:r>
          </a:p>
        </p:txBody>
      </p:sp>
      <p:sp>
        <p:nvSpPr>
          <p:cNvPr id="28" name="dp43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8728AE2F-2924-4212-B5B8-C751E98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정확 처리율 ↑</a:t>
            </a:r>
          </a:p>
        </p:txBody>
      </p:sp>
      <p:sp>
        <p:nvSpPr>
          <p:cNvPr id="29" name="dp43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110ECC0C-C567-422D-9D76-FC66379B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30" name="dp43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AFF62E19-D9C3-4569-BF02-C4A20BFE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1" name="dp43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25C589AF-0F41-4A52-AA62-977E44E3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5.5 s</a:t>
            </a:r>
          </a:p>
        </p:txBody>
      </p:sp>
      <p:sp>
        <p:nvSpPr>
          <p:cNvPr id="32" name="dp43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8CEEB209-BC54-426D-BC7E-25673DE7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33" name="dp43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3FB65874-AA30-4E4D-B543-5D4800D1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34" name="dp43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02C4209C-AE65-4A4F-9DE0-44B35937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●○○</a:t>
            </a:r>
          </a:p>
        </p:txBody>
      </p:sp>
      <p:sp>
        <p:nvSpPr>
          <p:cNvPr id="35" name="dp43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02025C3F-CCA0-4B00-8CAE-5F061F7D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4.0개</a:t>
            </a:r>
          </a:p>
        </p:txBody>
      </p:sp>
      <p:sp>
        <p:nvSpPr>
          <p:cNvPr id="36" name="dp43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D20DBF82-3D0F-4BB8-B72B-8398565D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37" name="dp43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F2911C0A-D249-42DD-9EEA-F02228FB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 기능별 의미 생산과 코드 조정</a:t>
            </a:r>
          </a:p>
        </p:txBody>
      </p:sp>
      <p:sp>
        <p:nvSpPr>
          <p:cNvPr id="38" name="dp43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AD252497-EF3C-4B45-8EE6-81D96310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특정 기능의 생산 책임 분리로 변경 평균 2.0개 (변경 용이성 ↑)</a:t>
            </a:r>
          </a:p>
        </p:txBody>
      </p:sp>
      <p:sp>
        <p:nvSpPr>
          <p:cNvPr id="39" name="dp43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E911A438-3CDC-4F91-AD2C-17C2E48B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부분 의미 불일치와 오류 전파로 정확 처리율 91% (기능 정확성 ↓)</a:t>
            </a:r>
          </a:p>
        </p:txBody>
      </p:sp>
      <p:sp>
        <p:nvSpPr>
          <p:cNvPr id="40" name="dp43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BFF9ED7D-98D3-4548-A60F-26A0F481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제안 교환과 재판단으로 완료시간 7.2 s (요청 완료 신속성 ↓)</a:t>
            </a:r>
          </a:p>
        </p:txBody>
      </p:sp>
      <p:sp>
        <p:nvSpPr>
          <p:cNvPr id="41" name="dp43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6F84CF1B-D1EA-4D9C-9619-BF0B9B4D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V-01 기능 정확성</a:t>
            </a:r>
          </a:p>
        </p:txBody>
      </p:sp>
      <p:sp>
        <p:nvSpPr>
          <p:cNvPr id="42" name="dp43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759BF4E4-A227-4F17-9707-2A924339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43" name="dp43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5979BC7B-0472-4B61-9F19-257298A9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91%</a:t>
            </a:r>
          </a:p>
        </p:txBody>
      </p:sp>
      <p:sp>
        <p:nvSpPr>
          <p:cNvPr id="44" name="dp43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BC5C78A2-1EAF-4895-B9C1-7D588FDC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정확 처리율 ↑</a:t>
            </a:r>
          </a:p>
        </p:txBody>
      </p:sp>
      <p:sp>
        <p:nvSpPr>
          <p:cNvPr id="45" name="dp43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9A3DE521-C834-4A27-9257-6F416288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46" name="dp43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CCE7D3BC-78B6-4447-8D24-350768CB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47" name="dp43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F25B004D-10DE-4AD9-9809-3C1568EA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7.2 s</a:t>
            </a:r>
          </a:p>
        </p:txBody>
      </p:sp>
      <p:sp>
        <p:nvSpPr>
          <p:cNvPr id="48" name="dp43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2367FFAA-E761-4A29-AD24-62CCB74F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49" name="dp43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3CF97D64-FF90-42D0-8DF6-02EBB6DA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50" name="dp43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D81C0317-6389-450A-A9AD-BBA4E668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51" name="dp43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E3488C91-D78B-4815-877A-B8048517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2.0개</a:t>
            </a:r>
          </a:p>
        </p:txBody>
      </p:sp>
      <p:sp>
        <p:nvSpPr>
          <p:cNvPr id="52" name="dp43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6E1F8A72-8356-4479-B0C4-E2F8B087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53" name="dp43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187FCFA5-2F1F-49C5-AC4B-C327724B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교차 의미 정정 / 특정 지칭 기능의 독립 변경 / 동일한 공유 Omni</a:t>
            </a:r>
          </a:p>
        </p:txBody>
      </p:sp>
      <p:sp>
        <p:nvSpPr>
          <p:cNvPr id="54" name="dp43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8B0920B7-79C2-4728-863A-613FAB58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5" name="dp43-comparison / n54">
            <a:extLst xmlns:a="http://schemas.openxmlformats.org/drawingml/2006/main">
              <a:ext uri="{FF2B5EF4-FFF2-40B4-BE49-F238E27FC236}">
                <a16:creationId xmlns:a16="http://schemas.microsoft.com/office/drawing/2014/main" id="{9C193B61-19FF-48EF-8B0D-E4AD75BA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765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6" name="dp43-comparison / n55 / text 1">
            <a:extLst xmlns:a="http://schemas.openxmlformats.org/drawingml/2006/main">
              <a:ext uri="{FF2B5EF4-FFF2-40B4-BE49-F238E27FC236}">
                <a16:creationId xmlns:a16="http://schemas.microsoft.com/office/drawing/2014/main" id="{1543FC00-AB87-4656-8979-231E238A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605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57" name="dp43-comparison / n56">
            <a:extLst xmlns:a="http://schemas.openxmlformats.org/drawingml/2006/main">
              <a:ext uri="{FF2B5EF4-FFF2-40B4-BE49-F238E27FC236}">
                <a16:creationId xmlns:a16="http://schemas.microsoft.com/office/drawing/2014/main" id="{28211168-795D-4982-9D5D-8D8F4175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7652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8" name="dp43-comparison / n57 / text 1">
            <a:extLst xmlns:a="http://schemas.openxmlformats.org/drawingml/2006/main">
              <a:ext uri="{FF2B5EF4-FFF2-40B4-BE49-F238E27FC236}">
                <a16:creationId xmlns:a16="http://schemas.microsoft.com/office/drawing/2014/main" id="{8CDDD575-05D1-4A58-80D5-EA553DD7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6058"/>
            <a:ext cx="20193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59" name="dp43-comparison / n58">
            <a:extLst xmlns:a="http://schemas.openxmlformats.org/drawingml/2006/main">
              <a:ext uri="{FF2B5EF4-FFF2-40B4-BE49-F238E27FC236}">
                <a16:creationId xmlns:a16="http://schemas.microsoft.com/office/drawing/2014/main" id="{AAE05C82-485B-4992-8952-219698DB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76525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60" name="dp43-comparison / n59 / text 1">
            <a:extLst xmlns:a="http://schemas.openxmlformats.org/drawingml/2006/main">
              <a:ext uri="{FF2B5EF4-FFF2-40B4-BE49-F238E27FC236}">
                <a16:creationId xmlns:a16="http://schemas.microsoft.com/office/drawing/2014/main" id="{84BDC094-9DD3-49C9-BD4C-8B597BE5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46058"/>
            <a:ext cx="17907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61" name="dp43-comparison / n64 / path">
            <a:extLst xmlns:a="http://schemas.openxmlformats.org/drawingml/2006/main">
              <a:ext uri="{FF2B5EF4-FFF2-40B4-BE49-F238E27FC236}">
                <a16:creationId xmlns:a16="http://schemas.microsoft.com/office/drawing/2014/main" id="{D93D7657-058C-4448-A86A-8E85ADFB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2" name="dp43-comparison / n64 / arrow">
            <a:extLst xmlns:a="http://schemas.openxmlformats.org/drawingml/2006/main">
              <a:ext uri="{FF2B5EF4-FFF2-40B4-BE49-F238E27FC236}">
                <a16:creationId xmlns:a16="http://schemas.microsoft.com/office/drawing/2014/main" id="{A9AF49EC-4507-428D-BE14-933FCA8B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50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3" name="dp43-comparison / n69">
            <a:extLst xmlns:a="http://schemas.openxmlformats.org/drawingml/2006/main">
              <a:ext uri="{FF2B5EF4-FFF2-40B4-BE49-F238E27FC236}">
                <a16:creationId xmlns:a16="http://schemas.microsoft.com/office/drawing/2014/main" id="{E384236C-EA87-4407-B70D-E54066EF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9950"/>
            <a:ext cx="7820025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4" name="dp43-comparison / n70 / text 1">
            <a:extLst xmlns:a="http://schemas.openxmlformats.org/drawingml/2006/main">
              <a:ext uri="{FF2B5EF4-FFF2-40B4-BE49-F238E27FC236}">
                <a16:creationId xmlns:a16="http://schemas.microsoft.com/office/drawing/2014/main" id="{27EB3D17-0D95-4DF5-B192-354FF2CF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05200"/>
            <a:ext cx="75723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65" name="dp43-comparison / n71">
            <a:extLst xmlns:a="http://schemas.openxmlformats.org/drawingml/2006/main">
              <a:ext uri="{FF2B5EF4-FFF2-40B4-BE49-F238E27FC236}">
                <a16:creationId xmlns:a16="http://schemas.microsoft.com/office/drawing/2014/main" id="{D3AE6981-BF65-4840-9BFF-6D2DB8AF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14775"/>
            <a:ext cx="527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6" name="dp43-comparison / n72 / text 1">
            <a:extLst xmlns:a="http://schemas.openxmlformats.org/drawingml/2006/main">
              <a:ext uri="{FF2B5EF4-FFF2-40B4-BE49-F238E27FC236}">
                <a16:creationId xmlns:a16="http://schemas.microsoft.com/office/drawing/2014/main" id="{AB514D1B-0C77-4049-A941-317F5A6C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13359"/>
            <a:ext cx="5105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Integrated Semantic Interpreter</a:t>
            </a:r>
          </a:p>
        </p:txBody>
      </p:sp>
      <p:sp>
        <p:nvSpPr>
          <p:cNvPr id="67" name="dp43-comparison / n73">
            <a:extLst xmlns:a="http://schemas.openxmlformats.org/drawingml/2006/main">
              <a:ext uri="{FF2B5EF4-FFF2-40B4-BE49-F238E27FC236}">
                <a16:creationId xmlns:a16="http://schemas.microsoft.com/office/drawing/2014/main" id="{FDE9E91A-D254-4F46-A5FB-2003174F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95875"/>
            <a:ext cx="3124200" cy="5048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8" name="dp43-comparison / n74 / text 1">
            <a:extLst xmlns:a="http://schemas.openxmlformats.org/drawingml/2006/main">
              <a:ext uri="{FF2B5EF4-FFF2-40B4-BE49-F238E27FC236}">
                <a16:creationId xmlns:a16="http://schemas.microsoft.com/office/drawing/2014/main" id="{0E7099C8-4467-4EEA-B004-2B66DC02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25780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Interpretation Attempt State</a:t>
            </a:r>
          </a:p>
        </p:txBody>
      </p:sp>
      <p:sp>
        <p:nvSpPr>
          <p:cNvPr id="69" name="dp43-comparison / n75 / path">
            <a:extLst xmlns:a="http://schemas.openxmlformats.org/drawingml/2006/main">
              <a:ext uri="{FF2B5EF4-FFF2-40B4-BE49-F238E27FC236}">
                <a16:creationId xmlns:a16="http://schemas.microsoft.com/office/drawing/2014/main" id="{74182F41-FCBA-422D-87D9-56959A8B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038475"/>
            <a:ext cx="1133475" cy="876300"/>
          </a:xfrm>
          <a:custGeom xmlns:a="http://schemas.openxmlformats.org/drawingml/2006/main">
            <a:pathLst>
              <a:path w="1133475" h="876300">
                <a:moveTo>
                  <a:pt x="1133475" y="0"/>
                </a:moveTo>
                <a:lnTo>
                  <a:pt x="1133475" y="266700"/>
                </a:lnTo>
                <a:lnTo>
                  <a:pt x="0" y="266700"/>
                </a:lnTo>
                <a:lnTo>
                  <a:pt x="0" y="876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0" name="dp43-comparison / n75 / arrow">
            <a:extLst xmlns:a="http://schemas.openxmlformats.org/drawingml/2006/main">
              <a:ext uri="{FF2B5EF4-FFF2-40B4-BE49-F238E27FC236}">
                <a16:creationId xmlns:a16="http://schemas.microsoft.com/office/drawing/2014/main" id="{93A21293-F385-4A81-9A83-907EAD69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37928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1" name="dp43-comparison / n80 / path">
            <a:extLst xmlns:a="http://schemas.openxmlformats.org/drawingml/2006/main">
              <a:ext uri="{FF2B5EF4-FFF2-40B4-BE49-F238E27FC236}">
                <a16:creationId xmlns:a16="http://schemas.microsoft.com/office/drawing/2014/main" id="{33634083-BF88-48D1-9075-0BCD1C5E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71975"/>
            <a:ext cx="9525" cy="723900"/>
          </a:xfrm>
          <a:custGeom xmlns:a="http://schemas.openxmlformats.org/drawingml/2006/main">
            <a:pathLst>
              <a:path w="9525" h="723900">
                <a:moveTo>
                  <a:pt x="9525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2" name="dp43-comparison / n80 / arrow">
            <a:extLst xmlns:a="http://schemas.openxmlformats.org/drawingml/2006/main">
              <a:ext uri="{FF2B5EF4-FFF2-40B4-BE49-F238E27FC236}">
                <a16:creationId xmlns:a16="http://schemas.microsoft.com/office/drawing/2014/main" id="{E203AD44-44CC-4FC7-B9BB-A134140A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949" y="4973164"/>
            <a:ext cx="121909" cy="122711"/>
          </a:xfrm>
          <a:custGeom xmlns:a="http://schemas.openxmlformats.org/drawingml/2006/main">
            <a:pathLst>
              <a:path w="121909" h="122711">
                <a:moveTo>
                  <a:pt x="0" y="0"/>
                </a:moveTo>
                <a:lnTo>
                  <a:pt x="59351" y="122711"/>
                </a:lnTo>
                <a:lnTo>
                  <a:pt x="121909" y="1604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3" name="dp43-comparison / n81 / path">
            <a:extLst xmlns:a="http://schemas.openxmlformats.org/drawingml/2006/main">
              <a:ext uri="{FF2B5EF4-FFF2-40B4-BE49-F238E27FC236}">
                <a16:creationId xmlns:a16="http://schemas.microsoft.com/office/drawing/2014/main" id="{EED91677-438D-43D1-B0E5-96E36A65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43375"/>
            <a:ext cx="1266825" cy="1209675"/>
          </a:xfrm>
          <a:custGeom xmlns:a="http://schemas.openxmlformats.org/drawingml/2006/main">
            <a:pathLst>
              <a:path w="1266825" h="1209675">
                <a:moveTo>
                  <a:pt x="1266825" y="1204913"/>
                </a:moveTo>
                <a:lnTo>
                  <a:pt x="0" y="1209675"/>
                </a:lnTo>
                <a:lnTo>
                  <a:pt x="0" y="0"/>
                </a:ln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74" name="dp43-comparison / n81 / arrow">
            <a:extLst xmlns:a="http://schemas.openxmlformats.org/drawingml/2006/main">
              <a:ext uri="{FF2B5EF4-FFF2-40B4-BE49-F238E27FC236}">
                <a16:creationId xmlns:a16="http://schemas.microsoft.com/office/drawing/2014/main" id="{B2AEAE6F-9B7F-446F-BE3E-F88EE053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0824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5" name="dp43-comparison / n84 / path">
            <a:extLst xmlns:a="http://schemas.openxmlformats.org/drawingml/2006/main">
              <a:ext uri="{FF2B5EF4-FFF2-40B4-BE49-F238E27FC236}">
                <a16:creationId xmlns:a16="http://schemas.microsoft.com/office/drawing/2014/main" id="{4564C8CC-8DE7-4608-A75B-6E851183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38475"/>
            <a:ext cx="1114425" cy="1104900"/>
          </a:xfrm>
          <a:custGeom xmlns:a="http://schemas.openxmlformats.org/drawingml/2006/main">
            <a:pathLst>
              <a:path w="1114425" h="1104900">
                <a:moveTo>
                  <a:pt x="0" y="1104900"/>
                </a:moveTo>
                <a:lnTo>
                  <a:pt x="1114425" y="1104900"/>
                </a:lnTo>
                <a:lnTo>
                  <a:pt x="1114425" y="266700"/>
                </a:lnTo>
                <a:lnTo>
                  <a:pt x="304800" y="266700"/>
                </a:ln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76" name="dp43-comparison / n84 / arrow">
            <a:extLst xmlns:a="http://schemas.openxmlformats.org/drawingml/2006/main">
              <a:ext uri="{FF2B5EF4-FFF2-40B4-BE49-F238E27FC236}">
                <a16:creationId xmlns:a16="http://schemas.microsoft.com/office/drawing/2014/main" id="{C564232E-CB37-40B3-AA28-9FBE6A96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090" y="30384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77" name="dp43-comparison / n87">
            <a:extLst xmlns:a="http://schemas.openxmlformats.org/drawingml/2006/main">
              <a:ext uri="{FF2B5EF4-FFF2-40B4-BE49-F238E27FC236}">
                <a16:creationId xmlns:a16="http://schemas.microsoft.com/office/drawing/2014/main" id="{63C29772-5047-489F-8A94-DF9E2E59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24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78" name="dp43-comparison / n88 / text 1">
            <a:extLst xmlns:a="http://schemas.openxmlformats.org/drawingml/2006/main">
              <a:ext uri="{FF2B5EF4-FFF2-40B4-BE49-F238E27FC236}">
                <a16:creationId xmlns:a16="http://schemas.microsoft.com/office/drawing/2014/main" id="{EF91A42B-225E-48EC-848C-B1852133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598920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79" name="dp43-comparison / n89">
            <a:extLst xmlns:a="http://schemas.openxmlformats.org/drawingml/2006/main">
              <a:ext uri="{FF2B5EF4-FFF2-40B4-BE49-F238E27FC236}">
                <a16:creationId xmlns:a16="http://schemas.microsoft.com/office/drawing/2014/main" id="{66E2CC77-A4A6-4B5D-A931-CE3D0A43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505575"/>
            <a:ext cx="219075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0" name="dp43-comparison / n90 / text 1">
            <a:extLst xmlns:a="http://schemas.openxmlformats.org/drawingml/2006/main">
              <a:ext uri="{FF2B5EF4-FFF2-40B4-BE49-F238E27FC236}">
                <a16:creationId xmlns:a16="http://schemas.microsoft.com/office/drawing/2014/main" id="{2E72DDFC-D8DF-4B76-BA20-09608DD6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667500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State Store</a:t>
            </a:r>
          </a:p>
        </p:txBody>
      </p:sp>
      <p:sp>
        <p:nvSpPr>
          <p:cNvPr id="81" name="dp43-comparison / n91">
            <a:extLst xmlns:a="http://schemas.openxmlformats.org/drawingml/2006/main">
              <a:ext uri="{FF2B5EF4-FFF2-40B4-BE49-F238E27FC236}">
                <a16:creationId xmlns:a16="http://schemas.microsoft.com/office/drawing/2014/main" id="{2CA227AB-7E40-423A-92CA-B2A20641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6524625"/>
            <a:ext cx="1981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2" name="dp43-comparison / n92 / text 1">
            <a:extLst xmlns:a="http://schemas.openxmlformats.org/drawingml/2006/main">
              <a:ext uri="{FF2B5EF4-FFF2-40B4-BE49-F238E27FC236}">
                <a16:creationId xmlns:a16="http://schemas.microsoft.com/office/drawing/2014/main" id="{A5606BFB-FC54-4971-868B-72FF804D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5989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Policy Manager</a:t>
            </a:r>
          </a:p>
        </p:txBody>
      </p:sp>
      <p:sp>
        <p:nvSpPr>
          <p:cNvPr id="83" name="dp43-comparison / n93 / path">
            <a:extLst xmlns:a="http://schemas.openxmlformats.org/drawingml/2006/main">
              <a:ext uri="{FF2B5EF4-FFF2-40B4-BE49-F238E27FC236}">
                <a16:creationId xmlns:a16="http://schemas.microsoft.com/office/drawing/2014/main" id="{266152D5-E576-4CBD-A039-A5C3950A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600700"/>
            <a:ext cx="2638425" cy="923925"/>
          </a:xfrm>
          <a:custGeom xmlns:a="http://schemas.openxmlformats.org/drawingml/2006/main">
            <a:pathLst>
              <a:path w="2638425" h="923925">
                <a:moveTo>
                  <a:pt x="2638425" y="0"/>
                </a:moveTo>
                <a:lnTo>
                  <a:pt x="2638425" y="857250"/>
                </a:lnTo>
                <a:lnTo>
                  <a:pt x="0" y="857250"/>
                </a:lnTo>
                <a:lnTo>
                  <a:pt x="0" y="923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4" name="dp43-comparison / n93 / arrow">
            <a:extLst xmlns:a="http://schemas.openxmlformats.org/drawingml/2006/main">
              <a:ext uri="{FF2B5EF4-FFF2-40B4-BE49-F238E27FC236}">
                <a16:creationId xmlns:a16="http://schemas.microsoft.com/office/drawing/2014/main" id="{A3A1B4D4-A21D-41F7-B142-F1C429E0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915" y="6402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5" name="dp43-comparison / n94 / path">
            <a:extLst xmlns:a="http://schemas.openxmlformats.org/drawingml/2006/main">
              <a:ext uri="{FF2B5EF4-FFF2-40B4-BE49-F238E27FC236}">
                <a16:creationId xmlns:a16="http://schemas.microsoft.com/office/drawing/2014/main" id="{5BE2B36D-90D5-452E-966F-31CAA8CF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48425"/>
            <a:ext cx="3381375" cy="261938"/>
          </a:xfrm>
          <a:custGeom xmlns:a="http://schemas.openxmlformats.org/drawingml/2006/main">
            <a:pathLst>
              <a:path w="3381375" h="261938">
                <a:moveTo>
                  <a:pt x="3381375" y="261938"/>
                </a:moveTo>
                <a:lnTo>
                  <a:pt x="3181350" y="257175"/>
                </a:lnTo>
                <a:lnTo>
                  <a:pt x="3181350" y="0"/>
                </a:lnTo>
                <a:lnTo>
                  <a:pt x="180975" y="0"/>
                </a:lnTo>
                <a:lnTo>
                  <a:pt x="180975" y="257175"/>
                </a:lnTo>
                <a:lnTo>
                  <a:pt x="0" y="261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86" name="dp43-comparison / n94 / arrow">
            <a:extLst xmlns:a="http://schemas.openxmlformats.org/drawingml/2006/main">
              <a:ext uri="{FF2B5EF4-FFF2-40B4-BE49-F238E27FC236}">
                <a16:creationId xmlns:a16="http://schemas.microsoft.com/office/drawing/2014/main" id="{DF33B780-0279-4A40-AA4D-D2CBAF0B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46216"/>
            <a:ext cx="123481" cy="121878"/>
          </a:xfrm>
          <a:custGeom xmlns:a="http://schemas.openxmlformats.org/drawingml/2006/main">
            <a:pathLst>
              <a:path w="123481" h="121878">
                <a:moveTo>
                  <a:pt x="120274" y="0"/>
                </a:moveTo>
                <a:lnTo>
                  <a:pt x="0" y="64146"/>
                </a:lnTo>
                <a:lnTo>
                  <a:pt x="123481" y="121878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87" name="dp43-comparison / n95 / path">
            <a:extLst xmlns:a="http://schemas.openxmlformats.org/drawingml/2006/main">
              <a:ext uri="{FF2B5EF4-FFF2-40B4-BE49-F238E27FC236}">
                <a16:creationId xmlns:a16="http://schemas.microsoft.com/office/drawing/2014/main" id="{FA004F80-081B-434F-83DD-A4030953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036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8" name="dp43-comparison / n95 / arrow">
            <a:extLst xmlns:a="http://schemas.openxmlformats.org/drawingml/2006/main">
              <a:ext uri="{FF2B5EF4-FFF2-40B4-BE49-F238E27FC236}">
                <a16:creationId xmlns:a16="http://schemas.microsoft.com/office/drawing/2014/main" id="{A29C1DFB-81E8-414F-AA65-0B978F57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664940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9" name="dp43-comparison / n60">
            <a:extLst xmlns:a="http://schemas.openxmlformats.org/drawingml/2006/main">
              <a:ext uri="{FF2B5EF4-FFF2-40B4-BE49-F238E27FC236}">
                <a16:creationId xmlns:a16="http://schemas.microsoft.com/office/drawing/2014/main" id="{D61DDBC6-1841-4F95-BD6E-78A47421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00300"/>
            <a:ext cx="253422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p43-comparison / n61 / text 1">
            <a:extLst xmlns:a="http://schemas.openxmlformats.org/drawingml/2006/main">
              <a:ext uri="{FF2B5EF4-FFF2-40B4-BE49-F238E27FC236}">
                <a16:creationId xmlns:a16="http://schemas.microsoft.com/office/drawing/2014/main" id="{CE2480BB-6C0D-4C7E-B273-892E478A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9825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확정 User Turn / 새 Request</a:t>
            </a:r>
          </a:p>
        </p:txBody>
      </p:sp>
      <p:sp>
        <p:nvSpPr>
          <p:cNvPr id="91" name="dp43-comparison / n62">
            <a:extLst xmlns:a="http://schemas.openxmlformats.org/drawingml/2006/main">
              <a:ext uri="{FF2B5EF4-FFF2-40B4-BE49-F238E27FC236}">
                <a16:creationId xmlns:a16="http://schemas.microsoft.com/office/drawing/2014/main" id="{B7AD39DE-4D73-4D09-9239-CFFD4AC3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76575"/>
            <a:ext cx="20383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p43-comparison / n63 / text 1">
            <a:extLst xmlns:a="http://schemas.openxmlformats.org/drawingml/2006/main">
              <a:ext uri="{FF2B5EF4-FFF2-40B4-BE49-F238E27FC236}">
                <a16:creationId xmlns:a16="http://schemas.microsoft.com/office/drawing/2014/main" id="{801CA09F-2BD5-46E8-9D37-43634B5B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 / 역할별 KV</a:t>
            </a:r>
          </a:p>
        </p:txBody>
      </p:sp>
      <p:sp>
        <p:nvSpPr>
          <p:cNvPr id="93" name="dp43-comparison / n65">
            <a:extLst xmlns:a="http://schemas.openxmlformats.org/drawingml/2006/main">
              <a:ext uri="{FF2B5EF4-FFF2-40B4-BE49-F238E27FC236}">
                <a16:creationId xmlns:a16="http://schemas.microsoft.com/office/drawing/2014/main" id="{362FD339-8CD6-40FE-A5BA-6F0A2D16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384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p43-comparison / n66 / text 1">
            <a:extLst xmlns:a="http://schemas.openxmlformats.org/drawingml/2006/main">
              <a:ext uri="{FF2B5EF4-FFF2-40B4-BE49-F238E27FC236}">
                <a16:creationId xmlns:a16="http://schemas.microsoft.com/office/drawing/2014/main" id="{1B2F4047-63BC-4790-8D67-B30C2C4C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47925"/>
            <a:ext cx="1238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원문</a:t>
            </a:r>
          </a:p>
        </p:txBody>
      </p:sp>
      <p:sp>
        <p:nvSpPr>
          <p:cNvPr id="95" name="dp43-comparison / n67">
            <a:extLst xmlns:a="http://schemas.openxmlformats.org/drawingml/2006/main">
              <a:ext uri="{FF2B5EF4-FFF2-40B4-BE49-F238E27FC236}">
                <a16:creationId xmlns:a16="http://schemas.microsoft.com/office/drawing/2014/main" id="{750B2BFD-4128-43D1-B97A-2E4ACFE2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95625"/>
            <a:ext cx="498348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p43-comparison / n68 / text 1">
            <a:extLst xmlns:a="http://schemas.openxmlformats.org/drawingml/2006/main">
              <a:ext uri="{FF2B5EF4-FFF2-40B4-BE49-F238E27FC236}">
                <a16:creationId xmlns:a16="http://schemas.microsoft.com/office/drawing/2014/main" id="{B685B4A9-B595-4288-9125-33BDE6C2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5334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공통 읽기: Context Manager 정보 / Task Manager의 Task 후보</a:t>
            </a:r>
          </a:p>
        </p:txBody>
      </p:sp>
      <p:sp>
        <p:nvSpPr>
          <p:cNvPr id="97" name="dp43-comparison / n76">
            <a:extLst xmlns:a="http://schemas.openxmlformats.org/drawingml/2006/main">
              <a:ext uri="{FF2B5EF4-FFF2-40B4-BE49-F238E27FC236}">
                <a16:creationId xmlns:a16="http://schemas.microsoft.com/office/drawing/2014/main" id="{62C73B9E-2018-43F1-BB56-53D44955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467225"/>
            <a:ext cx="4531805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p43-comparison / n77 / text 1">
            <a:extLst xmlns:a="http://schemas.openxmlformats.org/drawingml/2006/main">
              <a:ext uri="{FF2B5EF4-FFF2-40B4-BE49-F238E27FC236}">
                <a16:creationId xmlns:a16="http://schemas.microsoft.com/office/drawing/2014/main" id="{89757E18-DA7D-4994-A9A1-C834305A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476750"/>
            <a:ext cx="715327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F1 의도 / F2 Referent / F3 Task Association</a:t>
            </a:r>
          </a:p>
        </p:txBody>
      </p:sp>
      <p:sp>
        <p:nvSpPr>
          <p:cNvPr id="99" name="dp43-comparison / n78">
            <a:extLst xmlns:a="http://schemas.openxmlformats.org/drawingml/2006/main">
              <a:ext uri="{FF2B5EF4-FFF2-40B4-BE49-F238E27FC236}">
                <a16:creationId xmlns:a16="http://schemas.microsoft.com/office/drawing/2014/main" id="{E242DC28-593B-4140-BA33-3F98E7A1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724400"/>
            <a:ext cx="4510088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p43-comparison / n79 / text 1">
            <a:extLst xmlns:a="http://schemas.openxmlformats.org/drawingml/2006/main">
              <a:ext uri="{FF2B5EF4-FFF2-40B4-BE49-F238E27FC236}">
                <a16:creationId xmlns:a16="http://schemas.microsoft.com/office/drawing/2014/main" id="{DE5B1936-F424-470C-8266-2A047D20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733925"/>
            <a:ext cx="715327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F4 Request 관계 / F5 정정 범위 / F6 처리 방향</a:t>
            </a:r>
          </a:p>
        </p:txBody>
      </p:sp>
      <p:sp>
        <p:nvSpPr>
          <p:cNvPr id="101" name="dp43-comparison / n82">
            <a:extLst xmlns:a="http://schemas.openxmlformats.org/drawingml/2006/main">
              <a:ext uri="{FF2B5EF4-FFF2-40B4-BE49-F238E27FC236}">
                <a16:creationId xmlns:a16="http://schemas.microsoft.com/office/drawing/2014/main" id="{A72E138E-36A1-4251-AE3F-C9847339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676900"/>
            <a:ext cx="4253865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p43-comparison / n83 / text 1">
            <a:extLst xmlns:a="http://schemas.openxmlformats.org/drawingml/2006/main">
              <a:ext uri="{FF2B5EF4-FFF2-40B4-BE49-F238E27FC236}">
                <a16:creationId xmlns:a16="http://schemas.microsoft.com/office/drawing/2014/main" id="{774BEA0C-95D0-4E9B-9AFA-7DC2A3B4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686425"/>
            <a:ext cx="7410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이전 조건 유지와 부분 갱신 / 검색과 전문 보조 허용</a:t>
            </a:r>
          </a:p>
        </p:txBody>
      </p:sp>
      <p:sp>
        <p:nvSpPr>
          <p:cNvPr id="103" name="dp43-comparison / n85">
            <a:extLst xmlns:a="http://schemas.openxmlformats.org/drawingml/2006/main">
              <a:ext uri="{FF2B5EF4-FFF2-40B4-BE49-F238E27FC236}">
                <a16:creationId xmlns:a16="http://schemas.microsoft.com/office/drawing/2014/main" id="{E92EAEEF-DAFA-41E4-8138-D1C12862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6000750"/>
            <a:ext cx="646576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p43-comparison / n86 / text 1">
            <a:extLst xmlns:a="http://schemas.openxmlformats.org/drawingml/2006/main">
              <a:ext uri="{FF2B5EF4-FFF2-40B4-BE49-F238E27FC236}">
                <a16:creationId xmlns:a16="http://schemas.microsoft.com/office/drawing/2014/main" id="{3F0974DE-7EA3-4BFA-9E59-0C01F975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6010275"/>
            <a:ext cx="7715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정정: F2와 F5 재판단 → F4 갱신 / Task Association은 입력 전제가 아닌 결과</a:t>
            </a:r>
          </a:p>
        </p:txBody>
      </p:sp>
      <p:sp>
        <p:nvSpPr>
          <p:cNvPr id="105" name="dp43-comparison / n96">
            <a:extLst xmlns:a="http://schemas.openxmlformats.org/drawingml/2006/main">
              <a:ext uri="{FF2B5EF4-FFF2-40B4-BE49-F238E27FC236}">
                <a16:creationId xmlns:a16="http://schemas.microsoft.com/office/drawing/2014/main" id="{97EA422A-A5FA-4519-9EAE-F6DFA788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200775"/>
            <a:ext cx="358444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p43-comparison / n97 / text 1">
            <a:extLst xmlns:a="http://schemas.openxmlformats.org/drawingml/2006/main">
              <a:ext uri="{FF2B5EF4-FFF2-40B4-BE49-F238E27FC236}">
                <a16:creationId xmlns:a16="http://schemas.microsoft.com/office/drawing/2014/main" id="{D76CC8C4-C97A-49EC-9A66-DF61C690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210300"/>
            <a:ext cx="5029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검사: 입력 / 정보 / Task / 질문 / 권한</a:t>
            </a:r>
          </a:p>
        </p:txBody>
      </p:sp>
      <p:sp>
        <p:nvSpPr>
          <p:cNvPr id="107" name="dp43-comparison / n98">
            <a:extLst xmlns:a="http://schemas.openxmlformats.org/drawingml/2006/main">
              <a:ext uri="{FF2B5EF4-FFF2-40B4-BE49-F238E27FC236}">
                <a16:creationId xmlns:a16="http://schemas.microsoft.com/office/drawing/2014/main" id="{5B61C815-CFD3-4D47-A4E5-A4896E2F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981825"/>
            <a:ext cx="322173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p43-comparison / n99 / text 1">
            <a:extLst xmlns:a="http://schemas.openxmlformats.org/drawingml/2006/main">
              <a:ext uri="{FF2B5EF4-FFF2-40B4-BE49-F238E27FC236}">
                <a16:creationId xmlns:a16="http://schemas.microsoft.com/office/drawing/2014/main" id="{1845AEF6-ED24-4E67-9418-23F01480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991350"/>
            <a:ext cx="44005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의미와 질문 / 임시 해석 상태와 별도</a:t>
            </a:r>
          </a:p>
        </p:txBody>
      </p:sp>
      <p:sp>
        <p:nvSpPr>
          <p:cNvPr id="109" name="dp43-comparison / n100">
            <a:extLst xmlns:a="http://schemas.openxmlformats.org/drawingml/2006/main">
              <a:ext uri="{FF2B5EF4-FFF2-40B4-BE49-F238E27FC236}">
                <a16:creationId xmlns:a16="http://schemas.microsoft.com/office/drawing/2014/main" id="{08F76AD5-D64E-4AF0-BE9B-CAEF22F1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00900"/>
            <a:ext cx="732396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p43-comparison / n101 / text 1">
            <a:extLst xmlns:a="http://schemas.openxmlformats.org/drawingml/2006/main">
              <a:ext uri="{FF2B5EF4-FFF2-40B4-BE49-F238E27FC236}">
                <a16:creationId xmlns:a16="http://schemas.microsoft.com/office/drawing/2014/main" id="{03475A97-48B3-4D0E-86EA-E251D944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1042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후: Response Manager → Interaction Manager / Task Manager → Agent Gateway</a:t>
            </a:r>
          </a:p>
        </p:txBody>
      </p:sp>
      <p:sp>
        <p:nvSpPr>
          <p:cNvPr id="111" name="dp43-comparison / n102">
            <a:extLst xmlns:a="http://schemas.openxmlformats.org/drawingml/2006/main">
              <a:ext uri="{FF2B5EF4-FFF2-40B4-BE49-F238E27FC236}">
                <a16:creationId xmlns:a16="http://schemas.microsoft.com/office/drawing/2014/main" id="{B9FCFE78-48F2-4E86-A5CD-71D28492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391400"/>
            <a:ext cx="60563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p43-comparison / n103 / text 1">
            <a:extLst xmlns:a="http://schemas.openxmlformats.org/drawingml/2006/main">
              <a:ext uri="{FF2B5EF4-FFF2-40B4-BE49-F238E27FC236}">
                <a16:creationId xmlns:a16="http://schemas.microsoft.com/office/drawing/2014/main" id="{D96B6A79-FB52-46FD-8801-7B167E3C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400925"/>
            <a:ext cx="7696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 질문의 실제 전달과 새 답변 / Downstream Agent 접수와 결과의 별도 확인</a:t>
            </a:r>
          </a:p>
        </p:txBody>
      </p:sp>
      <p:sp>
        <p:nvSpPr>
          <p:cNvPr id="113" name="dp43-comparison / n104">
            <a:extLst xmlns:a="http://schemas.openxmlformats.org/drawingml/2006/main">
              <a:ext uri="{FF2B5EF4-FFF2-40B4-BE49-F238E27FC236}">
                <a16:creationId xmlns:a16="http://schemas.microsoft.com/office/drawing/2014/main" id="{832DE170-9C69-4EDE-8E1C-C094DB9A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765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14" name="dp43-comparison / n105 / text 1">
            <a:extLst xmlns:a="http://schemas.openxmlformats.org/drawingml/2006/main">
              <a:ext uri="{FF2B5EF4-FFF2-40B4-BE49-F238E27FC236}">
                <a16:creationId xmlns:a16="http://schemas.microsoft.com/office/drawing/2014/main" id="{8282195D-85DA-4FCB-B5F4-AC0487E6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605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115" name="dp43-comparison / n106">
            <a:extLst xmlns:a="http://schemas.openxmlformats.org/drawingml/2006/main">
              <a:ext uri="{FF2B5EF4-FFF2-40B4-BE49-F238E27FC236}">
                <a16:creationId xmlns:a16="http://schemas.microsoft.com/office/drawing/2014/main" id="{EFED1A13-60D7-42FB-A7E7-6C5978C2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267652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16" name="dp43-comparison / n107 / text 1">
            <a:extLst xmlns:a="http://schemas.openxmlformats.org/drawingml/2006/main">
              <a:ext uri="{FF2B5EF4-FFF2-40B4-BE49-F238E27FC236}">
                <a16:creationId xmlns:a16="http://schemas.microsoft.com/office/drawing/2014/main" id="{0B6A415E-7301-498D-A998-2A422161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746058"/>
            <a:ext cx="20193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17" name="dp43-comparison / n108">
            <a:extLst xmlns:a="http://schemas.openxmlformats.org/drawingml/2006/main">
              <a:ext uri="{FF2B5EF4-FFF2-40B4-BE49-F238E27FC236}">
                <a16:creationId xmlns:a16="http://schemas.microsoft.com/office/drawing/2014/main" id="{C3D0B74D-961D-4D40-A7EC-CAD0932F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676525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18" name="dp43-comparison / n109 / text 1">
            <a:extLst xmlns:a="http://schemas.openxmlformats.org/drawingml/2006/main">
              <a:ext uri="{FF2B5EF4-FFF2-40B4-BE49-F238E27FC236}">
                <a16:creationId xmlns:a16="http://schemas.microsoft.com/office/drawing/2014/main" id="{49554C86-1C9A-47AA-AC6E-BD82FF54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2746058"/>
            <a:ext cx="17907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119" name="dp43-comparison / n114 / path">
            <a:extLst xmlns:a="http://schemas.openxmlformats.org/drawingml/2006/main">
              <a:ext uri="{FF2B5EF4-FFF2-40B4-BE49-F238E27FC236}">
                <a16:creationId xmlns:a16="http://schemas.microsoft.com/office/drawing/2014/main" id="{8E22675B-DD5A-4905-A6CE-5359ED2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20" name="dp43-comparison / n114 / arrow">
            <a:extLst xmlns:a="http://schemas.openxmlformats.org/drawingml/2006/main">
              <a:ext uri="{FF2B5EF4-FFF2-40B4-BE49-F238E27FC236}">
                <a16:creationId xmlns:a16="http://schemas.microsoft.com/office/drawing/2014/main" id="{D93F18C0-62A6-4AFF-8FB8-C0910365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25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21" name="dp43-comparison / n119">
            <a:extLst xmlns:a="http://schemas.openxmlformats.org/drawingml/2006/main">
              <a:ext uri="{FF2B5EF4-FFF2-40B4-BE49-F238E27FC236}">
                <a16:creationId xmlns:a16="http://schemas.microsoft.com/office/drawing/2014/main" id="{63C8459D-9E86-4672-9355-3B29AD15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09950"/>
            <a:ext cx="7820025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22" name="dp43-comparison / n120 / text 1">
            <a:extLst xmlns:a="http://schemas.openxmlformats.org/drawingml/2006/main">
              <a:ext uri="{FF2B5EF4-FFF2-40B4-BE49-F238E27FC236}">
                <a16:creationId xmlns:a16="http://schemas.microsoft.com/office/drawing/2014/main" id="{B7BF5A2F-2F63-47E2-A541-4C1C14D9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505200"/>
            <a:ext cx="75723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123" name="dp43-comparison / n121">
            <a:extLst xmlns:a="http://schemas.openxmlformats.org/drawingml/2006/main">
              <a:ext uri="{FF2B5EF4-FFF2-40B4-BE49-F238E27FC236}">
                <a16:creationId xmlns:a16="http://schemas.microsoft.com/office/drawing/2014/main" id="{28DA5067-3161-48DF-87BB-5FE6A66C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3867150"/>
            <a:ext cx="22860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24" name="dp43-comparison / n122 / text 1">
            <a:extLst xmlns:a="http://schemas.openxmlformats.org/drawingml/2006/main">
              <a:ext uri="{FF2B5EF4-FFF2-40B4-BE49-F238E27FC236}">
                <a16:creationId xmlns:a16="http://schemas.microsoft.com/office/drawing/2014/main" id="{B3352B0F-969C-4626-8A11-0D67B307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329113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Interpretation</a:t>
            </a:r>
          </a:p>
        </p:txBody>
      </p:sp>
      <p:sp>
        <p:nvSpPr>
          <p:cNvPr id="125" name="dp43-comparison / n122 / text 2">
            <a:extLst xmlns:a="http://schemas.openxmlformats.org/drawingml/2006/main">
              <a:ext uri="{FF2B5EF4-FFF2-40B4-BE49-F238E27FC236}">
                <a16:creationId xmlns:a16="http://schemas.microsoft.com/office/drawing/2014/main" id="{DE4563C9-EBDD-4631-8571-5BCEA566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576763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Coordinator</a:t>
            </a:r>
          </a:p>
        </p:txBody>
      </p:sp>
      <p:sp>
        <p:nvSpPr>
          <p:cNvPr id="126" name="dp43-comparison / n123">
            <a:extLst xmlns:a="http://schemas.openxmlformats.org/drawingml/2006/main">
              <a:ext uri="{FF2B5EF4-FFF2-40B4-BE49-F238E27FC236}">
                <a16:creationId xmlns:a16="http://schemas.microsoft.com/office/drawing/2014/main" id="{DAA3D94B-5288-42B8-97A4-4515DC28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400675"/>
            <a:ext cx="228600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27" name="dp43-comparison / n124 / text 1">
            <a:extLst xmlns:a="http://schemas.openxmlformats.org/drawingml/2006/main">
              <a:ext uri="{FF2B5EF4-FFF2-40B4-BE49-F238E27FC236}">
                <a16:creationId xmlns:a16="http://schemas.microsoft.com/office/drawing/2014/main" id="{75C6D329-65A9-447E-BA59-4E0B123E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562600"/>
            <a:ext cx="21145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Partial Interpretation Ledger</a:t>
            </a:r>
          </a:p>
        </p:txBody>
      </p:sp>
      <p:sp>
        <p:nvSpPr>
          <p:cNvPr id="128" name="dp43-comparison / n125">
            <a:extLst xmlns:a="http://schemas.openxmlformats.org/drawingml/2006/main">
              <a:ext uri="{FF2B5EF4-FFF2-40B4-BE49-F238E27FC236}">
                <a16:creationId xmlns:a16="http://schemas.microsoft.com/office/drawing/2014/main" id="{72696DD1-50A3-4B28-9D6B-15217A4C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6715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29" name="dp43-comparison / n126 / text 1">
            <a:extLst xmlns:a="http://schemas.openxmlformats.org/drawingml/2006/main">
              <a:ext uri="{FF2B5EF4-FFF2-40B4-BE49-F238E27FC236}">
                <a16:creationId xmlns:a16="http://schemas.microsoft.com/office/drawing/2014/main" id="{78107ABD-B33F-4F9E-9AFA-AB301F2D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861435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Intent</a:t>
            </a:r>
          </a:p>
        </p:txBody>
      </p:sp>
      <p:sp>
        <p:nvSpPr>
          <p:cNvPr id="130" name="dp43-comparison / n126 / text 2">
            <a:extLst xmlns:a="http://schemas.openxmlformats.org/drawingml/2006/main">
              <a:ext uri="{FF2B5EF4-FFF2-40B4-BE49-F238E27FC236}">
                <a16:creationId xmlns:a16="http://schemas.microsoft.com/office/drawing/2014/main" id="{064F4A19-9B4C-41BF-ABE4-A54CFEBC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071938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31" name="dp43-comparison / n129 / path">
            <a:extLst xmlns:a="http://schemas.openxmlformats.org/drawingml/2006/main">
              <a:ext uri="{FF2B5EF4-FFF2-40B4-BE49-F238E27FC236}">
                <a16:creationId xmlns:a16="http://schemas.microsoft.com/office/drawing/2014/main" id="{42C98F2B-FA1E-4063-A1FE-FFBD647F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986213"/>
            <a:ext cx="342900" cy="19050"/>
          </a:xfrm>
          <a:custGeom xmlns:a="http://schemas.openxmlformats.org/drawingml/2006/main">
            <a:pathLst>
              <a:path w="342900" h="19050">
                <a:moveTo>
                  <a:pt x="0" y="0"/>
                </a:moveTo>
                <a:lnTo>
                  <a:pt x="34290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32" name="dp43-comparison / n129 / arrow">
            <a:extLst xmlns:a="http://schemas.openxmlformats.org/drawingml/2006/main">
              <a:ext uri="{FF2B5EF4-FFF2-40B4-BE49-F238E27FC236}">
                <a16:creationId xmlns:a16="http://schemas.microsoft.com/office/drawing/2014/main" id="{4E1C545E-8E1C-4A13-8229-70DD2630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5036" y="3937633"/>
            <a:ext cx="125114" cy="121732"/>
          </a:xfrm>
          <a:custGeom xmlns:a="http://schemas.openxmlformats.org/drawingml/2006/main">
            <a:pathLst>
              <a:path w="125114" h="121732">
                <a:moveTo>
                  <a:pt x="0" y="121732"/>
                </a:moveTo>
                <a:lnTo>
                  <a:pt x="125114" y="67629"/>
                </a:lnTo>
                <a:lnTo>
                  <a:pt x="67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33" name="dp43-comparison / n130 / path">
            <a:extLst xmlns:a="http://schemas.openxmlformats.org/drawingml/2006/main">
              <a:ext uri="{FF2B5EF4-FFF2-40B4-BE49-F238E27FC236}">
                <a16:creationId xmlns:a16="http://schemas.microsoft.com/office/drawing/2014/main" id="{6AB5AD17-6817-4590-8095-E25F47E8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157663"/>
            <a:ext cx="342900" cy="19050"/>
          </a:xfrm>
          <a:custGeom xmlns:a="http://schemas.openxmlformats.org/drawingml/2006/main">
            <a:pathLst>
              <a:path w="342900" h="19050">
                <a:moveTo>
                  <a:pt x="34290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34" name="dp43-comparison / n130 / arrow">
            <a:extLst xmlns:a="http://schemas.openxmlformats.org/drawingml/2006/main">
              <a:ext uri="{FF2B5EF4-FFF2-40B4-BE49-F238E27FC236}">
                <a16:creationId xmlns:a16="http://schemas.microsoft.com/office/drawing/2014/main" id="{27ACEF4C-E825-4882-B147-BE904B73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103559"/>
            <a:ext cx="125114" cy="121732"/>
          </a:xfrm>
          <a:custGeom xmlns:a="http://schemas.openxmlformats.org/drawingml/2006/main">
            <a:pathLst>
              <a:path w="125114" h="121732">
                <a:moveTo>
                  <a:pt x="125114" y="0"/>
                </a:moveTo>
                <a:lnTo>
                  <a:pt x="0" y="54103"/>
                </a:lnTo>
                <a:lnTo>
                  <a:pt x="118351" y="12173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35" name="dp43-comparison / n131">
            <a:extLst xmlns:a="http://schemas.openxmlformats.org/drawingml/2006/main">
              <a:ext uri="{FF2B5EF4-FFF2-40B4-BE49-F238E27FC236}">
                <a16:creationId xmlns:a16="http://schemas.microsoft.com/office/drawing/2014/main" id="{7AB578A0-2164-4692-A1EC-C79C6702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24375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36" name="dp43-comparison / n132 / text 1">
            <a:extLst xmlns:a="http://schemas.openxmlformats.org/drawingml/2006/main">
              <a:ext uri="{FF2B5EF4-FFF2-40B4-BE49-F238E27FC236}">
                <a16:creationId xmlns:a16="http://schemas.microsoft.com/office/drawing/2014/main" id="{84A3E647-C63B-4BE6-9F9A-41E223C0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623911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Referent Resolver</a:t>
            </a:r>
          </a:p>
        </p:txBody>
      </p:sp>
      <p:sp>
        <p:nvSpPr>
          <p:cNvPr id="137" name="dp43-comparison / n135 / path">
            <a:extLst xmlns:a="http://schemas.openxmlformats.org/drawingml/2006/main">
              <a:ext uri="{FF2B5EF4-FFF2-40B4-BE49-F238E27FC236}">
                <a16:creationId xmlns:a16="http://schemas.microsoft.com/office/drawing/2014/main" id="{5EC80AC7-DDB3-49CB-B43B-6D85A5F9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49103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15240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38" name="dp43-comparison / n135 / arrow">
            <a:extLst xmlns:a="http://schemas.openxmlformats.org/drawingml/2006/main">
              <a:ext uri="{FF2B5EF4-FFF2-40B4-BE49-F238E27FC236}">
                <a16:creationId xmlns:a16="http://schemas.microsoft.com/office/drawing/2014/main" id="{F740179C-38B7-4F3D-B5D4-457EA5A3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3980" y="4484848"/>
            <a:ext cx="136170" cy="111412"/>
          </a:xfrm>
          <a:custGeom xmlns:a="http://schemas.openxmlformats.org/drawingml/2006/main">
            <a:pathLst>
              <a:path w="136170" h="111412">
                <a:moveTo>
                  <a:pt x="49516" y="111412"/>
                </a:moveTo>
                <a:lnTo>
                  <a:pt x="136170" y="619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39" name="dp43-comparison / n136 / path">
            <a:extLst xmlns:a="http://schemas.openxmlformats.org/drawingml/2006/main">
              <a:ext uri="{FF2B5EF4-FFF2-40B4-BE49-F238E27FC236}">
                <a16:creationId xmlns:a16="http://schemas.microsoft.com/office/drawing/2014/main" id="{FE677800-120F-42B9-A39C-5C955099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66248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3429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40" name="dp43-comparison / n136 / arrow">
            <a:extLst xmlns:a="http://schemas.openxmlformats.org/drawingml/2006/main">
              <a:ext uri="{FF2B5EF4-FFF2-40B4-BE49-F238E27FC236}">
                <a16:creationId xmlns:a16="http://schemas.microsoft.com/office/drawing/2014/main" id="{5207EB81-F88F-4B32-A073-B2E871FF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709665"/>
            <a:ext cx="136170" cy="111412"/>
          </a:xfrm>
          <a:custGeom xmlns:a="http://schemas.openxmlformats.org/drawingml/2006/main">
            <a:pathLst>
              <a:path w="136170" h="111412">
                <a:moveTo>
                  <a:pt x="86654" y="0"/>
                </a:moveTo>
                <a:lnTo>
                  <a:pt x="0" y="105222"/>
                </a:lnTo>
                <a:lnTo>
                  <a:pt x="136170" y="11141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41" name="dp43-comparison / n137">
            <a:extLst xmlns:a="http://schemas.openxmlformats.org/drawingml/2006/main">
              <a:ext uri="{FF2B5EF4-FFF2-40B4-BE49-F238E27FC236}">
                <a16:creationId xmlns:a16="http://schemas.microsoft.com/office/drawing/2014/main" id="{1962C9CA-47FC-47F3-891F-F7EEB1E1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18160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42" name="dp43-comparison / n138 / text 1">
            <a:extLst xmlns:a="http://schemas.openxmlformats.org/drawingml/2006/main">
              <a:ext uri="{FF2B5EF4-FFF2-40B4-BE49-F238E27FC236}">
                <a16:creationId xmlns:a16="http://schemas.microsoft.com/office/drawing/2014/main" id="{5ACFBAD7-CFDD-4E36-8A41-4A982E04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175885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Association</a:t>
            </a:r>
          </a:p>
        </p:txBody>
      </p:sp>
      <p:sp>
        <p:nvSpPr>
          <p:cNvPr id="143" name="dp43-comparison / n138 / text 2">
            <a:extLst xmlns:a="http://schemas.openxmlformats.org/drawingml/2006/main">
              <a:ext uri="{FF2B5EF4-FFF2-40B4-BE49-F238E27FC236}">
                <a16:creationId xmlns:a16="http://schemas.microsoft.com/office/drawing/2014/main" id="{7671F25C-ED8F-4E8A-92CA-C997FD92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86388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Resolver</a:t>
            </a:r>
          </a:p>
        </p:txBody>
      </p:sp>
      <p:sp>
        <p:nvSpPr>
          <p:cNvPr id="144" name="dp43-comparison / n141 / path">
            <a:extLst xmlns:a="http://schemas.openxmlformats.org/drawingml/2006/main">
              <a:ext uri="{FF2B5EF4-FFF2-40B4-BE49-F238E27FC236}">
                <a16:creationId xmlns:a16="http://schemas.microsoft.com/office/drawing/2014/main" id="{C59FB211-D282-48FA-94FE-EA4126AC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976813"/>
            <a:ext cx="342900" cy="323850"/>
          </a:xfrm>
          <a:custGeom xmlns:a="http://schemas.openxmlformats.org/drawingml/2006/main">
            <a:pathLst>
              <a:path w="342900" h="323850">
                <a:moveTo>
                  <a:pt x="0" y="32385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45" name="dp43-comparison / n141 / arrow">
            <a:extLst xmlns:a="http://schemas.openxmlformats.org/drawingml/2006/main">
              <a:ext uri="{FF2B5EF4-FFF2-40B4-BE49-F238E27FC236}">
                <a16:creationId xmlns:a16="http://schemas.microsoft.com/office/drawing/2014/main" id="{D09119EA-2123-4DC5-AC4C-E2E726C0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656" y="4976813"/>
            <a:ext cx="130494" cy="128032"/>
          </a:xfrm>
          <a:custGeom xmlns:a="http://schemas.openxmlformats.org/drawingml/2006/main">
            <a:pathLst>
              <a:path w="130494" h="128032">
                <a:moveTo>
                  <a:pt x="83713" y="128032"/>
                </a:moveTo>
                <a:lnTo>
                  <a:pt x="130494" y="0"/>
                </a:lnTo>
                <a:lnTo>
                  <a:pt x="0" y="39394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46" name="dp43-comparison / n142 / path">
            <a:extLst xmlns:a="http://schemas.openxmlformats.org/drawingml/2006/main">
              <a:ext uri="{FF2B5EF4-FFF2-40B4-BE49-F238E27FC236}">
                <a16:creationId xmlns:a16="http://schemas.microsoft.com/office/drawing/2014/main" id="{E65C552C-D518-4843-9B63-EF251899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148263"/>
            <a:ext cx="342900" cy="323850"/>
          </a:xfrm>
          <a:custGeom xmlns:a="http://schemas.openxmlformats.org/drawingml/2006/main">
            <a:pathLst>
              <a:path w="342900" h="323850">
                <a:moveTo>
                  <a:pt x="34290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47" name="dp43-comparison / n142 / arrow">
            <a:extLst xmlns:a="http://schemas.openxmlformats.org/drawingml/2006/main">
              <a:ext uri="{FF2B5EF4-FFF2-40B4-BE49-F238E27FC236}">
                <a16:creationId xmlns:a16="http://schemas.microsoft.com/office/drawing/2014/main" id="{B60F78C7-D48B-431A-8FF9-B56FBDCA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344081"/>
            <a:ext cx="130494" cy="128032"/>
          </a:xfrm>
          <a:custGeom xmlns:a="http://schemas.openxmlformats.org/drawingml/2006/main">
            <a:pathLst>
              <a:path w="130494" h="128032">
                <a:moveTo>
                  <a:pt x="46781" y="0"/>
                </a:moveTo>
                <a:lnTo>
                  <a:pt x="0" y="128032"/>
                </a:lnTo>
                <a:lnTo>
                  <a:pt x="130494" y="88637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48" name="dp43-comparison / n143">
            <a:extLst xmlns:a="http://schemas.openxmlformats.org/drawingml/2006/main">
              <a:ext uri="{FF2B5EF4-FFF2-40B4-BE49-F238E27FC236}">
                <a16:creationId xmlns:a16="http://schemas.microsoft.com/office/drawing/2014/main" id="{35F8E08E-9A96-40FD-A729-89767788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86715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49" name="dp43-comparison / n144 / text 1">
            <a:extLst xmlns:a="http://schemas.openxmlformats.org/drawingml/2006/main">
              <a:ext uri="{FF2B5EF4-FFF2-40B4-BE49-F238E27FC236}">
                <a16:creationId xmlns:a16="http://schemas.microsoft.com/office/drawing/2014/main" id="{CF7E415B-C119-4F49-993B-09AB31CA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3861435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Relation</a:t>
            </a:r>
          </a:p>
        </p:txBody>
      </p:sp>
      <p:sp>
        <p:nvSpPr>
          <p:cNvPr id="150" name="dp43-comparison / n144 / text 2">
            <a:extLst xmlns:a="http://schemas.openxmlformats.org/drawingml/2006/main">
              <a:ext uri="{FF2B5EF4-FFF2-40B4-BE49-F238E27FC236}">
                <a16:creationId xmlns:a16="http://schemas.microsoft.com/office/drawing/2014/main" id="{50E2FE9B-8D4A-4E87-90E2-C1A1FB3D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4071938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51" name="dp43-comparison / n147 / path">
            <a:extLst xmlns:a="http://schemas.openxmlformats.org/drawingml/2006/main">
              <a:ext uri="{FF2B5EF4-FFF2-40B4-BE49-F238E27FC236}">
                <a16:creationId xmlns:a16="http://schemas.microsoft.com/office/drawing/2014/main" id="{E6C69735-2434-4069-B416-D2790C06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3986213"/>
            <a:ext cx="323850" cy="19050"/>
          </a:xfrm>
          <a:custGeom xmlns:a="http://schemas.openxmlformats.org/drawingml/2006/main">
            <a:pathLst>
              <a:path w="323850" h="19050">
                <a:moveTo>
                  <a:pt x="32385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52" name="dp43-comparison / n147 / arrow">
            <a:extLst xmlns:a="http://schemas.openxmlformats.org/drawingml/2006/main">
              <a:ext uri="{FF2B5EF4-FFF2-40B4-BE49-F238E27FC236}">
                <a16:creationId xmlns:a16="http://schemas.microsoft.com/office/drawing/2014/main" id="{8E8A6E9B-889B-49F7-98D3-537B9C3F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3937248"/>
            <a:ext cx="125289" cy="121710"/>
          </a:xfrm>
          <a:custGeom xmlns:a="http://schemas.openxmlformats.org/drawingml/2006/main">
            <a:pathLst>
              <a:path w="125289" h="121710">
                <a:moveTo>
                  <a:pt x="118130" y="0"/>
                </a:moveTo>
                <a:lnTo>
                  <a:pt x="0" y="68014"/>
                </a:lnTo>
                <a:lnTo>
                  <a:pt x="125289" y="12171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53" name="dp43-comparison / n148 / path">
            <a:extLst xmlns:a="http://schemas.openxmlformats.org/drawingml/2006/main">
              <a:ext uri="{FF2B5EF4-FFF2-40B4-BE49-F238E27FC236}">
                <a16:creationId xmlns:a16="http://schemas.microsoft.com/office/drawing/2014/main" id="{44451DB1-B6AE-48D2-BEDF-0C8B83B4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157663"/>
            <a:ext cx="323850" cy="19050"/>
          </a:xfrm>
          <a:custGeom xmlns:a="http://schemas.openxmlformats.org/drawingml/2006/main">
            <a:pathLst>
              <a:path w="323850" h="19050">
                <a:moveTo>
                  <a:pt x="0" y="1905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54" name="dp43-comparison / n148 / arrow">
            <a:extLst xmlns:a="http://schemas.openxmlformats.org/drawingml/2006/main">
              <a:ext uri="{FF2B5EF4-FFF2-40B4-BE49-F238E27FC236}">
                <a16:creationId xmlns:a16="http://schemas.microsoft.com/office/drawing/2014/main" id="{BA88C06B-7791-49C7-9A3F-17C75247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711" y="4103967"/>
            <a:ext cx="125289" cy="121710"/>
          </a:xfrm>
          <a:custGeom xmlns:a="http://schemas.openxmlformats.org/drawingml/2006/main">
            <a:pathLst>
              <a:path w="125289" h="121710">
                <a:moveTo>
                  <a:pt x="7159" y="121710"/>
                </a:moveTo>
                <a:lnTo>
                  <a:pt x="125289" y="5369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55" name="dp43-comparison / n149">
            <a:extLst xmlns:a="http://schemas.openxmlformats.org/drawingml/2006/main">
              <a:ext uri="{FF2B5EF4-FFF2-40B4-BE49-F238E27FC236}">
                <a16:creationId xmlns:a16="http://schemas.microsoft.com/office/drawing/2014/main" id="{730B2314-0A2A-4547-92ED-896A6DD7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524375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56" name="dp43-comparison / n150 / text 1">
            <a:extLst xmlns:a="http://schemas.openxmlformats.org/drawingml/2006/main">
              <a:ext uri="{FF2B5EF4-FFF2-40B4-BE49-F238E27FC236}">
                <a16:creationId xmlns:a16="http://schemas.microsoft.com/office/drawing/2014/main" id="{A250E087-A638-4D75-9AF3-C8419798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4518660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Revision</a:t>
            </a:r>
          </a:p>
        </p:txBody>
      </p:sp>
      <p:sp>
        <p:nvSpPr>
          <p:cNvPr id="157" name="dp43-comparison / n150 / text 2">
            <a:extLst xmlns:a="http://schemas.openxmlformats.org/drawingml/2006/main">
              <a:ext uri="{FF2B5EF4-FFF2-40B4-BE49-F238E27FC236}">
                <a16:creationId xmlns:a16="http://schemas.microsoft.com/office/drawing/2014/main" id="{B0A10FF2-4A59-45CA-98B8-4DE13A47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4729163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58" name="dp43-comparison / n153 / path">
            <a:extLst xmlns:a="http://schemas.openxmlformats.org/drawingml/2006/main">
              <a:ext uri="{FF2B5EF4-FFF2-40B4-BE49-F238E27FC236}">
                <a16:creationId xmlns:a16="http://schemas.microsoft.com/office/drawing/2014/main" id="{A09FA46F-6B0F-4E73-A9FA-3DBFB495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491038"/>
            <a:ext cx="323850" cy="152400"/>
          </a:xfrm>
          <a:custGeom xmlns:a="http://schemas.openxmlformats.org/drawingml/2006/main">
            <a:pathLst>
              <a:path w="323850" h="152400">
                <a:moveTo>
                  <a:pt x="32385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59" name="dp43-comparison / n153 / arrow">
            <a:extLst xmlns:a="http://schemas.openxmlformats.org/drawingml/2006/main">
              <a:ext uri="{FF2B5EF4-FFF2-40B4-BE49-F238E27FC236}">
                <a16:creationId xmlns:a16="http://schemas.microsoft.com/office/drawing/2014/main" id="{AB0F1865-C502-4A80-A833-6A11A4DC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487793"/>
            <a:ext cx="136272" cy="110315"/>
          </a:xfrm>
          <a:custGeom xmlns:a="http://schemas.openxmlformats.org/drawingml/2006/main">
            <a:pathLst>
              <a:path w="136272" h="110315">
                <a:moveTo>
                  <a:pt x="136272" y="0"/>
                </a:moveTo>
                <a:lnTo>
                  <a:pt x="0" y="3245"/>
                </a:lnTo>
                <a:lnTo>
                  <a:pt x="84359" y="110315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60" name="dp43-comparison / n154 / path">
            <a:extLst xmlns:a="http://schemas.openxmlformats.org/drawingml/2006/main">
              <a:ext uri="{FF2B5EF4-FFF2-40B4-BE49-F238E27FC236}">
                <a16:creationId xmlns:a16="http://schemas.microsoft.com/office/drawing/2014/main" id="{620AD4D9-5ADE-4DDB-B7ED-90425FB5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662488"/>
            <a:ext cx="323850" cy="152400"/>
          </a:xfrm>
          <a:custGeom xmlns:a="http://schemas.openxmlformats.org/drawingml/2006/main">
            <a:pathLst>
              <a:path w="323850" h="152400">
                <a:moveTo>
                  <a:pt x="0" y="0"/>
                </a:moveTo>
                <a:lnTo>
                  <a:pt x="32385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61" name="dp43-comparison / n154 / arrow">
            <a:extLst xmlns:a="http://schemas.openxmlformats.org/drawingml/2006/main">
              <a:ext uri="{FF2B5EF4-FFF2-40B4-BE49-F238E27FC236}">
                <a16:creationId xmlns:a16="http://schemas.microsoft.com/office/drawing/2014/main" id="{7160CF9E-F29E-4B19-9757-5D08D0BD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728" y="4707817"/>
            <a:ext cx="136272" cy="110315"/>
          </a:xfrm>
          <a:custGeom xmlns:a="http://schemas.openxmlformats.org/drawingml/2006/main">
            <a:pathLst>
              <a:path w="136272" h="110315">
                <a:moveTo>
                  <a:pt x="0" y="110315"/>
                </a:moveTo>
                <a:lnTo>
                  <a:pt x="136272" y="107071"/>
                </a:lnTo>
                <a:lnTo>
                  <a:pt x="51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62" name="dp43-comparison / n155">
            <a:extLst xmlns:a="http://schemas.openxmlformats.org/drawingml/2006/main">
              <a:ext uri="{FF2B5EF4-FFF2-40B4-BE49-F238E27FC236}">
                <a16:creationId xmlns:a16="http://schemas.microsoft.com/office/drawing/2014/main" id="{52B9CA14-905D-4F75-A4BC-6E747143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8160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63" name="dp43-comparison / n156 / text 1">
            <a:extLst xmlns:a="http://schemas.openxmlformats.org/drawingml/2006/main">
              <a:ext uri="{FF2B5EF4-FFF2-40B4-BE49-F238E27FC236}">
                <a16:creationId xmlns:a16="http://schemas.microsoft.com/office/drawing/2014/main" id="{D5EA6F7F-0507-4BFF-9CA8-2BBB3044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5175885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Handling</a:t>
            </a:r>
          </a:p>
        </p:txBody>
      </p:sp>
      <p:sp>
        <p:nvSpPr>
          <p:cNvPr id="164" name="dp43-comparison / n156 / text 2">
            <a:extLst xmlns:a="http://schemas.openxmlformats.org/drawingml/2006/main">
              <a:ext uri="{FF2B5EF4-FFF2-40B4-BE49-F238E27FC236}">
                <a16:creationId xmlns:a16="http://schemas.microsoft.com/office/drawing/2014/main" id="{5C4D1F1F-2D5B-4C2E-95F4-7AE98823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5386388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65" name="dp43-comparison / n159 / path">
            <a:extLst xmlns:a="http://schemas.openxmlformats.org/drawingml/2006/main">
              <a:ext uri="{FF2B5EF4-FFF2-40B4-BE49-F238E27FC236}">
                <a16:creationId xmlns:a16="http://schemas.microsoft.com/office/drawing/2014/main" id="{930CE6AF-9F42-4332-96AF-8E1E648C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976813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3238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66" name="dp43-comparison / n159 / arrow">
            <a:extLst xmlns:a="http://schemas.openxmlformats.org/drawingml/2006/main">
              <a:ext uri="{FF2B5EF4-FFF2-40B4-BE49-F238E27FC236}">
                <a16:creationId xmlns:a16="http://schemas.microsoft.com/office/drawing/2014/main" id="{D6573403-F143-4B75-A2CC-BFA18940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976813"/>
            <a:ext cx="129316" cy="129316"/>
          </a:xfrm>
          <a:custGeom xmlns:a="http://schemas.openxmlformats.org/drawingml/2006/main">
            <a:pathLst>
              <a:path w="129316" h="129316">
                <a:moveTo>
                  <a:pt x="129316" y="43105"/>
                </a:moveTo>
                <a:lnTo>
                  <a:pt x="0" y="0"/>
                </a:lnTo>
                <a:lnTo>
                  <a:pt x="43105" y="129316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67" name="dp43-comparison / n160 / path">
            <a:extLst xmlns:a="http://schemas.openxmlformats.org/drawingml/2006/main">
              <a:ext uri="{FF2B5EF4-FFF2-40B4-BE49-F238E27FC236}">
                <a16:creationId xmlns:a16="http://schemas.microsoft.com/office/drawing/2014/main" id="{5B8B70E1-64A1-481D-B58A-101FF8E5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5148263"/>
            <a:ext cx="323850" cy="323850"/>
          </a:xfrm>
          <a:custGeom xmlns:a="http://schemas.openxmlformats.org/drawingml/2006/main">
            <a:pathLst>
              <a:path w="323850" h="323850">
                <a:moveTo>
                  <a:pt x="0" y="0"/>
                </a:moveTo>
                <a:lnTo>
                  <a:pt x="32385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68" name="dp43-comparison / n160 / arrow">
            <a:extLst xmlns:a="http://schemas.openxmlformats.org/drawingml/2006/main">
              <a:ext uri="{FF2B5EF4-FFF2-40B4-BE49-F238E27FC236}">
                <a16:creationId xmlns:a16="http://schemas.microsoft.com/office/drawing/2014/main" id="{C9993113-8AC2-47B7-9344-FDE45815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684" y="5342797"/>
            <a:ext cx="129316" cy="129316"/>
          </a:xfrm>
          <a:custGeom xmlns:a="http://schemas.openxmlformats.org/drawingml/2006/main">
            <a:pathLst>
              <a:path w="129316" h="129316">
                <a:moveTo>
                  <a:pt x="0" y="86210"/>
                </a:moveTo>
                <a:lnTo>
                  <a:pt x="129316" y="129316"/>
                </a:lnTo>
                <a:lnTo>
                  <a:pt x="86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69" name="dp43-comparison / n161 / path">
            <a:extLst xmlns:a="http://schemas.openxmlformats.org/drawingml/2006/main">
              <a:ext uri="{FF2B5EF4-FFF2-40B4-BE49-F238E27FC236}">
                <a16:creationId xmlns:a16="http://schemas.microsoft.com/office/drawing/2014/main" id="{638E1E6D-0299-43EB-B11B-B9B78D03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038475"/>
            <a:ext cx="1247775" cy="828675"/>
          </a:xfrm>
          <a:custGeom xmlns:a="http://schemas.openxmlformats.org/drawingml/2006/main">
            <a:pathLst>
              <a:path w="1247775" h="828675">
                <a:moveTo>
                  <a:pt x="1104900" y="0"/>
                </a:moveTo>
                <a:lnTo>
                  <a:pt x="1104900" y="266700"/>
                </a:lnTo>
                <a:lnTo>
                  <a:pt x="1247775" y="266700"/>
                </a:lnTo>
                <a:lnTo>
                  <a:pt x="1247775" y="781050"/>
                </a:lnTo>
                <a:lnTo>
                  <a:pt x="0" y="781050"/>
                </a:lnTo>
                <a:lnTo>
                  <a:pt x="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70" name="dp43-comparison / n161 / arrow">
            <a:extLst xmlns:a="http://schemas.openxmlformats.org/drawingml/2006/main">
              <a:ext uri="{FF2B5EF4-FFF2-40B4-BE49-F238E27FC236}">
                <a16:creationId xmlns:a16="http://schemas.microsoft.com/office/drawing/2014/main" id="{E42A140E-BBDD-44FE-9FC4-3956473B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2190" y="37452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71" name="dp43-comparison / n162 / path">
            <a:extLst xmlns:a="http://schemas.openxmlformats.org/drawingml/2006/main">
              <a:ext uri="{FF2B5EF4-FFF2-40B4-BE49-F238E27FC236}">
                <a16:creationId xmlns:a16="http://schemas.microsoft.com/office/drawing/2014/main" id="{A7209623-C8E5-4138-B0BB-5728F32F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286375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72" name="dp43-comparison / n162 / arrow">
            <a:extLst xmlns:a="http://schemas.openxmlformats.org/drawingml/2006/main">
              <a:ext uri="{FF2B5EF4-FFF2-40B4-BE49-F238E27FC236}">
                <a16:creationId xmlns:a16="http://schemas.microsoft.com/office/drawing/2014/main" id="{6902279B-CCD2-4ACD-962A-ED848531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2190" y="52787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73" name="dp43-comparison / n163 / path">
            <a:extLst xmlns:a="http://schemas.openxmlformats.org/drawingml/2006/main">
              <a:ext uri="{FF2B5EF4-FFF2-40B4-BE49-F238E27FC236}">
                <a16:creationId xmlns:a16="http://schemas.microsoft.com/office/drawing/2014/main" id="{80A51518-31B1-4F4C-9102-D259F4BC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38475"/>
            <a:ext cx="7791450" cy="742950"/>
          </a:xfrm>
          <a:custGeom xmlns:a="http://schemas.openxmlformats.org/drawingml/2006/main">
            <a:pathLst>
              <a:path w="7791450" h="742950">
                <a:moveTo>
                  <a:pt x="0" y="742950"/>
                </a:moveTo>
                <a:lnTo>
                  <a:pt x="7791450" y="742950"/>
                </a:lnTo>
                <a:lnTo>
                  <a:pt x="7791450" y="266700"/>
                </a:lnTo>
                <a:lnTo>
                  <a:pt x="6743700" y="266700"/>
                </a:lnTo>
                <a:lnTo>
                  <a:pt x="6743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4" name="dp43-comparison / n163 / arrow">
            <a:extLst xmlns:a="http://schemas.openxmlformats.org/drawingml/2006/main">
              <a:ext uri="{FF2B5EF4-FFF2-40B4-BE49-F238E27FC236}">
                <a16:creationId xmlns:a16="http://schemas.microsoft.com/office/drawing/2014/main" id="{3AE7BFB4-F2A5-4A34-BCAD-EE68674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6840" y="30384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75" name="dp43-comparison / n164 / path">
            <a:extLst xmlns:a="http://schemas.openxmlformats.org/drawingml/2006/main">
              <a:ext uri="{FF2B5EF4-FFF2-40B4-BE49-F238E27FC236}">
                <a16:creationId xmlns:a16="http://schemas.microsoft.com/office/drawing/2014/main" id="{8F2BF4A6-E0F4-4469-93DB-E1F44431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81425"/>
            <a:ext cx="95250" cy="290513"/>
          </a:xfrm>
          <a:custGeom xmlns:a="http://schemas.openxmlformats.org/drawingml/2006/main">
            <a:pathLst>
              <a:path w="95250" h="290513">
                <a:moveTo>
                  <a:pt x="95250" y="290513"/>
                </a:moveTo>
                <a:lnTo>
                  <a:pt x="0" y="29051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6" name="dp43-comparison / n165 / path">
            <a:extLst xmlns:a="http://schemas.openxmlformats.org/drawingml/2006/main">
              <a:ext uri="{FF2B5EF4-FFF2-40B4-BE49-F238E27FC236}">
                <a16:creationId xmlns:a16="http://schemas.microsoft.com/office/drawing/2014/main" id="{F392EF46-E7DC-4AA4-807B-D6061BF1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81425"/>
            <a:ext cx="95250" cy="947738"/>
          </a:xfrm>
          <a:custGeom xmlns:a="http://schemas.openxmlformats.org/drawingml/2006/main">
            <a:pathLst>
              <a:path w="95250" h="947738">
                <a:moveTo>
                  <a:pt x="95250" y="947738"/>
                </a:moveTo>
                <a:lnTo>
                  <a:pt x="0" y="94773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7" name="dp43-comparison / n166 / path">
            <a:extLst xmlns:a="http://schemas.openxmlformats.org/drawingml/2006/main">
              <a:ext uri="{FF2B5EF4-FFF2-40B4-BE49-F238E27FC236}">
                <a16:creationId xmlns:a16="http://schemas.microsoft.com/office/drawing/2014/main" id="{5AE1A151-E7A0-4800-ABB5-B7BE7AB7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81425"/>
            <a:ext cx="95250" cy="1604963"/>
          </a:xfrm>
          <a:custGeom xmlns:a="http://schemas.openxmlformats.org/drawingml/2006/main">
            <a:pathLst>
              <a:path w="95250" h="1604963">
                <a:moveTo>
                  <a:pt x="95250" y="1604963"/>
                </a:moveTo>
                <a:lnTo>
                  <a:pt x="0" y="160496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8" name="dp43-comparison / n167 / path">
            <a:extLst xmlns:a="http://schemas.openxmlformats.org/drawingml/2006/main">
              <a:ext uri="{FF2B5EF4-FFF2-40B4-BE49-F238E27FC236}">
                <a16:creationId xmlns:a16="http://schemas.microsoft.com/office/drawing/2014/main" id="{9DDB7DA6-486E-44CB-8157-F6CA9E3B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3781425"/>
            <a:ext cx="247650" cy="290513"/>
          </a:xfrm>
          <a:custGeom xmlns:a="http://schemas.openxmlformats.org/drawingml/2006/main">
            <a:pathLst>
              <a:path w="247650" h="290513">
                <a:moveTo>
                  <a:pt x="0" y="290513"/>
                </a:moveTo>
                <a:lnTo>
                  <a:pt x="247650" y="290513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9" name="dp43-comparison / n168 / path">
            <a:extLst xmlns:a="http://schemas.openxmlformats.org/drawingml/2006/main">
              <a:ext uri="{FF2B5EF4-FFF2-40B4-BE49-F238E27FC236}">
                <a16:creationId xmlns:a16="http://schemas.microsoft.com/office/drawing/2014/main" id="{15F90463-E941-4555-B9F2-ED37A1F1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3781425"/>
            <a:ext cx="247650" cy="947738"/>
          </a:xfrm>
          <a:custGeom xmlns:a="http://schemas.openxmlformats.org/drawingml/2006/main">
            <a:pathLst>
              <a:path w="247650" h="947738">
                <a:moveTo>
                  <a:pt x="0" y="947738"/>
                </a:moveTo>
                <a:lnTo>
                  <a:pt x="247650" y="947738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80" name="dp43-comparison / n169 / path">
            <a:extLst xmlns:a="http://schemas.openxmlformats.org/drawingml/2006/main">
              <a:ext uri="{FF2B5EF4-FFF2-40B4-BE49-F238E27FC236}">
                <a16:creationId xmlns:a16="http://schemas.microsoft.com/office/drawing/2014/main" id="{D6BDA37B-8E59-4489-8BE1-FD83DD28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3781425"/>
            <a:ext cx="247650" cy="1604963"/>
          </a:xfrm>
          <a:custGeom xmlns:a="http://schemas.openxmlformats.org/drawingml/2006/main">
            <a:pathLst>
              <a:path w="247650" h="1604963">
                <a:moveTo>
                  <a:pt x="0" y="1604963"/>
                </a:moveTo>
                <a:lnTo>
                  <a:pt x="247650" y="1604963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81" name="dp43-comparison / n176">
            <a:extLst xmlns:a="http://schemas.openxmlformats.org/drawingml/2006/main">
              <a:ext uri="{FF2B5EF4-FFF2-40B4-BE49-F238E27FC236}">
                <a16:creationId xmlns:a16="http://schemas.microsoft.com/office/drawing/2014/main" id="{5AAF95A6-3106-4561-A6C6-354630C6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24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2" name="dp43-comparison / n177 / text 1">
            <a:extLst xmlns:a="http://schemas.openxmlformats.org/drawingml/2006/main">
              <a:ext uri="{FF2B5EF4-FFF2-40B4-BE49-F238E27FC236}">
                <a16:creationId xmlns:a16="http://schemas.microsoft.com/office/drawing/2014/main" id="{63C730F3-85A6-48E7-9CE4-6D802F1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6598920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83" name="dp43-comparison / n178">
            <a:extLst xmlns:a="http://schemas.openxmlformats.org/drawingml/2006/main">
              <a:ext uri="{FF2B5EF4-FFF2-40B4-BE49-F238E27FC236}">
                <a16:creationId xmlns:a16="http://schemas.microsoft.com/office/drawing/2014/main" id="{5DECD958-9661-4DB1-84A0-CBA864B4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6505575"/>
            <a:ext cx="219075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4" name="dp43-comparison / n179 / text 1">
            <a:extLst xmlns:a="http://schemas.openxmlformats.org/drawingml/2006/main">
              <a:ext uri="{FF2B5EF4-FFF2-40B4-BE49-F238E27FC236}">
                <a16:creationId xmlns:a16="http://schemas.microsoft.com/office/drawing/2014/main" id="{0A88AF0D-2C6D-48A7-B244-55A6634E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6667500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State Store</a:t>
            </a:r>
          </a:p>
        </p:txBody>
      </p:sp>
      <p:sp>
        <p:nvSpPr>
          <p:cNvPr id="185" name="dp43-comparison / n180">
            <a:extLst xmlns:a="http://schemas.openxmlformats.org/drawingml/2006/main">
              <a:ext uri="{FF2B5EF4-FFF2-40B4-BE49-F238E27FC236}">
                <a16:creationId xmlns:a16="http://schemas.microsoft.com/office/drawing/2014/main" id="{C1FA741C-A792-4AF9-933C-2AC4A6DB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6524625"/>
            <a:ext cx="1981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6" name="dp43-comparison / n181 / text 1">
            <a:extLst xmlns:a="http://schemas.openxmlformats.org/drawingml/2006/main">
              <a:ext uri="{FF2B5EF4-FFF2-40B4-BE49-F238E27FC236}">
                <a16:creationId xmlns:a16="http://schemas.microsoft.com/office/drawing/2014/main" id="{3E101A12-29C6-4716-90C6-3844A072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65989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Policy Manager</a:t>
            </a:r>
          </a:p>
        </p:txBody>
      </p:sp>
      <p:sp>
        <p:nvSpPr>
          <p:cNvPr id="187" name="dp43-comparison / n182 / path">
            <a:extLst xmlns:a="http://schemas.openxmlformats.org/drawingml/2006/main">
              <a:ext uri="{FF2B5EF4-FFF2-40B4-BE49-F238E27FC236}">
                <a16:creationId xmlns:a16="http://schemas.microsoft.com/office/drawing/2014/main" id="{01779572-443B-4590-91B3-54128B6F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810250"/>
            <a:ext cx="2676525" cy="714375"/>
          </a:xfrm>
          <a:custGeom xmlns:a="http://schemas.openxmlformats.org/drawingml/2006/main">
            <a:pathLst>
              <a:path w="2676525" h="714375">
                <a:moveTo>
                  <a:pt x="2676525" y="0"/>
                </a:moveTo>
                <a:lnTo>
                  <a:pt x="2676525" y="647700"/>
                </a:lnTo>
                <a:lnTo>
                  <a:pt x="0" y="647700"/>
                </a:ln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88" name="dp43-comparison / n182 / arrow">
            <a:extLst xmlns:a="http://schemas.openxmlformats.org/drawingml/2006/main">
              <a:ext uri="{FF2B5EF4-FFF2-40B4-BE49-F238E27FC236}">
                <a16:creationId xmlns:a16="http://schemas.microsoft.com/office/drawing/2014/main" id="{8288D493-7E8B-4927-B3CB-616A540D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5665" y="6402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89" name="dp43-comparison / n183 / path">
            <a:extLst xmlns:a="http://schemas.openxmlformats.org/drawingml/2006/main">
              <a:ext uri="{FF2B5EF4-FFF2-40B4-BE49-F238E27FC236}">
                <a16:creationId xmlns:a16="http://schemas.microsoft.com/office/drawing/2014/main" id="{FB821CB9-FCD2-48F1-A56F-FA8D3A6D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48425"/>
            <a:ext cx="3381375" cy="261938"/>
          </a:xfrm>
          <a:custGeom xmlns:a="http://schemas.openxmlformats.org/drawingml/2006/main">
            <a:pathLst>
              <a:path w="3381375" h="261938">
                <a:moveTo>
                  <a:pt x="3381375" y="261938"/>
                </a:moveTo>
                <a:lnTo>
                  <a:pt x="3181350" y="257175"/>
                </a:lnTo>
                <a:lnTo>
                  <a:pt x="3181350" y="0"/>
                </a:lnTo>
                <a:lnTo>
                  <a:pt x="180975" y="0"/>
                </a:lnTo>
                <a:lnTo>
                  <a:pt x="180975" y="257175"/>
                </a:lnTo>
                <a:lnTo>
                  <a:pt x="0" y="261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90" name="dp43-comparison / n183 / arrow">
            <a:extLst xmlns:a="http://schemas.openxmlformats.org/drawingml/2006/main">
              <a:ext uri="{FF2B5EF4-FFF2-40B4-BE49-F238E27FC236}">
                <a16:creationId xmlns:a16="http://schemas.microsoft.com/office/drawing/2014/main" id="{F3C85AE1-E0A5-4CAE-B938-B5DEB972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646216"/>
            <a:ext cx="123481" cy="121878"/>
          </a:xfrm>
          <a:custGeom xmlns:a="http://schemas.openxmlformats.org/drawingml/2006/main">
            <a:pathLst>
              <a:path w="123481" h="121878">
                <a:moveTo>
                  <a:pt x="120274" y="0"/>
                </a:moveTo>
                <a:lnTo>
                  <a:pt x="0" y="64146"/>
                </a:lnTo>
                <a:lnTo>
                  <a:pt x="123481" y="121878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91" name="dp43-comparison / n184 / path">
            <a:extLst xmlns:a="http://schemas.openxmlformats.org/drawingml/2006/main">
              <a:ext uri="{FF2B5EF4-FFF2-40B4-BE49-F238E27FC236}">
                <a16:creationId xmlns:a16="http://schemas.microsoft.com/office/drawing/2014/main" id="{78650405-8A81-47B7-A503-8033577B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71036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92" name="dp43-comparison / n184 / arrow">
            <a:extLst xmlns:a="http://schemas.openxmlformats.org/drawingml/2006/main">
              <a:ext uri="{FF2B5EF4-FFF2-40B4-BE49-F238E27FC236}">
                <a16:creationId xmlns:a16="http://schemas.microsoft.com/office/drawing/2014/main" id="{3CFC3B2B-300C-4B9E-BF38-7543E31B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4455" y="664940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93" name="dp43-comparison / n110">
            <a:extLst xmlns:a="http://schemas.openxmlformats.org/drawingml/2006/main">
              <a:ext uri="{FF2B5EF4-FFF2-40B4-BE49-F238E27FC236}">
                <a16:creationId xmlns:a16="http://schemas.microsoft.com/office/drawing/2014/main" id="{FE6C1093-A4F8-4A84-9CFE-DBFEA2A9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0300"/>
            <a:ext cx="253422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p43-comparison / n111 / text 1">
            <a:extLst xmlns:a="http://schemas.openxmlformats.org/drawingml/2006/main">
              <a:ext uri="{FF2B5EF4-FFF2-40B4-BE49-F238E27FC236}">
                <a16:creationId xmlns:a16="http://schemas.microsoft.com/office/drawing/2014/main" id="{DA1D8DDA-604C-492F-B128-B1576179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09825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확정 User Turn / 새 Request</a:t>
            </a:r>
          </a:p>
        </p:txBody>
      </p:sp>
      <p:sp>
        <p:nvSpPr>
          <p:cNvPr id="195" name="dp43-comparison / n112">
            <a:extLst xmlns:a="http://schemas.openxmlformats.org/drawingml/2006/main">
              <a:ext uri="{FF2B5EF4-FFF2-40B4-BE49-F238E27FC236}">
                <a16:creationId xmlns:a16="http://schemas.microsoft.com/office/drawing/2014/main" id="{3257CF8A-7405-43A4-AD96-EA982ED1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076575"/>
            <a:ext cx="20383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p43-comparison / n113 / text 1">
            <a:extLst xmlns:a="http://schemas.openxmlformats.org/drawingml/2006/main">
              <a:ext uri="{FF2B5EF4-FFF2-40B4-BE49-F238E27FC236}">
                <a16:creationId xmlns:a16="http://schemas.microsoft.com/office/drawing/2014/main" id="{FCF8916B-3DEC-4940-B767-064316C0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086100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 / 역할별 KV</a:t>
            </a:r>
          </a:p>
        </p:txBody>
      </p:sp>
      <p:sp>
        <p:nvSpPr>
          <p:cNvPr id="197" name="dp43-comparison / n115">
            <a:extLst xmlns:a="http://schemas.openxmlformats.org/drawingml/2006/main">
              <a:ext uri="{FF2B5EF4-FFF2-40B4-BE49-F238E27FC236}">
                <a16:creationId xmlns:a16="http://schemas.microsoft.com/office/drawing/2014/main" id="{1749E60A-21E3-4075-9D1F-C9B83D59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4384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p43-comparison / n116 / text 1">
            <a:extLst xmlns:a="http://schemas.openxmlformats.org/drawingml/2006/main">
              <a:ext uri="{FF2B5EF4-FFF2-40B4-BE49-F238E27FC236}">
                <a16:creationId xmlns:a16="http://schemas.microsoft.com/office/drawing/2014/main" id="{2261E77B-0C80-41E8-9997-8EF4CC48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2447925"/>
            <a:ext cx="1238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원문</a:t>
            </a:r>
          </a:p>
        </p:txBody>
      </p:sp>
      <p:sp>
        <p:nvSpPr>
          <p:cNvPr id="199" name="dp43-comparison / n117">
            <a:extLst xmlns:a="http://schemas.openxmlformats.org/drawingml/2006/main">
              <a:ext uri="{FF2B5EF4-FFF2-40B4-BE49-F238E27FC236}">
                <a16:creationId xmlns:a16="http://schemas.microsoft.com/office/drawing/2014/main" id="{58646C4F-CF9C-4DCD-AD30-743A7435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95625"/>
            <a:ext cx="498348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p43-comparison / n118 / text 1">
            <a:extLst xmlns:a="http://schemas.openxmlformats.org/drawingml/2006/main">
              <a:ext uri="{FF2B5EF4-FFF2-40B4-BE49-F238E27FC236}">
                <a16:creationId xmlns:a16="http://schemas.microsoft.com/office/drawing/2014/main" id="{CBB3039A-9C08-4925-A7D6-310239C5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05150"/>
            <a:ext cx="5334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공통 읽기: Context Manager 정보 / Task Manager의 Task 후보</a:t>
            </a:r>
          </a:p>
        </p:txBody>
      </p:sp>
      <p:sp>
        <p:nvSpPr>
          <p:cNvPr id="201" name="dp43-comparison / n127">
            <a:extLst xmlns:a="http://schemas.openxmlformats.org/drawingml/2006/main">
              <a:ext uri="{FF2B5EF4-FFF2-40B4-BE49-F238E27FC236}">
                <a16:creationId xmlns:a16="http://schemas.microsoft.com/office/drawing/2014/main" id="{427DB177-78A9-495F-8D54-E3F494C7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86250"/>
            <a:ext cx="14906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p43-comparison / n128 / text 1">
            <a:extLst xmlns:a="http://schemas.openxmlformats.org/drawingml/2006/main">
              <a:ext uri="{FF2B5EF4-FFF2-40B4-BE49-F238E27FC236}">
                <a16:creationId xmlns:a16="http://schemas.microsoft.com/office/drawing/2014/main" id="{99EA1E69-A465-4FAD-B98C-E7A40AA0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95775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F1 목표와 완료 조건</a:t>
            </a:r>
          </a:p>
        </p:txBody>
      </p:sp>
      <p:sp>
        <p:nvSpPr>
          <p:cNvPr id="203" name="dp43-comparison / n133">
            <a:extLst xmlns:a="http://schemas.openxmlformats.org/drawingml/2006/main">
              <a:ext uri="{FF2B5EF4-FFF2-40B4-BE49-F238E27FC236}">
                <a16:creationId xmlns:a16="http://schemas.microsoft.com/office/drawing/2014/main" id="{9D104556-FF0F-4660-B6A3-59B7DFBB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943475"/>
            <a:ext cx="14906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p43-comparison / n134 / text 1">
            <a:extLst xmlns:a="http://schemas.openxmlformats.org/drawingml/2006/main">
              <a:ext uri="{FF2B5EF4-FFF2-40B4-BE49-F238E27FC236}">
                <a16:creationId xmlns:a16="http://schemas.microsoft.com/office/drawing/2014/main" id="{DB33EE97-31E4-42C2-A504-E1F2237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53000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F2 표와 결론의 범위</a:t>
            </a:r>
          </a:p>
        </p:txBody>
      </p:sp>
      <p:sp>
        <p:nvSpPr>
          <p:cNvPr id="205" name="dp43-comparison / n139">
            <a:extLst xmlns:a="http://schemas.openxmlformats.org/drawingml/2006/main">
              <a:ext uri="{FF2B5EF4-FFF2-40B4-BE49-F238E27FC236}">
                <a16:creationId xmlns:a16="http://schemas.microsoft.com/office/drawing/2014/main" id="{4E5CC1DC-B0C7-4870-AC56-D486631A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600700"/>
            <a:ext cx="22679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p43-comparison / n140 / text 1">
            <a:extLst xmlns:a="http://schemas.openxmlformats.org/drawingml/2006/main">
              <a:ext uri="{FF2B5EF4-FFF2-40B4-BE49-F238E27FC236}">
                <a16:creationId xmlns:a16="http://schemas.microsoft.com/office/drawing/2014/main" id="{B031C358-28CC-41AA-8721-7CC2C74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610225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F3 Conversation / Task 연결</a:t>
            </a:r>
          </a:p>
        </p:txBody>
      </p:sp>
      <p:sp>
        <p:nvSpPr>
          <p:cNvPr id="207" name="dp43-comparison / n145">
            <a:extLst xmlns:a="http://schemas.openxmlformats.org/drawingml/2006/main">
              <a:ext uri="{FF2B5EF4-FFF2-40B4-BE49-F238E27FC236}">
                <a16:creationId xmlns:a16="http://schemas.microsoft.com/office/drawing/2014/main" id="{EF6456DB-1662-40D4-9ACB-DB421965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4286250"/>
            <a:ext cx="14906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p43-comparison / n146 / text 1">
            <a:extLst xmlns:a="http://schemas.openxmlformats.org/drawingml/2006/main">
              <a:ext uri="{FF2B5EF4-FFF2-40B4-BE49-F238E27FC236}">
                <a16:creationId xmlns:a16="http://schemas.microsoft.com/office/drawing/2014/main" id="{E95EC579-1FBA-41C6-A63C-4204AB21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295775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F4 조건과 의존 관계</a:t>
            </a:r>
          </a:p>
        </p:txBody>
      </p:sp>
      <p:sp>
        <p:nvSpPr>
          <p:cNvPr id="209" name="dp43-comparison / n151">
            <a:extLst xmlns:a="http://schemas.openxmlformats.org/drawingml/2006/main">
              <a:ext uri="{FF2B5EF4-FFF2-40B4-BE49-F238E27FC236}">
                <a16:creationId xmlns:a16="http://schemas.microsoft.com/office/drawing/2014/main" id="{4B7F72D8-F1EE-4308-BD0D-DC5C106C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4943475"/>
            <a:ext cx="170211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p43-comparison / n152 / text 1">
            <a:extLst xmlns:a="http://schemas.openxmlformats.org/drawingml/2006/main">
              <a:ext uri="{FF2B5EF4-FFF2-40B4-BE49-F238E27FC236}">
                <a16:creationId xmlns:a16="http://schemas.microsoft.com/office/drawing/2014/main" id="{F1EEB642-59D9-4097-A082-352458CF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953000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F5 PDF 유지 / 결론→표</a:t>
            </a:r>
          </a:p>
        </p:txBody>
      </p:sp>
      <p:sp>
        <p:nvSpPr>
          <p:cNvPr id="211" name="dp43-comparison / n157">
            <a:extLst xmlns:a="http://schemas.openxmlformats.org/drawingml/2006/main">
              <a:ext uri="{FF2B5EF4-FFF2-40B4-BE49-F238E27FC236}">
                <a16:creationId xmlns:a16="http://schemas.microsoft.com/office/drawing/2014/main" id="{9651F657-EAB1-41A4-8CE5-748B0C19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5600700"/>
            <a:ext cx="222218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p43-comparison / n158 / text 1">
            <a:extLst xmlns:a="http://schemas.openxmlformats.org/drawingml/2006/main">
              <a:ext uri="{FF2B5EF4-FFF2-40B4-BE49-F238E27FC236}">
                <a16:creationId xmlns:a16="http://schemas.microsoft.com/office/drawing/2014/main" id="{359E4494-F8C2-4B3E-9B69-A113B982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610225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F6 Delegation / 질문 / 대기</a:t>
            </a:r>
          </a:p>
        </p:txBody>
      </p:sp>
      <p:sp>
        <p:nvSpPr>
          <p:cNvPr id="213" name="dp43-comparison / n170">
            <a:extLst xmlns:a="http://schemas.openxmlformats.org/drawingml/2006/main">
              <a:ext uri="{FF2B5EF4-FFF2-40B4-BE49-F238E27FC236}">
                <a16:creationId xmlns:a16="http://schemas.microsoft.com/office/drawing/2014/main" id="{9E6D6127-F182-460B-888B-878D81AD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3514725"/>
            <a:ext cx="26422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p43-comparison / n171 / text 1">
            <a:extLst xmlns:a="http://schemas.openxmlformats.org/drawingml/2006/main">
              <a:ext uri="{FF2B5EF4-FFF2-40B4-BE49-F238E27FC236}">
                <a16:creationId xmlns:a16="http://schemas.microsoft.com/office/drawing/2014/main" id="{D0D485F9-112A-42D2-8755-74165947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3524250"/>
            <a:ext cx="4962525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각 F1~F6 생산자의 모델 호출 / 반환</a:t>
            </a:r>
          </a:p>
        </p:txBody>
      </p:sp>
      <p:sp>
        <p:nvSpPr>
          <p:cNvPr id="215" name="dp43-comparison / n172">
            <a:extLst xmlns:a="http://schemas.openxmlformats.org/drawingml/2006/main">
              <a:ext uri="{FF2B5EF4-FFF2-40B4-BE49-F238E27FC236}">
                <a16:creationId xmlns:a16="http://schemas.microsoft.com/office/drawing/2014/main" id="{0443A548-DC96-41CA-82F2-04A7ED11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810250"/>
            <a:ext cx="546201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p43-comparison / n173 / text 1">
            <a:extLst xmlns:a="http://schemas.openxmlformats.org/drawingml/2006/main">
              <a:ext uri="{FF2B5EF4-FFF2-40B4-BE49-F238E27FC236}">
                <a16:creationId xmlns:a16="http://schemas.microsoft.com/office/drawing/2014/main" id="{DFFD5671-725E-4DBA-910F-2E367919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19775"/>
            <a:ext cx="75057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실선 제안 / 점선 원생산자 재판단 / Coordinator의 의미 덮어쓰기 금지</a:t>
            </a:r>
          </a:p>
        </p:txBody>
      </p:sp>
      <p:sp>
        <p:nvSpPr>
          <p:cNvPr id="217" name="dp43-comparison / n174">
            <a:extLst xmlns:a="http://schemas.openxmlformats.org/drawingml/2006/main">
              <a:ext uri="{FF2B5EF4-FFF2-40B4-BE49-F238E27FC236}">
                <a16:creationId xmlns:a16="http://schemas.microsoft.com/office/drawing/2014/main" id="{F2D22009-78B9-4860-AEA3-44A0F37A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000750"/>
            <a:ext cx="646576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p43-comparison / n175 / text 1">
            <a:extLst xmlns:a="http://schemas.openxmlformats.org/drawingml/2006/main">
              <a:ext uri="{FF2B5EF4-FFF2-40B4-BE49-F238E27FC236}">
                <a16:creationId xmlns:a16="http://schemas.microsoft.com/office/drawing/2014/main" id="{991F63F9-C9B9-4B0C-9E40-34486B86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6010275"/>
            <a:ext cx="7715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정정: F2와 F5 재판단 → F4 갱신 / Task Association은 입력 전제가 아닌 결과</a:t>
            </a:r>
          </a:p>
        </p:txBody>
      </p:sp>
      <p:sp>
        <p:nvSpPr>
          <p:cNvPr id="219" name="dp43-comparison / n185">
            <a:extLst xmlns:a="http://schemas.openxmlformats.org/drawingml/2006/main">
              <a:ext uri="{FF2B5EF4-FFF2-40B4-BE49-F238E27FC236}">
                <a16:creationId xmlns:a16="http://schemas.microsoft.com/office/drawing/2014/main" id="{DA85E066-BDA5-42F8-B514-4EF98E50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6200775"/>
            <a:ext cx="358444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p43-comparison / n186 / text 1">
            <a:extLst xmlns:a="http://schemas.openxmlformats.org/drawingml/2006/main">
              <a:ext uri="{FF2B5EF4-FFF2-40B4-BE49-F238E27FC236}">
                <a16:creationId xmlns:a16="http://schemas.microsoft.com/office/drawing/2014/main" id="{77117BF0-FBD9-4A0F-B707-B8F37E11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6210300"/>
            <a:ext cx="5029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검사: 입력 / 정보 / Task / 질문 / 권한</a:t>
            </a:r>
          </a:p>
        </p:txBody>
      </p:sp>
      <p:sp>
        <p:nvSpPr>
          <p:cNvPr id="221" name="dp43-comparison / n187">
            <a:extLst xmlns:a="http://schemas.openxmlformats.org/drawingml/2006/main">
              <a:ext uri="{FF2B5EF4-FFF2-40B4-BE49-F238E27FC236}">
                <a16:creationId xmlns:a16="http://schemas.microsoft.com/office/drawing/2014/main" id="{01C811B5-DEA5-43E9-A14B-A5723C49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6981825"/>
            <a:ext cx="322173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p43-comparison / n188 / text 1">
            <a:extLst xmlns:a="http://schemas.openxmlformats.org/drawingml/2006/main">
              <a:ext uri="{FF2B5EF4-FFF2-40B4-BE49-F238E27FC236}">
                <a16:creationId xmlns:a16="http://schemas.microsoft.com/office/drawing/2014/main" id="{A105F259-8ABA-4379-83C3-3E2A9E44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6991350"/>
            <a:ext cx="44005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의미와 질문 / 임시 해석 상태와 별도</a:t>
            </a:r>
          </a:p>
        </p:txBody>
      </p:sp>
      <p:sp>
        <p:nvSpPr>
          <p:cNvPr id="223" name="dp43-comparison / n189">
            <a:extLst xmlns:a="http://schemas.openxmlformats.org/drawingml/2006/main">
              <a:ext uri="{FF2B5EF4-FFF2-40B4-BE49-F238E27FC236}">
                <a16:creationId xmlns:a16="http://schemas.microsoft.com/office/drawing/2014/main" id="{310D17C1-D23F-48EF-8F0C-AEA88064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200900"/>
            <a:ext cx="732396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p43-comparison / n190 / text 1">
            <a:extLst xmlns:a="http://schemas.openxmlformats.org/drawingml/2006/main">
              <a:ext uri="{FF2B5EF4-FFF2-40B4-BE49-F238E27FC236}">
                <a16:creationId xmlns:a16="http://schemas.microsoft.com/office/drawing/2014/main" id="{E08857DE-BE87-4DF0-A71F-0A2A86B3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21042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후: Response Manager → Interaction Manager / Task Manager → Agent Gateway</a:t>
            </a:r>
          </a:p>
        </p:txBody>
      </p:sp>
      <p:sp>
        <p:nvSpPr>
          <p:cNvPr id="225" name="dp43-comparison / n191">
            <a:extLst xmlns:a="http://schemas.openxmlformats.org/drawingml/2006/main">
              <a:ext uri="{FF2B5EF4-FFF2-40B4-BE49-F238E27FC236}">
                <a16:creationId xmlns:a16="http://schemas.microsoft.com/office/drawing/2014/main" id="{76EE6FA6-74BA-4773-A303-0F6F51A0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391400"/>
            <a:ext cx="60563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p43-comparison / n192 / text 1">
            <a:extLst xmlns:a="http://schemas.openxmlformats.org/drawingml/2006/main">
              <a:ext uri="{FF2B5EF4-FFF2-40B4-BE49-F238E27FC236}">
                <a16:creationId xmlns:a16="http://schemas.microsoft.com/office/drawing/2014/main" id="{4F9459CC-99C3-4D68-89DA-821FCCE9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400925"/>
            <a:ext cx="7696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 질문의 실제 전달과 새 답변 / Downstream Agent 접수와 결과의 별도 확인</a:t>
            </a:r>
          </a:p>
        </p:txBody>
      </p:sp>
    </p:spTree>
    <p:extLst>
      <p:ext uri="{BB962C8B-B14F-4D97-AF65-F5344CB8AC3E}">
        <p14:creationId xmlns:p14="http://schemas.microsoft.com/office/powerpoint/2010/main" val="1958731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dp44-comparison / n1">
            <a:extLst xmlns:a="http://schemas.openxmlformats.org/drawingml/2006/main">
              <a:ext uri="{FF2B5EF4-FFF2-40B4-BE49-F238E27FC236}">
                <a16:creationId xmlns:a16="http://schemas.microsoft.com/office/drawing/2014/main" id="{0D984151-C99E-4717-BC4A-C1419195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4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9B798337-A083-404F-8AAB-1EBD6F39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4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2697C0CA-8FDB-4F4B-9985-7D1AE612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4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92FE01E5-2F21-4DEE-AA69-46409829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04-44. 반응성을 위한 VIA 지속 입력과 Response 전달 설계</a:t>
            </a:r>
          </a:p>
        </p:txBody>
      </p:sp>
      <p:sp>
        <p:nvSpPr>
          <p:cNvPr id="5" name="dp44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2A95B57E-539F-4600-8283-816382B8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4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6F62DB55-1613-45CF-9C1F-327D2C4E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66825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설명 도중 새 발화와 메일 질문 도착 / 표 설명 후 메일 질문 전달</a:t>
            </a:r>
          </a:p>
        </p:txBody>
      </p:sp>
      <p:sp>
        <p:nvSpPr>
          <p:cNvPr id="7" name="dp44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F52FBEB3-968E-4982-9A8D-0E93F545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4-comparison / n8 / text 1">
            <a:extLst xmlns:a="http://schemas.openxmlformats.org/drawingml/2006/main">
              <a:ext uri="{FF2B5EF4-FFF2-40B4-BE49-F238E27FC236}">
                <a16:creationId xmlns:a16="http://schemas.microsoft.com/office/drawing/2014/main" id="{3342A73A-DE11-4CF5-86F2-FC7378D7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00200"/>
            <a:ext cx="145732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양안 공통: Agent Gateway ↔ Downstream Agent / Model Access ↔ 공유 Omni 1벌</a:t>
            </a:r>
          </a:p>
        </p:txBody>
      </p:sp>
      <p:sp>
        <p:nvSpPr>
          <p:cNvPr id="9" name="dp44-comparison / n9">
            <a:extLst xmlns:a="http://schemas.openxmlformats.org/drawingml/2006/main">
              <a:ext uri="{FF2B5EF4-FFF2-40B4-BE49-F238E27FC236}">
                <a16:creationId xmlns:a16="http://schemas.microsoft.com/office/drawing/2014/main" id="{B871770A-F965-466A-A7AA-70E4366B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0" name="dp44-comparison / n10 / text 1">
            <a:extLst xmlns:a="http://schemas.openxmlformats.org/drawingml/2006/main">
              <a:ext uri="{FF2B5EF4-FFF2-40B4-BE49-F238E27FC236}">
                <a16:creationId xmlns:a16="http://schemas.microsoft.com/office/drawing/2014/main" id="{036DC0CB-F992-4A26-BC45-8CAC9F05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1" name="dp44-comparison / n11">
            <a:extLst xmlns:a="http://schemas.openxmlformats.org/drawingml/2006/main">
              <a:ext uri="{FF2B5EF4-FFF2-40B4-BE49-F238E27FC236}">
                <a16:creationId xmlns:a16="http://schemas.microsoft.com/office/drawing/2014/main" id="{D8D4DA22-1CC4-48E1-A793-7839B7EE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2" name="dp44-comparison / n12 / text 1">
            <a:extLst xmlns:a="http://schemas.openxmlformats.org/drawingml/2006/main">
              <a:ext uri="{FF2B5EF4-FFF2-40B4-BE49-F238E27FC236}">
                <a16:creationId xmlns:a16="http://schemas.microsoft.com/office/drawing/2014/main" id="{57EC291C-6101-4A03-B671-402BEDEE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3" name="dp44-comparison / n13">
            <a:extLst xmlns:a="http://schemas.openxmlformats.org/drawingml/2006/main">
              <a:ext uri="{FF2B5EF4-FFF2-40B4-BE49-F238E27FC236}">
                <a16:creationId xmlns:a16="http://schemas.microsoft.com/office/drawing/2014/main" id="{7BDEC142-41BC-4CCA-8D81-8C95047A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4" name="dp44-comparison / n14 / text 1">
            <a:extLst xmlns:a="http://schemas.openxmlformats.org/drawingml/2006/main">
              <a:ext uri="{FF2B5EF4-FFF2-40B4-BE49-F238E27FC236}">
                <a16:creationId xmlns:a16="http://schemas.microsoft.com/office/drawing/2014/main" id="{087C1C89-B097-4C64-828B-A42773B0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5" name="dp44-comparison / n15">
            <a:extLst xmlns:a="http://schemas.openxmlformats.org/drawingml/2006/main">
              <a:ext uri="{FF2B5EF4-FFF2-40B4-BE49-F238E27FC236}">
                <a16:creationId xmlns:a16="http://schemas.microsoft.com/office/drawing/2014/main" id="{43F7078E-B4DD-4AA4-8E0A-72B1CB13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6" name="dp44-comparison / n16 / text 1">
            <a:extLst xmlns:a="http://schemas.openxmlformats.org/drawingml/2006/main">
              <a:ext uri="{FF2B5EF4-FFF2-40B4-BE49-F238E27FC236}">
                <a16:creationId xmlns:a16="http://schemas.microsoft.com/office/drawing/2014/main" id="{6254D44C-16F8-48C1-A92C-07CE3745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7" name="dp44-comparison / n17">
            <a:extLst xmlns:a="http://schemas.openxmlformats.org/drawingml/2006/main">
              <a:ext uri="{FF2B5EF4-FFF2-40B4-BE49-F238E27FC236}">
                <a16:creationId xmlns:a16="http://schemas.microsoft.com/office/drawing/2014/main" id="{68831502-EAA3-4D9D-B973-8DA187BD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8" name="dp44-comparison / n18 / text 1">
            <a:extLst xmlns:a="http://schemas.openxmlformats.org/drawingml/2006/main">
              <a:ext uri="{FF2B5EF4-FFF2-40B4-BE49-F238E27FC236}">
                <a16:creationId xmlns:a16="http://schemas.microsoft.com/office/drawing/2014/main" id="{E742BA6A-A875-46D8-9F53-C16EEB39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9" name="dp44-comparison / n18 / text 2">
            <a:extLst xmlns:a="http://schemas.openxmlformats.org/drawingml/2006/main">
              <a:ext uri="{FF2B5EF4-FFF2-40B4-BE49-F238E27FC236}">
                <a16:creationId xmlns:a16="http://schemas.microsoft.com/office/drawing/2014/main" id="{ECF96AAB-AC0A-4204-A4B1-706D7ED5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20" name="dp44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BB2C031B-A6CD-4085-B0C4-93D88650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4-comparison / n20 / path">
            <a:extLst xmlns:a="http://schemas.openxmlformats.org/drawingml/2006/main">
              <a:ext uri="{FF2B5EF4-FFF2-40B4-BE49-F238E27FC236}">
                <a16:creationId xmlns:a16="http://schemas.microsoft.com/office/drawing/2014/main" id="{B858DADA-41EE-4DBC-8804-C38D810C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2" name="dp44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53C49E5C-33A4-4149-8974-0A50F060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중앙 비동기 Orchestration</a:t>
            </a:r>
          </a:p>
        </p:txBody>
      </p:sp>
      <p:sp>
        <p:nvSpPr>
          <p:cNvPr id="23" name="dp44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91D03DD9-3740-4FD9-9BFA-7E24D098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집중된 실행 상태로 전체 메모리 13.3 GB (메모리 효율성 ↑)</a:t>
            </a:r>
          </a:p>
        </p:txBody>
      </p:sp>
      <p:sp>
        <p:nvSpPr>
          <p:cNvPr id="24" name="dp44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D866C607-684C-48DD-ABC0-CEAA06C4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반환 회수와 재배정으로 p95 반응 지연 0.85 s (응답 신속성 ↓)</a:t>
            </a:r>
          </a:p>
        </p:txBody>
      </p:sp>
      <p:sp>
        <p:nvSpPr>
          <p:cNvPr id="25" name="dp44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9FC0F4FA-3569-4339-8065-81FAD67F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교차 사건의 중앙 전이 변경, 평균 4.0개 (변경 용이성 ↓)</a:t>
            </a:r>
          </a:p>
        </p:txBody>
      </p:sp>
      <p:sp>
        <p:nvSpPr>
          <p:cNvPr id="26" name="dp44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412C0C62-A3FA-4328-B996-42C17D07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V-04 응답 신속성</a:t>
            </a:r>
          </a:p>
        </p:txBody>
      </p:sp>
      <p:sp>
        <p:nvSpPr>
          <p:cNvPr id="27" name="dp44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C27DBA69-07F0-49E3-9AF5-B414676F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28" name="dp44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96A145B0-A8AB-479C-95F9-D143B7D0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0.85 s</a:t>
            </a:r>
          </a:p>
        </p:txBody>
      </p:sp>
      <p:sp>
        <p:nvSpPr>
          <p:cNvPr id="29" name="dp44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6A95F5DF-AD80-479B-BA4B-B94B87A9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반응 지연 ↓</a:t>
            </a:r>
          </a:p>
        </p:txBody>
      </p:sp>
      <p:sp>
        <p:nvSpPr>
          <p:cNvPr id="30" name="dp44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CE064F05-18FB-4AF4-9B22-58BE24D6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31" name="dp44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4EF9A057-765A-4510-9A65-60049009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32" name="dp44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3684E423-52D7-4AB5-A519-CA97B1BC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4.0개</a:t>
            </a:r>
          </a:p>
        </p:txBody>
      </p:sp>
      <p:sp>
        <p:nvSpPr>
          <p:cNvPr id="33" name="dp44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FEA6C9DF-4D0C-40F3-83BF-E5E2FC18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34" name="dp44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D1E6A8B0-BC5E-47AB-B36E-958C81F5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35" name="dp44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A916E19B-D11B-4358-81FF-85FD72B4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6" name="dp44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671FC32D-1BB0-4331-B3C5-B42306BF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13.3 GB</a:t>
            </a:r>
          </a:p>
        </p:txBody>
      </p:sp>
      <p:sp>
        <p:nvSpPr>
          <p:cNvPr id="37" name="dp44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FABCFD5A-FEAC-48C6-AECB-6BA2BE8E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38" name="dp44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1D5A063A-9269-46B4-BC69-000312D3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B 반응형 Dataflow 실행</a:t>
            </a:r>
          </a:p>
        </p:txBody>
      </p:sp>
      <p:sp>
        <p:nvSpPr>
          <p:cNvPr id="39" name="dp44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74DE4EA7-16CD-44C9-A102-2503A3F9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사건의 직접 활성화로 p95 반응 지연 0.62 s (응답 신속성 ↑)</a:t>
            </a:r>
          </a:p>
        </p:txBody>
      </p:sp>
      <p:sp>
        <p:nvSpPr>
          <p:cNvPr id="40" name="dp44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CF29565C-C967-4366-B3DB-DC763FEC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동일 schema 안의 단계 조합 변경, 평균 2.5개 (변경 용이성 ↑)</a:t>
            </a:r>
          </a:p>
        </p:txBody>
      </p:sp>
      <p:sp>
        <p:nvSpPr>
          <p:cNvPr id="41" name="dp44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7A7B4A6C-6A89-466C-B066-A1D0F0F3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다수 window와 buffer로 전체 메모리 13.8 GB (메모리 효율성 ↓)</a:t>
            </a:r>
          </a:p>
        </p:txBody>
      </p:sp>
      <p:sp>
        <p:nvSpPr>
          <p:cNvPr id="42" name="dp44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16B76B71-ECE0-4347-8CE8-E055D955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V-04 응답 신속성</a:t>
            </a:r>
          </a:p>
        </p:txBody>
      </p:sp>
      <p:sp>
        <p:nvSpPr>
          <p:cNvPr id="43" name="dp44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5EE9075C-3B0F-4B15-AF0C-9CADBB4B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4" name="dp44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78BFEB6D-21B0-4012-B7E3-F0B541E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0.62 s</a:t>
            </a:r>
          </a:p>
        </p:txBody>
      </p:sp>
      <p:sp>
        <p:nvSpPr>
          <p:cNvPr id="45" name="dp44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EECD2588-F493-45DD-BAC0-0BDE1911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반응 지연 ↓</a:t>
            </a:r>
          </a:p>
        </p:txBody>
      </p:sp>
      <p:sp>
        <p:nvSpPr>
          <p:cNvPr id="46" name="dp44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B673446C-C633-45E5-9E36-6F9D30A1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47" name="dp44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BD65A0B8-FFDF-4512-8AC4-B9CB7C9C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8" name="dp44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B016AE9D-B260-4DD7-BCE7-5F0E2509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2.5개</a:t>
            </a:r>
          </a:p>
        </p:txBody>
      </p:sp>
      <p:sp>
        <p:nvSpPr>
          <p:cNvPr id="49" name="dp44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CE8D445A-E1D8-497C-A6C6-BEDDAE2A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50" name="dp44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53D29F67-2607-485C-A04C-975131BF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51" name="dp44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6BB354BD-A49E-4ABE-BEC4-B615E26A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52" name="dp44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8FD21EF8-AA63-4E0E-8833-44FB3A07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13.8 GB</a:t>
            </a:r>
          </a:p>
        </p:txBody>
      </p:sp>
      <p:sp>
        <p:nvSpPr>
          <p:cNvPr id="53" name="dp44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7AC41701-C359-4E2F-9B7B-4DF6D39C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54" name="dp44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1C87E0CA-74B9-4442-85DA-92E7EE6F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여러 사건의 집중 도착 / 양안의 입력 수신과 로컬 음성 중단은 동일</a:t>
            </a:r>
          </a:p>
        </p:txBody>
      </p:sp>
      <p:sp>
        <p:nvSpPr>
          <p:cNvPr id="55" name="dp44-comparison / n54 / text 1">
            <a:extLst xmlns:a="http://schemas.openxmlformats.org/drawingml/2006/main">
              <a:ext uri="{FF2B5EF4-FFF2-40B4-BE49-F238E27FC236}">
                <a16:creationId xmlns:a16="http://schemas.microsoft.com/office/drawing/2014/main" id="{19CE7895-2697-4C00-9239-DA753A78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6" name="dp44-comparison / n55">
            <a:extLst xmlns:a="http://schemas.openxmlformats.org/drawingml/2006/main">
              <a:ext uri="{FF2B5EF4-FFF2-40B4-BE49-F238E27FC236}">
                <a16:creationId xmlns:a16="http://schemas.microsoft.com/office/drawing/2014/main" id="{853801EE-D432-4A74-8641-D3E05D48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2305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7" name="dp44-comparison / n56 / text 1">
            <a:extLst xmlns:a="http://schemas.openxmlformats.org/drawingml/2006/main">
              <a:ext uri="{FF2B5EF4-FFF2-40B4-BE49-F238E27FC236}">
                <a16:creationId xmlns:a16="http://schemas.microsoft.com/office/drawing/2014/main" id="{C13EAA47-7265-426E-9D68-AA715511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6555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58" name="dp44-comparison / n57">
            <a:extLst xmlns:a="http://schemas.openxmlformats.org/drawingml/2006/main">
              <a:ext uri="{FF2B5EF4-FFF2-40B4-BE49-F238E27FC236}">
                <a16:creationId xmlns:a16="http://schemas.microsoft.com/office/drawing/2014/main" id="{828B250F-8FE2-4DEC-8D2B-7F29064D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90800"/>
            <a:ext cx="2305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9" name="dp44-comparison / n58 / text 1">
            <a:extLst xmlns:a="http://schemas.openxmlformats.org/drawingml/2006/main">
              <a:ext uri="{FF2B5EF4-FFF2-40B4-BE49-F238E27FC236}">
                <a16:creationId xmlns:a16="http://schemas.microsoft.com/office/drawing/2014/main" id="{BB71A23D-7DF3-41E1-89B2-01989EE5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555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Input Control Gate</a:t>
            </a:r>
          </a:p>
        </p:txBody>
      </p:sp>
      <p:sp>
        <p:nvSpPr>
          <p:cNvPr id="60" name="dp44-comparison / n59">
            <a:extLst xmlns:a="http://schemas.openxmlformats.org/drawingml/2006/main">
              <a:ext uri="{FF2B5EF4-FFF2-40B4-BE49-F238E27FC236}">
                <a16:creationId xmlns:a16="http://schemas.microsoft.com/office/drawing/2014/main" id="{4931AFB2-AB1D-409C-ABC3-0CC02AE4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90800"/>
            <a:ext cx="1952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61" name="dp44-comparison / n60 / text 1">
            <a:extLst xmlns:a="http://schemas.openxmlformats.org/drawingml/2006/main">
              <a:ext uri="{FF2B5EF4-FFF2-40B4-BE49-F238E27FC236}">
                <a16:creationId xmlns:a16="http://schemas.microsoft.com/office/drawing/2014/main" id="{B4B8264C-3A60-45C6-B29F-C7FAC64D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55570"/>
            <a:ext cx="1781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62" name="dp44-comparison / n61 / path">
            <a:extLst xmlns:a="http://schemas.openxmlformats.org/drawingml/2006/main">
              <a:ext uri="{FF2B5EF4-FFF2-40B4-BE49-F238E27FC236}">
                <a16:creationId xmlns:a16="http://schemas.microsoft.com/office/drawing/2014/main" id="{B3F008FA-C19F-460D-8C43-4976F192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701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3" name="dp44-comparison / n61 / arrow">
            <a:extLst xmlns:a="http://schemas.openxmlformats.org/drawingml/2006/main">
              <a:ext uri="{FF2B5EF4-FFF2-40B4-BE49-F238E27FC236}">
                <a16:creationId xmlns:a16="http://schemas.microsoft.com/office/drawing/2014/main" id="{83E3A15F-C657-4B44-B20E-B305B499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355" y="27060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4" name="dp44-comparison / n62 / path">
            <a:extLst xmlns:a="http://schemas.openxmlformats.org/drawingml/2006/main">
              <a:ext uri="{FF2B5EF4-FFF2-40B4-BE49-F238E27FC236}">
                <a16:creationId xmlns:a16="http://schemas.microsoft.com/office/drawing/2014/main" id="{1AA1954B-BB53-42A4-83F3-9E935864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6701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5" name="dp44-comparison / n62 / arrow">
            <a:extLst xmlns:a="http://schemas.openxmlformats.org/drawingml/2006/main">
              <a:ext uri="{FF2B5EF4-FFF2-40B4-BE49-F238E27FC236}">
                <a16:creationId xmlns:a16="http://schemas.microsoft.com/office/drawing/2014/main" id="{A684390E-FF5E-4A16-8795-A0AA74BB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530" y="27060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6" name="dp44-comparison / n69">
            <a:extLst xmlns:a="http://schemas.openxmlformats.org/drawingml/2006/main">
              <a:ext uri="{FF2B5EF4-FFF2-40B4-BE49-F238E27FC236}">
                <a16:creationId xmlns:a16="http://schemas.microsoft.com/office/drawing/2014/main" id="{64F2D96B-93F6-410A-A3DF-DA8C8FCF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467100"/>
            <a:ext cx="3048000" cy="2466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7" name="dp44-comparison / n70 / text 1">
            <a:extLst xmlns:a="http://schemas.openxmlformats.org/drawingml/2006/main">
              <a:ext uri="{FF2B5EF4-FFF2-40B4-BE49-F238E27FC236}">
                <a16:creationId xmlns:a16="http://schemas.microsoft.com/office/drawing/2014/main" id="{60AB7951-296F-4C65-9F8B-387D87CC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62350"/>
            <a:ext cx="28003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Interaction Orchestrator</a:t>
            </a:r>
          </a:p>
        </p:txBody>
      </p:sp>
      <p:sp>
        <p:nvSpPr>
          <p:cNvPr id="68" name="dp44-comparison / n71">
            <a:extLst xmlns:a="http://schemas.openxmlformats.org/drawingml/2006/main">
              <a:ext uri="{FF2B5EF4-FFF2-40B4-BE49-F238E27FC236}">
                <a16:creationId xmlns:a16="http://schemas.microsoft.com/office/drawing/2014/main" id="{F93CF943-F487-454B-9ACF-82B91F41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67100"/>
            <a:ext cx="19526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9" name="dp44-comparison / n72 / text 1">
            <a:extLst xmlns:a="http://schemas.openxmlformats.org/drawingml/2006/main">
              <a:ext uri="{FF2B5EF4-FFF2-40B4-BE49-F238E27FC236}">
                <a16:creationId xmlns:a16="http://schemas.microsoft.com/office/drawing/2014/main" id="{8B1E9C8D-66A2-4BA7-9D77-EAFC1835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562350"/>
            <a:ext cx="17049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70" name="dp44-comparison / n73">
            <a:extLst xmlns:a="http://schemas.openxmlformats.org/drawingml/2006/main">
              <a:ext uri="{FF2B5EF4-FFF2-40B4-BE49-F238E27FC236}">
                <a16:creationId xmlns:a16="http://schemas.microsoft.com/office/drawing/2014/main" id="{6B255C08-A8BE-43DB-9EF3-9C8F738C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10025"/>
            <a:ext cx="2686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71" name="dp44-comparison / n74 / text 1">
            <a:extLst xmlns:a="http://schemas.openxmlformats.org/drawingml/2006/main">
              <a:ext uri="{FF2B5EF4-FFF2-40B4-BE49-F238E27FC236}">
                <a16:creationId xmlns:a16="http://schemas.microsoft.com/office/drawing/2014/main" id="{3EE71D37-CD0C-464E-BFAD-F2391588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16229"/>
            <a:ext cx="25146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Dialogue Dispatcher</a:t>
            </a:r>
          </a:p>
        </p:txBody>
      </p:sp>
      <p:sp>
        <p:nvSpPr>
          <p:cNvPr id="72" name="dp44-comparison / n75">
            <a:extLst xmlns:a="http://schemas.openxmlformats.org/drawingml/2006/main">
              <a:ext uri="{FF2B5EF4-FFF2-40B4-BE49-F238E27FC236}">
                <a16:creationId xmlns:a16="http://schemas.microsoft.com/office/drawing/2014/main" id="{363B5BA7-564C-4663-8B05-FC6052BE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72075"/>
            <a:ext cx="2686050" cy="5334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3" name="dp44-comparison / n76 / text 1">
            <a:extLst xmlns:a="http://schemas.openxmlformats.org/drawingml/2006/main">
              <a:ext uri="{FF2B5EF4-FFF2-40B4-BE49-F238E27FC236}">
                <a16:creationId xmlns:a16="http://schemas.microsoft.com/office/drawing/2014/main" id="{AED115B1-1062-4780-A463-706556D8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334000"/>
            <a:ext cx="25146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Dialogue Progress State</a:t>
            </a:r>
          </a:p>
        </p:txBody>
      </p:sp>
      <p:sp>
        <p:nvSpPr>
          <p:cNvPr id="74" name="dp44-comparison / n77">
            <a:extLst xmlns:a="http://schemas.openxmlformats.org/drawingml/2006/main">
              <a:ext uri="{FF2B5EF4-FFF2-40B4-BE49-F238E27FC236}">
                <a16:creationId xmlns:a16="http://schemas.microsoft.com/office/drawing/2014/main" id="{E5BCDCA1-53C7-4D1C-8D7A-29A1B810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10025"/>
            <a:ext cx="2305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75" name="dp44-comparison / n78 / text 1">
            <a:extLst xmlns:a="http://schemas.openxmlformats.org/drawingml/2006/main">
              <a:ext uri="{FF2B5EF4-FFF2-40B4-BE49-F238E27FC236}">
                <a16:creationId xmlns:a16="http://schemas.microsoft.com/office/drawing/2014/main" id="{10228EB2-AFCF-4CFA-8AFA-16F16A82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12242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76" name="dp44-comparison / n79">
            <a:extLst xmlns:a="http://schemas.openxmlformats.org/drawingml/2006/main">
              <a:ext uri="{FF2B5EF4-FFF2-40B4-BE49-F238E27FC236}">
                <a16:creationId xmlns:a16="http://schemas.microsoft.com/office/drawing/2014/main" id="{C19EC022-C6AF-49FF-918C-3DA558B3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48300"/>
            <a:ext cx="2305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77" name="dp44-comparison / n80 / text 1">
            <a:extLst xmlns:a="http://schemas.openxmlformats.org/drawingml/2006/main">
              <a:ext uri="{FF2B5EF4-FFF2-40B4-BE49-F238E27FC236}">
                <a16:creationId xmlns:a16="http://schemas.microsoft.com/office/drawing/2014/main" id="{99CFC6F5-E409-47BE-8A69-2B24488F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522595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Voice Runtime</a:t>
            </a:r>
          </a:p>
        </p:txBody>
      </p:sp>
      <p:sp>
        <p:nvSpPr>
          <p:cNvPr id="78" name="dp44-comparison / n81">
            <a:extLst xmlns:a="http://schemas.openxmlformats.org/drawingml/2006/main">
              <a:ext uri="{FF2B5EF4-FFF2-40B4-BE49-F238E27FC236}">
                <a16:creationId xmlns:a16="http://schemas.microsoft.com/office/drawing/2014/main" id="{3E6E5402-139F-4C90-9AD8-F0826A7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10025"/>
            <a:ext cx="16287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79" name="dp44-comparison / n82 / text 1">
            <a:extLst xmlns:a="http://schemas.openxmlformats.org/drawingml/2006/main">
              <a:ext uri="{FF2B5EF4-FFF2-40B4-BE49-F238E27FC236}">
                <a16:creationId xmlns:a16="http://schemas.microsoft.com/office/drawing/2014/main" id="{F63C1FFE-C8F2-4A0E-9B66-68D351C4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23360"/>
            <a:ext cx="14573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Response</a:t>
            </a:r>
          </a:p>
        </p:txBody>
      </p:sp>
      <p:sp>
        <p:nvSpPr>
          <p:cNvPr id="80" name="dp44-comparison / n82 / text 2">
            <a:extLst xmlns:a="http://schemas.openxmlformats.org/drawingml/2006/main">
              <a:ext uri="{FF2B5EF4-FFF2-40B4-BE49-F238E27FC236}">
                <a16:creationId xmlns:a16="http://schemas.microsoft.com/office/drawing/2014/main" id="{CADBB2F3-74D1-4254-AC50-7B4EC2A8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33863"/>
            <a:ext cx="14573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Composer</a:t>
            </a:r>
          </a:p>
        </p:txBody>
      </p:sp>
      <p:sp>
        <p:nvSpPr>
          <p:cNvPr id="81" name="dp44-comparison / n83">
            <a:extLst xmlns:a="http://schemas.openxmlformats.org/drawingml/2006/main">
              <a:ext uri="{FF2B5EF4-FFF2-40B4-BE49-F238E27FC236}">
                <a16:creationId xmlns:a16="http://schemas.microsoft.com/office/drawing/2014/main" id="{E2F46EF3-6C51-4169-AB02-FF15F077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72075"/>
            <a:ext cx="16287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2" name="dp44-comparison / n84 / text 1">
            <a:extLst xmlns:a="http://schemas.openxmlformats.org/drawingml/2006/main">
              <a:ext uri="{FF2B5EF4-FFF2-40B4-BE49-F238E27FC236}">
                <a16:creationId xmlns:a16="http://schemas.microsoft.com/office/drawing/2014/main" id="{43FCB977-BEF0-41CF-B8B7-5B720222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85410"/>
            <a:ext cx="14573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</a:t>
            </a:r>
          </a:p>
        </p:txBody>
      </p:sp>
      <p:sp>
        <p:nvSpPr>
          <p:cNvPr id="83" name="dp44-comparison / n84 / text 2">
            <a:extLst xmlns:a="http://schemas.openxmlformats.org/drawingml/2006/main">
              <a:ext uri="{FF2B5EF4-FFF2-40B4-BE49-F238E27FC236}">
                <a16:creationId xmlns:a16="http://schemas.microsoft.com/office/drawing/2014/main" id="{BC8D7B0F-6023-47C5-9F85-B97EA30D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95913"/>
            <a:ext cx="14573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Control</a:t>
            </a:r>
          </a:p>
        </p:txBody>
      </p:sp>
      <p:sp>
        <p:nvSpPr>
          <p:cNvPr id="84" name="dp44-comparison / n85">
            <a:extLst xmlns:a="http://schemas.openxmlformats.org/drawingml/2006/main">
              <a:ext uri="{FF2B5EF4-FFF2-40B4-BE49-F238E27FC236}">
                <a16:creationId xmlns:a16="http://schemas.microsoft.com/office/drawing/2014/main" id="{56E679E6-E96E-4E06-A14B-98A42906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867400"/>
            <a:ext cx="1628775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5" name="dp44-comparison / n86 / text 1">
            <a:extLst xmlns:a="http://schemas.openxmlformats.org/drawingml/2006/main">
              <a:ext uri="{FF2B5EF4-FFF2-40B4-BE49-F238E27FC236}">
                <a16:creationId xmlns:a16="http://schemas.microsoft.com/office/drawing/2014/main" id="{099BBA94-3AD1-4468-BDF3-F821988C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29325"/>
            <a:ext cx="1457325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 Outbox</a:t>
            </a:r>
          </a:p>
        </p:txBody>
      </p:sp>
      <p:sp>
        <p:nvSpPr>
          <p:cNvPr id="86" name="dp44-comparison / n87 / path">
            <a:extLst xmlns:a="http://schemas.openxmlformats.org/drawingml/2006/main">
              <a:ext uri="{FF2B5EF4-FFF2-40B4-BE49-F238E27FC236}">
                <a16:creationId xmlns:a16="http://schemas.microsoft.com/office/drawing/2014/main" id="{FDA59E76-89EC-4A4A-B521-DB9100ED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943225"/>
            <a:ext cx="142875" cy="1066800"/>
          </a:xfrm>
          <a:custGeom xmlns:a="http://schemas.openxmlformats.org/drawingml/2006/main">
            <a:pathLst>
              <a:path w="142875" h="1066800">
                <a:moveTo>
                  <a:pt x="142875" y="0"/>
                </a:moveTo>
                <a:lnTo>
                  <a:pt x="142875" y="390525"/>
                </a:lnTo>
                <a:lnTo>
                  <a:pt x="0" y="390525"/>
                </a:ln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7" name="dp44-comparison / n87 / arrow">
            <a:extLst xmlns:a="http://schemas.openxmlformats.org/drawingml/2006/main">
              <a:ext uri="{FF2B5EF4-FFF2-40B4-BE49-F238E27FC236}">
                <a16:creationId xmlns:a16="http://schemas.microsoft.com/office/drawing/2014/main" id="{7B7FD03C-BA85-4896-A238-D9262303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965" y="38881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8" name="dp44-comparison / n88 / path">
            <a:extLst xmlns:a="http://schemas.openxmlformats.org/drawingml/2006/main">
              <a:ext uri="{FF2B5EF4-FFF2-40B4-BE49-F238E27FC236}">
                <a16:creationId xmlns:a16="http://schemas.microsoft.com/office/drawing/2014/main" id="{69EB7D39-8851-4B54-A171-D84B4E77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43225"/>
            <a:ext cx="2428875" cy="1066800"/>
          </a:xfrm>
          <a:custGeom xmlns:a="http://schemas.openxmlformats.org/drawingml/2006/main">
            <a:pathLst>
              <a:path w="2428875" h="1066800">
                <a:moveTo>
                  <a:pt x="2414588" y="0"/>
                </a:moveTo>
                <a:lnTo>
                  <a:pt x="2428875" y="342900"/>
                </a:lnTo>
                <a:lnTo>
                  <a:pt x="1181100" y="342900"/>
                </a:lnTo>
                <a:lnTo>
                  <a:pt x="1181100" y="895350"/>
                </a:lnTo>
                <a:lnTo>
                  <a:pt x="0" y="895350"/>
                </a:ln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9" name="dp44-comparison / n88 / arrow">
            <a:extLst xmlns:a="http://schemas.openxmlformats.org/drawingml/2006/main">
              <a:ext uri="{FF2B5EF4-FFF2-40B4-BE49-F238E27FC236}">
                <a16:creationId xmlns:a16="http://schemas.microsoft.com/office/drawing/2014/main" id="{3A841791-7FBF-445C-8AC4-460947CE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215" y="38881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0" name="dp44-comparison / n89 / path">
            <a:extLst xmlns:a="http://schemas.openxmlformats.org/drawingml/2006/main">
              <a:ext uri="{FF2B5EF4-FFF2-40B4-BE49-F238E27FC236}">
                <a16:creationId xmlns:a16="http://schemas.microsoft.com/office/drawing/2014/main" id="{6C983CAF-1BCD-40AB-9617-840C0AA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38613"/>
            <a:ext cx="285750" cy="953"/>
          </a:xfrm>
          <a:custGeom xmlns:a="http://schemas.openxmlformats.org/drawingml/2006/main">
            <a:pathLst>
              <a:path w="285750" h="953">
                <a:moveTo>
                  <a:pt x="285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1" name="dp44-comparison / n89 / arrow">
            <a:extLst xmlns:a="http://schemas.openxmlformats.org/drawingml/2006/main">
              <a:ext uri="{FF2B5EF4-FFF2-40B4-BE49-F238E27FC236}">
                <a16:creationId xmlns:a16="http://schemas.microsoft.com/office/drawing/2014/main" id="{2F6375E6-A09A-4AE6-8F57-83EA5FFE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776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2" name="dp44-comparison / n90 / path">
            <a:extLst xmlns:a="http://schemas.openxmlformats.org/drawingml/2006/main">
              <a:ext uri="{FF2B5EF4-FFF2-40B4-BE49-F238E27FC236}">
                <a16:creationId xmlns:a16="http://schemas.microsoft.com/office/drawing/2014/main" id="{832FB357-829D-441D-B4D5-CBC7402D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38638"/>
            <a:ext cx="285750" cy="953"/>
          </a:xfrm>
          <a:custGeom xmlns:a="http://schemas.openxmlformats.org/drawingml/2006/main"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93" name="dp44-comparison / n90 / arrow">
            <a:extLst xmlns:a="http://schemas.openxmlformats.org/drawingml/2006/main">
              <a:ext uri="{FF2B5EF4-FFF2-40B4-BE49-F238E27FC236}">
                <a16:creationId xmlns:a16="http://schemas.microsoft.com/office/drawing/2014/main" id="{78942C43-1434-439E-9D8B-F10CD989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42776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4" name="dp44-comparison / n91 / path">
            <a:extLst xmlns:a="http://schemas.openxmlformats.org/drawingml/2006/main">
              <a:ext uri="{FF2B5EF4-FFF2-40B4-BE49-F238E27FC236}">
                <a16:creationId xmlns:a16="http://schemas.microsoft.com/office/drawing/2014/main" id="{897EDC92-B52C-4037-A4B4-7F938C11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38613"/>
            <a:ext cx="733425" cy="953"/>
          </a:xfrm>
          <a:custGeom xmlns:a="http://schemas.openxmlformats.org/drawingml/2006/main">
            <a:pathLst>
              <a:path w="733425" h="953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5" name="dp44-comparison / n91 / arrow">
            <a:extLst xmlns:a="http://schemas.openxmlformats.org/drawingml/2006/main">
              <a:ext uri="{FF2B5EF4-FFF2-40B4-BE49-F238E27FC236}">
                <a16:creationId xmlns:a16="http://schemas.microsoft.com/office/drawing/2014/main" id="{34255439-3229-4A0E-901B-18EAA2AB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455" y="40776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6" name="dp44-comparison / n92 / path">
            <a:extLst xmlns:a="http://schemas.openxmlformats.org/drawingml/2006/main">
              <a:ext uri="{FF2B5EF4-FFF2-40B4-BE49-F238E27FC236}">
                <a16:creationId xmlns:a16="http://schemas.microsoft.com/office/drawing/2014/main" id="{024F3BA2-08B3-492C-80D9-8518ABD5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8638"/>
            <a:ext cx="733425" cy="953"/>
          </a:xfrm>
          <a:custGeom xmlns:a="http://schemas.openxmlformats.org/drawingml/2006/main">
            <a:pathLst>
              <a:path w="733425" h="953">
                <a:moveTo>
                  <a:pt x="7334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97" name="dp44-comparison / n92 / arrow">
            <a:extLst xmlns:a="http://schemas.openxmlformats.org/drawingml/2006/main">
              <a:ext uri="{FF2B5EF4-FFF2-40B4-BE49-F238E27FC236}">
                <a16:creationId xmlns:a16="http://schemas.microsoft.com/office/drawing/2014/main" id="{36A5EB68-840F-45CC-8227-2CE75BD7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776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8" name="dp44-comparison / n95 / path">
            <a:extLst xmlns:a="http://schemas.openxmlformats.org/drawingml/2006/main">
              <a:ext uri="{FF2B5EF4-FFF2-40B4-BE49-F238E27FC236}">
                <a16:creationId xmlns:a16="http://schemas.microsoft.com/office/drawing/2014/main" id="{ABD63EA6-3787-4A0E-94C3-DF1AA11B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57700"/>
            <a:ext cx="953" cy="714375"/>
          </a:xfrm>
          <a:custGeom xmlns:a="http://schemas.openxmlformats.org/drawingml/2006/main">
            <a:pathLst>
              <a:path w="953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9" name="dp44-comparison / n95 / arrow">
            <a:extLst xmlns:a="http://schemas.openxmlformats.org/drawingml/2006/main">
              <a:ext uri="{FF2B5EF4-FFF2-40B4-BE49-F238E27FC236}">
                <a16:creationId xmlns:a16="http://schemas.microsoft.com/office/drawing/2014/main" id="{A3DA5BAB-7AC4-4427-A74F-CD9459DD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0501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0" name="dp44-comparison / n96 / path">
            <a:extLst xmlns:a="http://schemas.openxmlformats.org/drawingml/2006/main">
              <a:ext uri="{FF2B5EF4-FFF2-40B4-BE49-F238E27FC236}">
                <a16:creationId xmlns:a16="http://schemas.microsoft.com/office/drawing/2014/main" id="{972DC98C-BC60-4AD4-B389-CDE6F6A4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57700"/>
            <a:ext cx="953" cy="714375"/>
          </a:xfrm>
          <a:custGeom xmlns:a="http://schemas.openxmlformats.org/drawingml/2006/main">
            <a:pathLst>
              <a:path w="953" h="714375">
                <a:moveTo>
                  <a:pt x="0" y="714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101" name="dp44-comparison / n96 / arrow">
            <a:extLst xmlns:a="http://schemas.openxmlformats.org/drawingml/2006/main">
              <a:ext uri="{FF2B5EF4-FFF2-40B4-BE49-F238E27FC236}">
                <a16:creationId xmlns:a16="http://schemas.microsoft.com/office/drawing/2014/main" id="{4294342C-B61E-4C02-B203-57165157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445770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2" name="dp44-comparison / n99 / path">
            <a:extLst xmlns:a="http://schemas.openxmlformats.org/drawingml/2006/main">
              <a:ext uri="{FF2B5EF4-FFF2-40B4-BE49-F238E27FC236}">
                <a16:creationId xmlns:a16="http://schemas.microsoft.com/office/drawing/2014/main" id="{9700173C-5C6D-4096-AF68-BA2A1AB9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38625"/>
            <a:ext cx="733425" cy="1157288"/>
          </a:xfrm>
          <a:custGeom xmlns:a="http://schemas.openxmlformats.org/drawingml/2006/main">
            <a:pathLst>
              <a:path w="733425" h="1157288">
                <a:moveTo>
                  <a:pt x="0" y="166688"/>
                </a:moveTo>
                <a:lnTo>
                  <a:pt x="361950" y="0"/>
                </a:lnTo>
                <a:lnTo>
                  <a:pt x="361950" y="1152525"/>
                </a:lnTo>
                <a:lnTo>
                  <a:pt x="733425" y="11572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3" name="dp44-comparison / n99 / arrow">
            <a:extLst xmlns:a="http://schemas.openxmlformats.org/drawingml/2006/main">
              <a:ext uri="{FF2B5EF4-FFF2-40B4-BE49-F238E27FC236}">
                <a16:creationId xmlns:a16="http://schemas.microsoft.com/office/drawing/2014/main" id="{29D33343-EE58-475C-B246-9BC6C188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684" y="5333395"/>
            <a:ext cx="122691" cy="121910"/>
          </a:xfrm>
          <a:custGeom xmlns:a="http://schemas.openxmlformats.org/drawingml/2006/main">
            <a:pathLst>
              <a:path w="122691" h="121910">
                <a:moveTo>
                  <a:pt x="0" y="121910"/>
                </a:moveTo>
                <a:lnTo>
                  <a:pt x="122691" y="62518"/>
                </a:lnTo>
                <a:lnTo>
                  <a:pt x="1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4" name="dp44-comparison / n102 / path">
            <a:extLst xmlns:a="http://schemas.openxmlformats.org/drawingml/2006/main">
              <a:ext uri="{FF2B5EF4-FFF2-40B4-BE49-F238E27FC236}">
                <a16:creationId xmlns:a16="http://schemas.microsoft.com/office/drawing/2014/main" id="{9F830549-8714-47DB-A65A-B0FA1318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763" y="5619750"/>
            <a:ext cx="953" cy="247650"/>
          </a:xfrm>
          <a:custGeom xmlns:a="http://schemas.openxmlformats.org/drawingml/2006/main">
            <a:pathLst>
              <a:path w="953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5" name="dp44-comparison / n102 / arrow">
            <a:extLst xmlns:a="http://schemas.openxmlformats.org/drawingml/2006/main">
              <a:ext uri="{FF2B5EF4-FFF2-40B4-BE49-F238E27FC236}">
                <a16:creationId xmlns:a16="http://schemas.microsoft.com/office/drawing/2014/main" id="{3F933FE4-4EF1-42DF-B398-0A291C91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03" y="57454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6" name="dp44-comparison / n103 / path">
            <a:extLst xmlns:a="http://schemas.openxmlformats.org/drawingml/2006/main">
              <a:ext uri="{FF2B5EF4-FFF2-40B4-BE49-F238E27FC236}">
                <a16:creationId xmlns:a16="http://schemas.microsoft.com/office/drawing/2014/main" id="{829310DF-F783-4657-B033-C293367E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57700"/>
            <a:ext cx="953" cy="990600"/>
          </a:xfrm>
          <a:custGeom xmlns:a="http://schemas.openxmlformats.org/drawingml/2006/main">
            <a:pathLst>
              <a:path w="953" h="990600">
                <a:moveTo>
                  <a:pt x="0" y="990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7" name="dp44-comparison / n103 / arrow">
            <a:extLst xmlns:a="http://schemas.openxmlformats.org/drawingml/2006/main">
              <a:ext uri="{FF2B5EF4-FFF2-40B4-BE49-F238E27FC236}">
                <a16:creationId xmlns:a16="http://schemas.microsoft.com/office/drawing/2014/main" id="{F9F27BB0-D2C5-468A-A01A-E0831F41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65" y="445770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8" name="dp44-comparison / n108">
            <a:extLst xmlns:a="http://schemas.openxmlformats.org/drawingml/2006/main">
              <a:ext uri="{FF2B5EF4-FFF2-40B4-BE49-F238E27FC236}">
                <a16:creationId xmlns:a16="http://schemas.microsoft.com/office/drawing/2014/main" id="{33FD00C4-2C9A-4E28-9A4C-DF6450A0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600825"/>
            <a:ext cx="2190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09" name="dp44-comparison / n109 / text 1">
            <a:extLst xmlns:a="http://schemas.openxmlformats.org/drawingml/2006/main">
              <a:ext uri="{FF2B5EF4-FFF2-40B4-BE49-F238E27FC236}">
                <a16:creationId xmlns:a16="http://schemas.microsoft.com/office/drawing/2014/main" id="{5AA1FB1A-1BDF-4A9F-B728-1989B66E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6671786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Turn-Taking Control</a:t>
            </a:r>
          </a:p>
        </p:txBody>
      </p:sp>
      <p:sp>
        <p:nvSpPr>
          <p:cNvPr id="110" name="dp44-comparison / n110">
            <a:extLst xmlns:a="http://schemas.openxmlformats.org/drawingml/2006/main">
              <a:ext uri="{FF2B5EF4-FFF2-40B4-BE49-F238E27FC236}">
                <a16:creationId xmlns:a16="http://schemas.microsoft.com/office/drawing/2014/main" id="{C1428816-050E-4893-B0C0-8CEAC483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600825"/>
            <a:ext cx="1990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11" name="dp44-comparison / n111 / text 1">
            <a:extLst xmlns:a="http://schemas.openxmlformats.org/drawingml/2006/main">
              <a:ext uri="{FF2B5EF4-FFF2-40B4-BE49-F238E27FC236}">
                <a16:creationId xmlns:a16="http://schemas.microsoft.com/office/drawing/2014/main" id="{1BCC38C8-7A88-4FDC-8B93-A7D98AB5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6665595"/>
            <a:ext cx="18192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Channel I/O</a:t>
            </a:r>
          </a:p>
        </p:txBody>
      </p:sp>
      <p:sp>
        <p:nvSpPr>
          <p:cNvPr id="112" name="dp44-comparison / n112">
            <a:extLst xmlns:a="http://schemas.openxmlformats.org/drawingml/2006/main">
              <a:ext uri="{FF2B5EF4-FFF2-40B4-BE49-F238E27FC236}">
                <a16:creationId xmlns:a16="http://schemas.microsoft.com/office/drawing/2014/main" id="{6E8ED49E-8F9B-4548-B6CB-71B25669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600825"/>
            <a:ext cx="1981200" cy="4191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13" name="dp44-comparison / n113 / text 1">
            <a:extLst xmlns:a="http://schemas.openxmlformats.org/drawingml/2006/main">
              <a:ext uri="{FF2B5EF4-FFF2-40B4-BE49-F238E27FC236}">
                <a16:creationId xmlns:a16="http://schemas.microsoft.com/office/drawing/2014/main" id="{A21E9543-54C2-4F27-8B05-A6F5037A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62750"/>
            <a:ext cx="1809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Playback State</a:t>
            </a:r>
          </a:p>
        </p:txBody>
      </p:sp>
      <p:sp>
        <p:nvSpPr>
          <p:cNvPr id="114" name="dp44-comparison / n114 / path">
            <a:extLst xmlns:a="http://schemas.openxmlformats.org/drawingml/2006/main">
              <a:ext uri="{FF2B5EF4-FFF2-40B4-BE49-F238E27FC236}">
                <a16:creationId xmlns:a16="http://schemas.microsoft.com/office/drawing/2014/main" id="{5B651E64-B2F3-4171-B9C4-DC3E10A4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619750"/>
            <a:ext cx="4595813" cy="1157288"/>
          </a:xfrm>
          <a:custGeom xmlns:a="http://schemas.openxmlformats.org/drawingml/2006/main">
            <a:pathLst>
              <a:path w="4595813" h="1157288">
                <a:moveTo>
                  <a:pt x="4595813" y="0"/>
                </a:moveTo>
                <a:lnTo>
                  <a:pt x="4591050" y="857250"/>
                </a:lnTo>
                <a:lnTo>
                  <a:pt x="133350" y="857250"/>
                </a:lnTo>
                <a:lnTo>
                  <a:pt x="133350" y="1152525"/>
                </a:lnTo>
                <a:lnTo>
                  <a:pt x="0" y="11572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15" name="dp44-comparison / n114 / arrow">
            <a:extLst xmlns:a="http://schemas.openxmlformats.org/drawingml/2006/main">
              <a:ext uri="{FF2B5EF4-FFF2-40B4-BE49-F238E27FC236}">
                <a16:creationId xmlns:a16="http://schemas.microsoft.com/office/drawing/2014/main" id="{29C65F80-9BAD-4428-B485-037AE160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711765"/>
            <a:ext cx="124018" cy="121842"/>
          </a:xfrm>
          <a:custGeom xmlns:a="http://schemas.openxmlformats.org/drawingml/2006/main">
            <a:pathLst>
              <a:path w="124018" h="121842">
                <a:moveTo>
                  <a:pt x="119667" y="0"/>
                </a:moveTo>
                <a:lnTo>
                  <a:pt x="0" y="65273"/>
                </a:lnTo>
                <a:lnTo>
                  <a:pt x="124018" y="12184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16" name="dp44-comparison / n115 / path">
            <a:extLst xmlns:a="http://schemas.openxmlformats.org/drawingml/2006/main">
              <a:ext uri="{FF2B5EF4-FFF2-40B4-BE49-F238E27FC236}">
                <a16:creationId xmlns:a16="http://schemas.microsoft.com/office/drawing/2014/main" id="{AB2DC0F0-1626-4716-97AA-75ACF700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57688"/>
            <a:ext cx="4181475" cy="2243138"/>
          </a:xfrm>
          <a:custGeom xmlns:a="http://schemas.openxmlformats.org/drawingml/2006/main">
            <a:pathLst>
              <a:path w="4181475" h="2243138">
                <a:moveTo>
                  <a:pt x="4181475" y="2243138"/>
                </a:moveTo>
                <a:lnTo>
                  <a:pt x="4171950" y="2071688"/>
                </a:lnTo>
                <a:lnTo>
                  <a:pt x="0" y="2071688"/>
                </a:lnTo>
                <a:lnTo>
                  <a:pt x="0" y="4763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117" name="dp44-comparison / n115 / arrow">
            <a:extLst xmlns:a="http://schemas.openxmlformats.org/drawingml/2006/main">
              <a:ext uri="{FF2B5EF4-FFF2-40B4-BE49-F238E27FC236}">
                <a16:creationId xmlns:a16="http://schemas.microsoft.com/office/drawing/2014/main" id="{3DD1191A-2C94-4526-A79C-4F045708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548" y="4301856"/>
            <a:ext cx="124352" cy="121814"/>
          </a:xfrm>
          <a:custGeom xmlns:a="http://schemas.openxmlformats.org/drawingml/2006/main">
            <a:pathLst>
              <a:path w="124352" h="121814">
                <a:moveTo>
                  <a:pt x="5076" y="121814"/>
                </a:moveTo>
                <a:lnTo>
                  <a:pt x="124352" y="5583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18" name="dp44-comparison / n118 / path">
            <a:extLst xmlns:a="http://schemas.openxmlformats.org/drawingml/2006/main">
              <a:ext uri="{FF2B5EF4-FFF2-40B4-BE49-F238E27FC236}">
                <a16:creationId xmlns:a16="http://schemas.microsoft.com/office/drawing/2014/main" id="{B570211D-4965-4391-B584-E5361CC3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777038"/>
            <a:ext cx="704850" cy="953"/>
          </a:xfrm>
          <a:custGeom xmlns:a="http://schemas.openxmlformats.org/drawingml/2006/main">
            <a:pathLst>
              <a:path w="704850" h="953">
                <a:moveTo>
                  <a:pt x="0" y="0"/>
                </a:moveTo>
                <a:lnTo>
                  <a:pt x="704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19" name="dp44-comparison / n118 / arrow">
            <a:extLst xmlns:a="http://schemas.openxmlformats.org/drawingml/2006/main">
              <a:ext uri="{FF2B5EF4-FFF2-40B4-BE49-F238E27FC236}">
                <a16:creationId xmlns:a16="http://schemas.microsoft.com/office/drawing/2014/main" id="{D8866369-01C2-482A-9000-18A58013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80" y="67160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20" name="dp44-comparison / n119 / path">
            <a:extLst xmlns:a="http://schemas.openxmlformats.org/drawingml/2006/main">
              <a:ext uri="{FF2B5EF4-FFF2-40B4-BE49-F238E27FC236}">
                <a16:creationId xmlns:a16="http://schemas.microsoft.com/office/drawing/2014/main" id="{18134DD1-8809-483A-9519-6B5085B4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6777038"/>
            <a:ext cx="742950" cy="33338"/>
          </a:xfrm>
          <a:custGeom xmlns:a="http://schemas.openxmlformats.org/drawingml/2006/main">
            <a:pathLst>
              <a:path w="742950" h="33338">
                <a:moveTo>
                  <a:pt x="0" y="0"/>
                </a:moveTo>
                <a:lnTo>
                  <a:pt x="742950" y="333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21" name="dp44-comparison / n119 / arrow">
            <a:extLst xmlns:a="http://schemas.openxmlformats.org/drawingml/2006/main">
              <a:ext uri="{FF2B5EF4-FFF2-40B4-BE49-F238E27FC236}">
                <a16:creationId xmlns:a16="http://schemas.microsoft.com/office/drawing/2014/main" id="{4942456D-E411-4195-9289-20F3E71B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945" y="6744011"/>
            <a:ext cx="124530" cy="121797"/>
          </a:xfrm>
          <a:custGeom xmlns:a="http://schemas.openxmlformats.org/drawingml/2006/main">
            <a:pathLst>
              <a:path w="124530" h="121797">
                <a:moveTo>
                  <a:pt x="0" y="121797"/>
                </a:moveTo>
                <a:lnTo>
                  <a:pt x="124530" y="66364"/>
                </a:lnTo>
                <a:lnTo>
                  <a:pt x="54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22" name="dp44-comparison / n120 / path">
            <a:extLst xmlns:a="http://schemas.openxmlformats.org/drawingml/2006/main">
              <a:ext uri="{FF2B5EF4-FFF2-40B4-BE49-F238E27FC236}">
                <a16:creationId xmlns:a16="http://schemas.microsoft.com/office/drawing/2014/main" id="{BA319BBA-5673-4E5B-B3A0-732E26B7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5495925"/>
            <a:ext cx="3957638" cy="1104900"/>
          </a:xfrm>
          <a:custGeom xmlns:a="http://schemas.openxmlformats.org/drawingml/2006/main">
            <a:pathLst>
              <a:path w="3957638" h="1104900">
                <a:moveTo>
                  <a:pt x="0" y="1104900"/>
                </a:moveTo>
                <a:lnTo>
                  <a:pt x="4763" y="990600"/>
                </a:lnTo>
                <a:lnTo>
                  <a:pt x="3957638" y="990600"/>
                </a:lnTo>
                <a:lnTo>
                  <a:pt x="3957638" y="0"/>
                </a:lnTo>
                <a:lnTo>
                  <a:pt x="3709988" y="47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23" name="dp44-comparison / n120 / arrow">
            <a:extLst xmlns:a="http://schemas.openxmlformats.org/drawingml/2006/main">
              <a:ext uri="{FF2B5EF4-FFF2-40B4-BE49-F238E27FC236}">
                <a16:creationId xmlns:a16="http://schemas.microsoft.com/office/drawing/2014/main" id="{1B048E7F-D510-42BE-9569-605BC269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437395"/>
            <a:ext cx="123070" cy="121897"/>
          </a:xfrm>
          <a:custGeom xmlns:a="http://schemas.openxmlformats.org/drawingml/2006/main">
            <a:pathLst>
              <a:path w="123070" h="121897">
                <a:moveTo>
                  <a:pt x="120725" y="0"/>
                </a:moveTo>
                <a:lnTo>
                  <a:pt x="0" y="63293"/>
                </a:lnTo>
                <a:lnTo>
                  <a:pt x="123070" y="121897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24" name="dp44-comparison / n63">
            <a:extLst xmlns:a="http://schemas.openxmlformats.org/drawingml/2006/main">
              <a:ext uri="{FF2B5EF4-FFF2-40B4-BE49-F238E27FC236}">
                <a16:creationId xmlns:a16="http://schemas.microsoft.com/office/drawing/2014/main" id="{58737CB8-ADF7-4539-A117-F4840F66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90850"/>
            <a:ext cx="432511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p44-comparison / n64 / text 1">
            <a:extLst xmlns:a="http://schemas.openxmlformats.org/drawingml/2006/main">
              <a:ext uri="{FF2B5EF4-FFF2-40B4-BE49-F238E27FC236}">
                <a16:creationId xmlns:a16="http://schemas.microsoft.com/office/drawing/2014/main" id="{338F2BB1-B261-42EA-A324-9B83DD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000375"/>
            <a:ext cx="55149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새 발화 u2: 즉시 output fence / 미전송 효과 hold</a:t>
            </a:r>
          </a:p>
        </p:txBody>
      </p:sp>
      <p:sp>
        <p:nvSpPr>
          <p:cNvPr id="126" name="dp44-comparison / n65">
            <a:extLst xmlns:a="http://schemas.openxmlformats.org/drawingml/2006/main">
              <a:ext uri="{FF2B5EF4-FFF2-40B4-BE49-F238E27FC236}">
                <a16:creationId xmlns:a16="http://schemas.microsoft.com/office/drawing/2014/main" id="{1A24A4D0-0AAF-4307-A605-BC7D5A38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90850"/>
            <a:ext cx="131330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p44-comparison / n66 / text 1">
            <a:extLst xmlns:a="http://schemas.openxmlformats.org/drawingml/2006/main">
              <a:ext uri="{FF2B5EF4-FFF2-40B4-BE49-F238E27FC236}">
                <a16:creationId xmlns:a16="http://schemas.microsoft.com/office/drawing/2014/main" id="{F4D3211B-EC60-4640-A8E0-F6F69BDF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00375"/>
            <a:ext cx="19240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확인된 Q1 / r1</a:t>
            </a:r>
          </a:p>
        </p:txBody>
      </p:sp>
      <p:sp>
        <p:nvSpPr>
          <p:cNvPr id="128" name="dp44-comparison / n67">
            <a:extLst xmlns:a="http://schemas.openxmlformats.org/drawingml/2006/main">
              <a:ext uri="{FF2B5EF4-FFF2-40B4-BE49-F238E27FC236}">
                <a16:creationId xmlns:a16="http://schemas.microsoft.com/office/drawing/2014/main" id="{9833674E-B938-486E-BE67-3327B109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81250"/>
            <a:ext cx="443522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p44-comparison / n68 / text 1">
            <a:extLst xmlns:a="http://schemas.openxmlformats.org/drawingml/2006/main">
              <a:ext uri="{FF2B5EF4-FFF2-40B4-BE49-F238E27FC236}">
                <a16:creationId xmlns:a16="http://schemas.microsoft.com/office/drawing/2014/main" id="{1C631CE1-9A4A-4C5E-BE0E-101BA3A0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390775"/>
            <a:ext cx="77057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P1 설명 중 u2 “잠깐, 표부터” + 메일 Task의 Q1 질문</a:t>
            </a:r>
          </a:p>
        </p:txBody>
      </p:sp>
      <p:sp>
        <p:nvSpPr>
          <p:cNvPr id="130" name="dp44-comparison / n93">
            <a:extLst xmlns:a="http://schemas.openxmlformats.org/drawingml/2006/main">
              <a:ext uri="{FF2B5EF4-FFF2-40B4-BE49-F238E27FC236}">
                <a16:creationId xmlns:a16="http://schemas.microsoft.com/office/drawing/2014/main" id="{0B636977-FDC8-4525-B958-55AA3FD8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62475"/>
            <a:ext cx="3930015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p44-comparison / n94 / text 1">
            <a:extLst xmlns:a="http://schemas.openxmlformats.org/drawingml/2006/main">
              <a:ext uri="{FF2B5EF4-FFF2-40B4-BE49-F238E27FC236}">
                <a16:creationId xmlns:a16="http://schemas.microsoft.com/office/drawing/2014/main" id="{5412EB17-1CA1-44A2-9941-68E31084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572000"/>
            <a:ext cx="53816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1 의미와 후보의 반환 회수 / 다음 처리의 재배정</a:t>
            </a:r>
          </a:p>
        </p:txBody>
      </p:sp>
      <p:sp>
        <p:nvSpPr>
          <p:cNvPr id="132" name="dp44-comparison / n97">
            <a:extLst xmlns:a="http://schemas.openxmlformats.org/drawingml/2006/main">
              <a:ext uri="{FF2B5EF4-FFF2-40B4-BE49-F238E27FC236}">
                <a16:creationId xmlns:a16="http://schemas.microsoft.com/office/drawing/2014/main" id="{C598FE88-5E59-4DB7-9395-27CF57E7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76800"/>
            <a:ext cx="218846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p44-comparison / n98 / text 1">
            <a:extLst xmlns:a="http://schemas.openxmlformats.org/drawingml/2006/main">
              <a:ext uri="{FF2B5EF4-FFF2-40B4-BE49-F238E27FC236}">
                <a16:creationId xmlns:a16="http://schemas.microsoft.com/office/drawing/2014/main" id="{A2065DDC-53FA-4F1E-A437-5735960A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86325"/>
            <a:ext cx="26003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대기 ID / revision / 후보</a:t>
            </a:r>
          </a:p>
        </p:txBody>
      </p:sp>
      <p:sp>
        <p:nvSpPr>
          <p:cNvPr id="134" name="dp44-comparison / n100">
            <a:extLst xmlns:a="http://schemas.openxmlformats.org/drawingml/2006/main">
              <a:ext uri="{FF2B5EF4-FFF2-40B4-BE49-F238E27FC236}">
                <a16:creationId xmlns:a16="http://schemas.microsoft.com/office/drawing/2014/main" id="{C9451DAD-1D9B-4AC5-8AC8-965ED41B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76775"/>
            <a:ext cx="158534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p44-comparison / n101 / text 1">
            <a:extLst xmlns:a="http://schemas.openxmlformats.org/drawingml/2006/main">
              <a:ext uri="{FF2B5EF4-FFF2-40B4-BE49-F238E27FC236}">
                <a16:creationId xmlns:a16="http://schemas.microsoft.com/office/drawing/2014/main" id="{F86F2E8F-DA0C-464E-95C6-B66938B8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86300"/>
            <a:ext cx="19145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2 현재 검사와 게시</a:t>
            </a:r>
          </a:p>
        </p:txBody>
      </p:sp>
      <p:sp>
        <p:nvSpPr>
          <p:cNvPr id="136" name="dp44-comparison / n104">
            <a:extLst xmlns:a="http://schemas.openxmlformats.org/drawingml/2006/main">
              <a:ext uri="{FF2B5EF4-FFF2-40B4-BE49-F238E27FC236}">
                <a16:creationId xmlns:a16="http://schemas.microsoft.com/office/drawing/2014/main" id="{79CB9306-4819-4731-8DCB-27A70CD2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62550"/>
            <a:ext cx="178612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p44-comparison / n105 / text 1">
            <a:extLst xmlns:a="http://schemas.openxmlformats.org/drawingml/2006/main">
              <a:ext uri="{FF2B5EF4-FFF2-40B4-BE49-F238E27FC236}">
                <a16:creationId xmlns:a16="http://schemas.microsoft.com/office/drawing/2014/main" id="{04FD2EB1-23BB-4A8F-B5BD-6241F2C8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172075"/>
            <a:ext cx="22955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승인 Direct 후보 통과</a:t>
            </a:r>
          </a:p>
        </p:txBody>
      </p:sp>
      <p:sp>
        <p:nvSpPr>
          <p:cNvPr id="138" name="dp44-comparison / n106">
            <a:extLst xmlns:a="http://schemas.openxmlformats.org/drawingml/2006/main">
              <a:ext uri="{FF2B5EF4-FFF2-40B4-BE49-F238E27FC236}">
                <a16:creationId xmlns:a16="http://schemas.microsoft.com/office/drawing/2014/main" id="{A58DE591-4BE9-4D06-98E5-EF25B34E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791200"/>
            <a:ext cx="210616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p44-comparison / n107 / text 1">
            <a:extLst xmlns:a="http://schemas.openxmlformats.org/drawingml/2006/main">
              <a:ext uri="{FF2B5EF4-FFF2-40B4-BE49-F238E27FC236}">
                <a16:creationId xmlns:a16="http://schemas.microsoft.com/office/drawing/2014/main" id="{6CC3B485-10BA-491D-B730-A4BC60CF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800725"/>
            <a:ext cx="28003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후속 처리의 중앙 상태 유지</a:t>
            </a:r>
          </a:p>
        </p:txBody>
      </p:sp>
      <p:sp>
        <p:nvSpPr>
          <p:cNvPr id="140" name="dp44-comparison / n116">
            <a:extLst xmlns:a="http://schemas.openxmlformats.org/drawingml/2006/main">
              <a:ext uri="{FF2B5EF4-FFF2-40B4-BE49-F238E27FC236}">
                <a16:creationId xmlns:a16="http://schemas.microsoft.com/office/drawing/2014/main" id="{A2946C41-ED16-40BE-AABF-3CE85169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172325"/>
            <a:ext cx="384581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p44-comparison / n117 / text 1">
            <a:extLst xmlns:a="http://schemas.openxmlformats.org/drawingml/2006/main">
              <a:ext uri="{FF2B5EF4-FFF2-40B4-BE49-F238E27FC236}">
                <a16:creationId xmlns:a16="http://schemas.microsoft.com/office/drawing/2014/main" id="{93687AC3-C428-47E6-BB5B-F0C115D7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7181850"/>
            <a:ext cx="46958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실제 전달 후 receipt → 게시 상태와 대기 연결</a:t>
            </a:r>
          </a:p>
        </p:txBody>
      </p:sp>
      <p:sp>
        <p:nvSpPr>
          <p:cNvPr id="142" name="dp44-comparison / n121">
            <a:extLst xmlns:a="http://schemas.openxmlformats.org/drawingml/2006/main">
              <a:ext uri="{FF2B5EF4-FFF2-40B4-BE49-F238E27FC236}">
                <a16:creationId xmlns:a16="http://schemas.microsoft.com/office/drawing/2014/main" id="{C2B1D583-7CA3-4D80-9EDA-30641032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305550"/>
            <a:ext cx="3810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p44-comparison / n122 / text 1">
            <a:extLst xmlns:a="http://schemas.openxmlformats.org/drawingml/2006/main">
              <a:ext uri="{FF2B5EF4-FFF2-40B4-BE49-F238E27FC236}">
                <a16:creationId xmlns:a16="http://schemas.microsoft.com/office/drawing/2014/main" id="{A3769E3F-A1BE-425B-9A26-891B5519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6315075"/>
            <a:ext cx="48958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Interaction Manager / 표시와 재생의 실제 경계</a:t>
            </a:r>
          </a:p>
        </p:txBody>
      </p:sp>
      <p:sp>
        <p:nvSpPr>
          <p:cNvPr id="144" name="dp44-comparison / n123">
            <a:extLst xmlns:a="http://schemas.openxmlformats.org/drawingml/2006/main">
              <a:ext uri="{FF2B5EF4-FFF2-40B4-BE49-F238E27FC236}">
                <a16:creationId xmlns:a16="http://schemas.microsoft.com/office/drawing/2014/main" id="{7ED8A3A0-7406-45FD-8D95-5B3D2924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372350"/>
            <a:ext cx="63733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p44-comparison / n124 / text 1">
            <a:extLst xmlns:a="http://schemas.openxmlformats.org/drawingml/2006/main">
              <a:ext uri="{FF2B5EF4-FFF2-40B4-BE49-F238E27FC236}">
                <a16:creationId xmlns:a16="http://schemas.microsoft.com/office/drawing/2014/main" id="{B23E2903-C0E2-4895-819B-9B90B75E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81875"/>
            <a:ext cx="7658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실제 Q1 제시 확인 후 Publication Control → Request Controller의 focus 갱신</a:t>
            </a:r>
          </a:p>
        </p:txBody>
      </p:sp>
      <p:sp>
        <p:nvSpPr>
          <p:cNvPr id="146" name="dp44-comparison / n125">
            <a:extLst xmlns:a="http://schemas.openxmlformats.org/drawingml/2006/main">
              <a:ext uri="{FF2B5EF4-FFF2-40B4-BE49-F238E27FC236}">
                <a16:creationId xmlns:a16="http://schemas.microsoft.com/office/drawing/2014/main" id="{1FDE082E-3CCE-46CA-8EFD-EEDB497C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90800"/>
            <a:ext cx="2305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7" name="dp44-comparison / n126 / text 1">
            <a:extLst xmlns:a="http://schemas.openxmlformats.org/drawingml/2006/main">
              <a:ext uri="{FF2B5EF4-FFF2-40B4-BE49-F238E27FC236}">
                <a16:creationId xmlns:a16="http://schemas.microsoft.com/office/drawing/2014/main" id="{691FD729-C2C5-4459-BE74-3B105335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6555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148" name="dp44-comparison / n127">
            <a:extLst xmlns:a="http://schemas.openxmlformats.org/drawingml/2006/main">
              <a:ext uri="{FF2B5EF4-FFF2-40B4-BE49-F238E27FC236}">
                <a16:creationId xmlns:a16="http://schemas.microsoft.com/office/drawing/2014/main" id="{E6DAE603-05E9-42A3-86F1-805A59AC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2590800"/>
            <a:ext cx="2305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9" name="dp44-comparison / n128 / text 1">
            <a:extLst xmlns:a="http://schemas.openxmlformats.org/drawingml/2006/main">
              <a:ext uri="{FF2B5EF4-FFF2-40B4-BE49-F238E27FC236}">
                <a16:creationId xmlns:a16="http://schemas.microsoft.com/office/drawing/2014/main" id="{FE988475-4185-4DF7-A72E-056869B4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555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Input Control Gate</a:t>
            </a:r>
          </a:p>
        </p:txBody>
      </p:sp>
      <p:sp>
        <p:nvSpPr>
          <p:cNvPr id="150" name="dp44-comparison / n129">
            <a:extLst xmlns:a="http://schemas.openxmlformats.org/drawingml/2006/main">
              <a:ext uri="{FF2B5EF4-FFF2-40B4-BE49-F238E27FC236}">
                <a16:creationId xmlns:a16="http://schemas.microsoft.com/office/drawing/2014/main" id="{EB3B2297-646E-4DB5-8777-AE9B2504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2590800"/>
            <a:ext cx="1952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51" name="dp44-comparison / n130 / text 1">
            <a:extLst xmlns:a="http://schemas.openxmlformats.org/drawingml/2006/main">
              <a:ext uri="{FF2B5EF4-FFF2-40B4-BE49-F238E27FC236}">
                <a16:creationId xmlns:a16="http://schemas.microsoft.com/office/drawing/2014/main" id="{A09F53D2-C28E-4F3C-9AA0-0FF662E6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925" y="2655570"/>
            <a:ext cx="1781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152" name="dp44-comparison / n131 / path">
            <a:extLst xmlns:a="http://schemas.openxmlformats.org/drawingml/2006/main">
              <a:ext uri="{FF2B5EF4-FFF2-40B4-BE49-F238E27FC236}">
                <a16:creationId xmlns:a16="http://schemas.microsoft.com/office/drawing/2014/main" id="{846D5658-6CFC-4740-81E4-933C7634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76701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3" name="dp44-comparison / n131 / arrow">
            <a:extLst xmlns:a="http://schemas.openxmlformats.org/drawingml/2006/main">
              <a:ext uri="{FF2B5EF4-FFF2-40B4-BE49-F238E27FC236}">
                <a16:creationId xmlns:a16="http://schemas.microsoft.com/office/drawing/2014/main" id="{6203DFB7-B9C2-43CB-B6CD-98EC890B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1105" y="27060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4" name="dp44-comparison / n132 / path">
            <a:extLst xmlns:a="http://schemas.openxmlformats.org/drawingml/2006/main">
              <a:ext uri="{FF2B5EF4-FFF2-40B4-BE49-F238E27FC236}">
                <a16:creationId xmlns:a16="http://schemas.microsoft.com/office/drawing/2014/main" id="{DE08FF1C-2D59-4E6E-92DE-8861DD3B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76701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5" name="dp44-comparison / n132 / arrow">
            <a:extLst xmlns:a="http://schemas.openxmlformats.org/drawingml/2006/main">
              <a:ext uri="{FF2B5EF4-FFF2-40B4-BE49-F238E27FC236}">
                <a16:creationId xmlns:a16="http://schemas.microsoft.com/office/drawing/2014/main" id="{6DDF5DE7-DA5A-4376-B6BF-F64822D8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0" y="27060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6" name="dp44-comparison / n139">
            <a:extLst xmlns:a="http://schemas.openxmlformats.org/drawingml/2006/main">
              <a:ext uri="{FF2B5EF4-FFF2-40B4-BE49-F238E27FC236}">
                <a16:creationId xmlns:a16="http://schemas.microsoft.com/office/drawing/2014/main" id="{DC590271-C280-444C-B2BE-7D34E74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71850"/>
            <a:ext cx="780097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7" name="dp44-comparison / n140 / text 1">
            <a:extLst xmlns:a="http://schemas.openxmlformats.org/drawingml/2006/main">
              <a:ext uri="{FF2B5EF4-FFF2-40B4-BE49-F238E27FC236}">
                <a16:creationId xmlns:a16="http://schemas.microsoft.com/office/drawing/2014/main" id="{688BDB87-5278-4137-B41A-FC797705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467100"/>
            <a:ext cx="75533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Reactive Interaction Runtime</a:t>
            </a:r>
          </a:p>
        </p:txBody>
      </p:sp>
      <p:sp>
        <p:nvSpPr>
          <p:cNvPr id="158" name="dp44-comparison / n141">
            <a:extLst xmlns:a="http://schemas.openxmlformats.org/drawingml/2006/main">
              <a:ext uri="{FF2B5EF4-FFF2-40B4-BE49-F238E27FC236}">
                <a16:creationId xmlns:a16="http://schemas.microsoft.com/office/drawing/2014/main" id="{89089683-D932-4922-A045-AF3F7CFA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838575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9" name="dp44-comparison / n142 / text 1">
            <a:extLst xmlns:a="http://schemas.openxmlformats.org/drawingml/2006/main">
              <a:ext uri="{FF2B5EF4-FFF2-40B4-BE49-F238E27FC236}">
                <a16:creationId xmlns:a16="http://schemas.microsoft.com/office/drawing/2014/main" id="{564508CF-F0DB-4F76-AF1E-A6A7FA5D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33349"/>
            <a:ext cx="21621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Input Resolution Stage</a:t>
            </a:r>
          </a:p>
        </p:txBody>
      </p:sp>
      <p:sp>
        <p:nvSpPr>
          <p:cNvPr id="160" name="dp44-comparison / n143">
            <a:extLst xmlns:a="http://schemas.openxmlformats.org/drawingml/2006/main">
              <a:ext uri="{FF2B5EF4-FFF2-40B4-BE49-F238E27FC236}">
                <a16:creationId xmlns:a16="http://schemas.microsoft.com/office/drawing/2014/main" id="{F9517E63-5CB5-4F73-9B81-92B5C9FC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400550"/>
            <a:ext cx="2333625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61" name="dp44-comparison / n144 / text 1">
            <a:extLst xmlns:a="http://schemas.openxmlformats.org/drawingml/2006/main">
              <a:ext uri="{FF2B5EF4-FFF2-40B4-BE49-F238E27FC236}">
                <a16:creationId xmlns:a16="http://schemas.microsoft.com/office/drawing/2014/main" id="{71565BE3-ABD1-4953-907D-DBEB4FCD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62475"/>
            <a:ext cx="21621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Input Window</a:t>
            </a:r>
          </a:p>
        </p:txBody>
      </p:sp>
      <p:sp>
        <p:nvSpPr>
          <p:cNvPr id="162" name="dp44-comparison / n145">
            <a:extLst xmlns:a="http://schemas.openxmlformats.org/drawingml/2006/main">
              <a:ext uri="{FF2B5EF4-FFF2-40B4-BE49-F238E27FC236}">
                <a16:creationId xmlns:a16="http://schemas.microsoft.com/office/drawing/2014/main" id="{D136D586-C5AE-4932-A1CB-5058B1F9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3838575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63" name="dp44-comparison / n146 / text 1">
            <a:extLst xmlns:a="http://schemas.openxmlformats.org/drawingml/2006/main">
              <a:ext uri="{FF2B5EF4-FFF2-40B4-BE49-F238E27FC236}">
                <a16:creationId xmlns:a16="http://schemas.microsoft.com/office/drawing/2014/main" id="{57FFC1D0-221D-4F02-ADA6-3B1566B0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927158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Task Notice Stage</a:t>
            </a:r>
          </a:p>
        </p:txBody>
      </p:sp>
      <p:sp>
        <p:nvSpPr>
          <p:cNvPr id="164" name="dp44-comparison / n147">
            <a:extLst xmlns:a="http://schemas.openxmlformats.org/drawingml/2006/main">
              <a:ext uri="{FF2B5EF4-FFF2-40B4-BE49-F238E27FC236}">
                <a16:creationId xmlns:a16="http://schemas.microsoft.com/office/drawing/2014/main" id="{D59DF460-D7CE-41B4-B8DB-FA176EE8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4400550"/>
            <a:ext cx="2305050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65" name="dp44-comparison / n148 / text 1">
            <a:extLst xmlns:a="http://schemas.openxmlformats.org/drawingml/2006/main">
              <a:ext uri="{FF2B5EF4-FFF2-40B4-BE49-F238E27FC236}">
                <a16:creationId xmlns:a16="http://schemas.microsoft.com/office/drawing/2014/main" id="{01FD4894-4734-46DB-B18C-25062D5B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562475"/>
            <a:ext cx="2133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Notice Window</a:t>
            </a:r>
          </a:p>
        </p:txBody>
      </p:sp>
      <p:sp>
        <p:nvSpPr>
          <p:cNvPr id="166" name="dp44-comparison / n149">
            <a:extLst xmlns:a="http://schemas.openxmlformats.org/drawingml/2006/main">
              <a:ext uri="{FF2B5EF4-FFF2-40B4-BE49-F238E27FC236}">
                <a16:creationId xmlns:a16="http://schemas.microsoft.com/office/drawing/2014/main" id="{2D705DCA-7D03-4114-BC5F-6E0A78D9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1054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67" name="dp44-comparison / n150 / text 1">
            <a:extLst xmlns:a="http://schemas.openxmlformats.org/drawingml/2006/main">
              <a:ext uri="{FF2B5EF4-FFF2-40B4-BE49-F238E27FC236}">
                <a16:creationId xmlns:a16="http://schemas.microsoft.com/office/drawing/2014/main" id="{6F6E4CB3-3844-41F6-9E12-66E863E3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20350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68" name="dp44-comparison / n151">
            <a:extLst xmlns:a="http://schemas.openxmlformats.org/drawingml/2006/main">
              <a:ext uri="{FF2B5EF4-FFF2-40B4-BE49-F238E27FC236}">
                <a16:creationId xmlns:a16="http://schemas.microsoft.com/office/drawing/2014/main" id="{3475627E-51C7-43A5-BD3A-99AEB91B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62625"/>
            <a:ext cx="2333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69" name="dp44-comparison / n152 / text 1">
            <a:extLst xmlns:a="http://schemas.openxmlformats.org/drawingml/2006/main">
              <a:ext uri="{FF2B5EF4-FFF2-40B4-BE49-F238E27FC236}">
                <a16:creationId xmlns:a16="http://schemas.microsoft.com/office/drawing/2014/main" id="{F9F7F096-3709-43D9-A157-EB3F5C4D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836920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Voice Runtime</a:t>
            </a:r>
          </a:p>
        </p:txBody>
      </p:sp>
      <p:sp>
        <p:nvSpPr>
          <p:cNvPr id="170" name="dp44-comparison / n153">
            <a:extLst xmlns:a="http://schemas.openxmlformats.org/drawingml/2006/main">
              <a:ext uri="{FF2B5EF4-FFF2-40B4-BE49-F238E27FC236}">
                <a16:creationId xmlns:a16="http://schemas.microsoft.com/office/drawing/2014/main" id="{A21FAB89-673E-4C88-9A9F-9A5FF29A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5105400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1" name="dp44-comparison / n154 / text 1">
            <a:extLst xmlns:a="http://schemas.openxmlformats.org/drawingml/2006/main">
              <a:ext uri="{FF2B5EF4-FFF2-40B4-BE49-F238E27FC236}">
                <a16:creationId xmlns:a16="http://schemas.microsoft.com/office/drawing/2014/main" id="{22356079-B5A9-48F7-AB02-6D0E6E64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203508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Response Composer</a:t>
            </a:r>
          </a:p>
        </p:txBody>
      </p:sp>
      <p:sp>
        <p:nvSpPr>
          <p:cNvPr id="172" name="dp44-comparison / n155">
            <a:extLst xmlns:a="http://schemas.openxmlformats.org/drawingml/2006/main">
              <a:ext uri="{FF2B5EF4-FFF2-40B4-BE49-F238E27FC236}">
                <a16:creationId xmlns:a16="http://schemas.microsoft.com/office/drawing/2014/main" id="{0A70BE86-1771-48D5-A1E8-6A2183AA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105400"/>
            <a:ext cx="21050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73" name="dp44-comparison / n156 / text 1">
            <a:extLst xmlns:a="http://schemas.openxmlformats.org/drawingml/2006/main">
              <a:ext uri="{FF2B5EF4-FFF2-40B4-BE49-F238E27FC236}">
                <a16:creationId xmlns:a16="http://schemas.microsoft.com/office/drawing/2014/main" id="{D9509213-E7BD-4407-BE72-0A9C00B2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5203508"/>
            <a:ext cx="19335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Publication Join</a:t>
            </a:r>
          </a:p>
        </p:txBody>
      </p:sp>
      <p:sp>
        <p:nvSpPr>
          <p:cNvPr id="174" name="dp44-comparison / n157">
            <a:extLst xmlns:a="http://schemas.openxmlformats.org/drawingml/2006/main">
              <a:ext uri="{FF2B5EF4-FFF2-40B4-BE49-F238E27FC236}">
                <a16:creationId xmlns:a16="http://schemas.microsoft.com/office/drawing/2014/main" id="{AB9F9F44-4F0B-4292-B00F-6BC82702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724525"/>
            <a:ext cx="2105025" cy="3810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75" name="dp44-comparison / n158 / text 1">
            <a:extLst xmlns:a="http://schemas.openxmlformats.org/drawingml/2006/main">
              <a:ext uri="{FF2B5EF4-FFF2-40B4-BE49-F238E27FC236}">
                <a16:creationId xmlns:a16="http://schemas.microsoft.com/office/drawing/2014/main" id="{63F0396C-0464-49BB-A1F0-B81321EC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5886450"/>
            <a:ext cx="19335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 Window</a:t>
            </a:r>
          </a:p>
        </p:txBody>
      </p:sp>
      <p:sp>
        <p:nvSpPr>
          <p:cNvPr id="176" name="dp44-comparison / n159 / path">
            <a:extLst xmlns:a="http://schemas.openxmlformats.org/drawingml/2006/main">
              <a:ext uri="{FF2B5EF4-FFF2-40B4-BE49-F238E27FC236}">
                <a16:creationId xmlns:a16="http://schemas.microsoft.com/office/drawing/2014/main" id="{4BA7FA1C-6481-4ABF-B7C5-0A1A5016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943225"/>
            <a:ext cx="2733675" cy="895350"/>
          </a:xfrm>
          <a:custGeom xmlns:a="http://schemas.openxmlformats.org/drawingml/2006/main">
            <a:pathLst>
              <a:path w="2733675" h="895350">
                <a:moveTo>
                  <a:pt x="2733675" y="0"/>
                </a:moveTo>
                <a:lnTo>
                  <a:pt x="2733675" y="323850"/>
                </a:lnTo>
                <a:lnTo>
                  <a:pt x="0" y="323850"/>
                </a:lnTo>
                <a:lnTo>
                  <a:pt x="4763" y="895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77" name="dp44-comparison / n159 / arrow">
            <a:extLst xmlns:a="http://schemas.openxmlformats.org/drawingml/2006/main">
              <a:ext uri="{FF2B5EF4-FFF2-40B4-BE49-F238E27FC236}">
                <a16:creationId xmlns:a16="http://schemas.microsoft.com/office/drawing/2014/main" id="{BB7B4450-2382-47AB-B73F-A8CF6DE1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664" y="3716151"/>
            <a:ext cx="121916" cy="122424"/>
          </a:xfrm>
          <a:custGeom xmlns:a="http://schemas.openxmlformats.org/drawingml/2006/main">
            <a:pathLst>
              <a:path w="121916" h="122424">
                <a:moveTo>
                  <a:pt x="0" y="1016"/>
                </a:moveTo>
                <a:lnTo>
                  <a:pt x="61974" y="122424"/>
                </a:lnTo>
                <a:lnTo>
                  <a:pt x="1219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78" name="dp44-comparison / n160 / path">
            <a:extLst xmlns:a="http://schemas.openxmlformats.org/drawingml/2006/main">
              <a:ext uri="{FF2B5EF4-FFF2-40B4-BE49-F238E27FC236}">
                <a16:creationId xmlns:a16="http://schemas.microsoft.com/office/drawing/2014/main" id="{2CDBEBE2-EB8A-4108-994A-A6D6F6E5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2943225"/>
            <a:ext cx="371475" cy="895350"/>
          </a:xfrm>
          <a:custGeom xmlns:a="http://schemas.openxmlformats.org/drawingml/2006/main">
            <a:pathLst>
              <a:path w="371475" h="895350">
                <a:moveTo>
                  <a:pt x="366713" y="0"/>
                </a:moveTo>
                <a:lnTo>
                  <a:pt x="371475" y="333375"/>
                </a:lnTo>
                <a:lnTo>
                  <a:pt x="0" y="333375"/>
                </a:lnTo>
                <a:lnTo>
                  <a:pt x="0" y="895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79" name="dp44-comparison / n160 / arrow">
            <a:extLst xmlns:a="http://schemas.openxmlformats.org/drawingml/2006/main">
              <a:ext uri="{FF2B5EF4-FFF2-40B4-BE49-F238E27FC236}">
                <a16:creationId xmlns:a16="http://schemas.microsoft.com/office/drawing/2014/main" id="{FA0241C7-9AA7-4C8F-97F3-6BAB050C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37166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0" name="dp44-comparison / n161 / path">
            <a:extLst xmlns:a="http://schemas.openxmlformats.org/drawingml/2006/main">
              <a:ext uri="{FF2B5EF4-FFF2-40B4-BE49-F238E27FC236}">
                <a16:creationId xmlns:a16="http://schemas.microsoft.com/office/drawing/2014/main" id="{765C2939-2C4E-47E0-A1E7-C4602DB0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4238625"/>
            <a:ext cx="953" cy="161925"/>
          </a:xfrm>
          <a:custGeom xmlns:a="http://schemas.openxmlformats.org/drawingml/2006/main">
            <a:pathLst>
              <a:path w="953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1" name="dp44-comparison / n161 / arrow">
            <a:extLst xmlns:a="http://schemas.openxmlformats.org/drawingml/2006/main">
              <a:ext uri="{FF2B5EF4-FFF2-40B4-BE49-F238E27FC236}">
                <a16:creationId xmlns:a16="http://schemas.microsoft.com/office/drawing/2014/main" id="{D4DF106E-B057-408F-89E2-EC7A693E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5678" y="42786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2" name="dp44-comparison / n162 / path">
            <a:extLst xmlns:a="http://schemas.openxmlformats.org/drawingml/2006/main">
              <a:ext uri="{FF2B5EF4-FFF2-40B4-BE49-F238E27FC236}">
                <a16:creationId xmlns:a16="http://schemas.microsoft.com/office/drawing/2014/main" id="{C45CA00E-9153-44D7-A5F9-0A6A6F68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4772025"/>
            <a:ext cx="953" cy="333375"/>
          </a:xfrm>
          <a:custGeom xmlns:a="http://schemas.openxmlformats.org/drawingml/2006/main">
            <a:pathLst>
              <a:path w="953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3" name="dp44-comparison / n162 / arrow">
            <a:extLst xmlns:a="http://schemas.openxmlformats.org/drawingml/2006/main">
              <a:ext uri="{FF2B5EF4-FFF2-40B4-BE49-F238E27FC236}">
                <a16:creationId xmlns:a16="http://schemas.microsoft.com/office/drawing/2014/main" id="{CE38DF37-3BCA-4AFB-AC4C-D786DA66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5678" y="49834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4" name="dp44-comparison / n163 / path">
            <a:extLst xmlns:a="http://schemas.openxmlformats.org/drawingml/2006/main">
              <a:ext uri="{FF2B5EF4-FFF2-40B4-BE49-F238E27FC236}">
                <a16:creationId xmlns:a16="http://schemas.microsoft.com/office/drawing/2014/main" id="{DA9786C3-01BE-4FC6-A621-745FE5B0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4238625"/>
            <a:ext cx="953" cy="161925"/>
          </a:xfrm>
          <a:custGeom xmlns:a="http://schemas.openxmlformats.org/drawingml/2006/main">
            <a:pathLst>
              <a:path w="953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5" name="dp44-comparison / n163 / arrow">
            <a:extLst xmlns:a="http://schemas.openxmlformats.org/drawingml/2006/main">
              <a:ext uri="{FF2B5EF4-FFF2-40B4-BE49-F238E27FC236}">
                <a16:creationId xmlns:a16="http://schemas.microsoft.com/office/drawing/2014/main" id="{D3F1036A-1EB8-462B-A3E0-B43D49B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42786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6" name="dp44-comparison / n164 / path">
            <a:extLst xmlns:a="http://schemas.openxmlformats.org/drawingml/2006/main">
              <a:ext uri="{FF2B5EF4-FFF2-40B4-BE49-F238E27FC236}">
                <a16:creationId xmlns:a16="http://schemas.microsoft.com/office/drawing/2014/main" id="{B93C21AD-C57C-4B38-867D-6591B10C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4772025"/>
            <a:ext cx="953" cy="333375"/>
          </a:xfrm>
          <a:custGeom xmlns:a="http://schemas.openxmlformats.org/drawingml/2006/main">
            <a:pathLst>
              <a:path w="953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7" name="dp44-comparison / n164 / arrow">
            <a:extLst xmlns:a="http://schemas.openxmlformats.org/drawingml/2006/main">
              <a:ext uri="{FF2B5EF4-FFF2-40B4-BE49-F238E27FC236}">
                <a16:creationId xmlns:a16="http://schemas.microsoft.com/office/drawing/2014/main" id="{18ABF5E7-0543-473A-95B0-764E4FC3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49834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8" name="dp44-comparison / n165 / path">
            <a:extLst xmlns:a="http://schemas.openxmlformats.org/drawingml/2006/main">
              <a:ext uri="{FF2B5EF4-FFF2-40B4-BE49-F238E27FC236}">
                <a16:creationId xmlns:a16="http://schemas.microsoft.com/office/drawing/2014/main" id="{8AF93D02-81C3-40E1-95F0-BF209A25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229225"/>
            <a:ext cx="361950" cy="953"/>
          </a:xfrm>
          <a:custGeom xmlns:a="http://schemas.openxmlformats.org/drawingml/2006/main">
            <a:pathLst>
              <a:path w="361950" h="953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9" name="dp44-comparison / n165 / arrow">
            <a:extLst xmlns:a="http://schemas.openxmlformats.org/drawingml/2006/main">
              <a:ext uri="{FF2B5EF4-FFF2-40B4-BE49-F238E27FC236}">
                <a16:creationId xmlns:a16="http://schemas.microsoft.com/office/drawing/2014/main" id="{F33A7CAF-9CB9-4A42-8D7C-6FD5E54B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480" y="51682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0" name="dp44-comparison / n166 / path">
            <a:extLst xmlns:a="http://schemas.openxmlformats.org/drawingml/2006/main">
              <a:ext uri="{FF2B5EF4-FFF2-40B4-BE49-F238E27FC236}">
                <a16:creationId xmlns:a16="http://schemas.microsoft.com/office/drawing/2014/main" id="{F262CFA1-1C39-4B4F-8DF6-BBD4FC2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314950"/>
            <a:ext cx="3009900" cy="314325"/>
          </a:xfrm>
          <a:custGeom xmlns:a="http://schemas.openxmlformats.org/drawingml/2006/main">
            <a:pathLst>
              <a:path w="3009900" h="314325">
                <a:moveTo>
                  <a:pt x="4763" y="209550"/>
                </a:moveTo>
                <a:lnTo>
                  <a:pt x="0" y="314325"/>
                </a:lnTo>
                <a:lnTo>
                  <a:pt x="2876550" y="314325"/>
                </a:lnTo>
                <a:lnTo>
                  <a:pt x="2876550" y="0"/>
                </a:lnTo>
                <a:lnTo>
                  <a:pt x="3009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1" name="dp44-comparison / n166 / arrow">
            <a:extLst xmlns:a="http://schemas.openxmlformats.org/drawingml/2006/main">
              <a:ext uri="{FF2B5EF4-FFF2-40B4-BE49-F238E27FC236}">
                <a16:creationId xmlns:a16="http://schemas.microsoft.com/office/drawing/2014/main" id="{E2F8E05E-A2C3-4476-8D3A-7EDD9E5E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2355" y="52539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2" name="dp44-comparison / n167 / path">
            <a:extLst xmlns:a="http://schemas.openxmlformats.org/drawingml/2006/main">
              <a:ext uri="{FF2B5EF4-FFF2-40B4-BE49-F238E27FC236}">
                <a16:creationId xmlns:a16="http://schemas.microsoft.com/office/drawing/2014/main" id="{1E983CD0-E450-43D4-A963-9A1AEE2D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5524500"/>
            <a:ext cx="953" cy="238125"/>
          </a:xfrm>
          <a:custGeom xmlns:a="http://schemas.openxmlformats.org/drawingml/2006/main">
            <a:pathLst>
              <a:path w="953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3" name="dp44-comparison / n167 / arrow">
            <a:extLst xmlns:a="http://schemas.openxmlformats.org/drawingml/2006/main">
              <a:ext uri="{FF2B5EF4-FFF2-40B4-BE49-F238E27FC236}">
                <a16:creationId xmlns:a16="http://schemas.microsoft.com/office/drawing/2014/main" id="{ABEB10A7-C4AA-44B1-9E2B-777E116E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5678" y="552450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4" name="dp44-comparison / n170 / path">
            <a:extLst xmlns:a="http://schemas.openxmlformats.org/drawingml/2006/main">
              <a:ext uri="{FF2B5EF4-FFF2-40B4-BE49-F238E27FC236}">
                <a16:creationId xmlns:a16="http://schemas.microsoft.com/office/drawing/2014/main" id="{46C6C527-EAC7-48D0-AB77-D63A2BCC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5229225"/>
            <a:ext cx="323850" cy="953"/>
          </a:xfrm>
          <a:custGeom xmlns:a="http://schemas.openxmlformats.org/drawingml/2006/main">
            <a:pathLst>
              <a:path w="323850" h="953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5" name="dp44-comparison / n170 / arrow">
            <a:extLst xmlns:a="http://schemas.openxmlformats.org/drawingml/2006/main">
              <a:ext uri="{FF2B5EF4-FFF2-40B4-BE49-F238E27FC236}">
                <a16:creationId xmlns:a16="http://schemas.microsoft.com/office/drawing/2014/main" id="{42317078-AA91-4E5E-AE1B-A935038D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51682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6" name="dp44-comparison / n171 / path">
            <a:extLst xmlns:a="http://schemas.openxmlformats.org/drawingml/2006/main">
              <a:ext uri="{FF2B5EF4-FFF2-40B4-BE49-F238E27FC236}">
                <a16:creationId xmlns:a16="http://schemas.microsoft.com/office/drawing/2014/main" id="{287DCBEE-E14D-4AE2-AB50-FBCD6E25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7913" y="5524500"/>
            <a:ext cx="953" cy="200025"/>
          </a:xfrm>
          <a:custGeom xmlns:a="http://schemas.openxmlformats.org/drawingml/2006/main">
            <a:pathLst>
              <a:path w="953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7" name="dp44-comparison / n171 / arrow">
            <a:extLst xmlns:a="http://schemas.openxmlformats.org/drawingml/2006/main">
              <a:ext uri="{FF2B5EF4-FFF2-40B4-BE49-F238E27FC236}">
                <a16:creationId xmlns:a16="http://schemas.microsoft.com/office/drawing/2014/main" id="{43EF2491-2BE6-4ABA-921E-A3C1E37D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953" y="56026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8" name="dp44-comparison / n176 / path">
            <a:extLst xmlns:a="http://schemas.openxmlformats.org/drawingml/2006/main">
              <a:ext uri="{FF2B5EF4-FFF2-40B4-BE49-F238E27FC236}">
                <a16:creationId xmlns:a16="http://schemas.microsoft.com/office/drawing/2014/main" id="{A0034386-D40D-4082-B146-0595C7B5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676650"/>
            <a:ext cx="1414463" cy="1428750"/>
          </a:xfrm>
          <a:custGeom xmlns:a="http://schemas.openxmlformats.org/drawingml/2006/main">
            <a:pathLst>
              <a:path w="1414463" h="1428750">
                <a:moveTo>
                  <a:pt x="1414463" y="1428750"/>
                </a:moveTo>
                <a:lnTo>
                  <a:pt x="1409700" y="0"/>
                </a:lnTo>
                <a:lnTo>
                  <a:pt x="209550" y="0"/>
                </a:lnTo>
                <a:lnTo>
                  <a:pt x="209550" y="457200"/>
                </a:ln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99" name="dp44-comparison / n176 / arrow">
            <a:extLst xmlns:a="http://schemas.openxmlformats.org/drawingml/2006/main">
              <a:ext uri="{FF2B5EF4-FFF2-40B4-BE49-F238E27FC236}">
                <a16:creationId xmlns:a16="http://schemas.microsoft.com/office/drawing/2014/main" id="{305DFCB5-A87B-4E8A-9545-8283C82A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728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00" name="dp44-comparison / n181">
            <a:extLst xmlns:a="http://schemas.openxmlformats.org/drawingml/2006/main">
              <a:ext uri="{FF2B5EF4-FFF2-40B4-BE49-F238E27FC236}">
                <a16:creationId xmlns:a16="http://schemas.microsoft.com/office/drawing/2014/main" id="{AE354245-D165-4E37-B23B-0645BEDB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6477000"/>
            <a:ext cx="2305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201" name="dp44-comparison / n182 / text 1">
            <a:extLst xmlns:a="http://schemas.openxmlformats.org/drawingml/2006/main">
              <a:ext uri="{FF2B5EF4-FFF2-40B4-BE49-F238E27FC236}">
                <a16:creationId xmlns:a16="http://schemas.microsoft.com/office/drawing/2014/main" id="{1E59437C-121B-4B88-9B47-EA15F4FE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65798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 Control</a:t>
            </a:r>
          </a:p>
        </p:txBody>
      </p:sp>
      <p:sp>
        <p:nvSpPr>
          <p:cNvPr id="202" name="dp44-comparison / n183">
            <a:extLst xmlns:a="http://schemas.openxmlformats.org/drawingml/2006/main">
              <a:ext uri="{FF2B5EF4-FFF2-40B4-BE49-F238E27FC236}">
                <a16:creationId xmlns:a16="http://schemas.microsoft.com/office/drawing/2014/main" id="{DEFDBF77-C138-4CE6-AEBC-B50C6812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7000875"/>
            <a:ext cx="2305050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03" name="dp44-comparison / n184 / text 1">
            <a:extLst xmlns:a="http://schemas.openxmlformats.org/drawingml/2006/main">
              <a:ext uri="{FF2B5EF4-FFF2-40B4-BE49-F238E27FC236}">
                <a16:creationId xmlns:a16="http://schemas.microsoft.com/office/drawing/2014/main" id="{A07FD153-BC8B-4A05-8515-F2F60234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7162800"/>
            <a:ext cx="2133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 Outbox</a:t>
            </a:r>
          </a:p>
        </p:txBody>
      </p:sp>
      <p:sp>
        <p:nvSpPr>
          <p:cNvPr id="204" name="dp44-comparison / n185">
            <a:extLst xmlns:a="http://schemas.openxmlformats.org/drawingml/2006/main">
              <a:ext uri="{FF2B5EF4-FFF2-40B4-BE49-F238E27FC236}">
                <a16:creationId xmlns:a16="http://schemas.microsoft.com/office/drawing/2014/main" id="{5E8C8B46-2433-4B6F-BD07-DC3050B6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477000"/>
            <a:ext cx="2324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205" name="dp44-comparison / n186 / text 1">
            <a:extLst xmlns:a="http://schemas.openxmlformats.org/drawingml/2006/main">
              <a:ext uri="{FF2B5EF4-FFF2-40B4-BE49-F238E27FC236}">
                <a16:creationId xmlns:a16="http://schemas.microsoft.com/office/drawing/2014/main" id="{45B7A6D9-3BD5-484F-B99C-EECE5C2D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6562249"/>
            <a:ext cx="21526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Turn-Taking Control</a:t>
            </a:r>
          </a:p>
        </p:txBody>
      </p:sp>
      <p:sp>
        <p:nvSpPr>
          <p:cNvPr id="206" name="dp44-comparison / n187">
            <a:extLst xmlns:a="http://schemas.openxmlformats.org/drawingml/2006/main">
              <a:ext uri="{FF2B5EF4-FFF2-40B4-BE49-F238E27FC236}">
                <a16:creationId xmlns:a16="http://schemas.microsoft.com/office/drawing/2014/main" id="{8D568EAB-29AF-4B9C-B282-E63E5400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477000"/>
            <a:ext cx="2076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207" name="dp44-comparison / n188 / text 1">
            <a:extLst xmlns:a="http://schemas.openxmlformats.org/drawingml/2006/main">
              <a:ext uri="{FF2B5EF4-FFF2-40B4-BE49-F238E27FC236}">
                <a16:creationId xmlns:a16="http://schemas.microsoft.com/office/drawing/2014/main" id="{26F9A701-37E1-4D8F-97E3-4E6EDEE9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6556058"/>
            <a:ext cx="1905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Channel I/O</a:t>
            </a:r>
          </a:p>
        </p:txBody>
      </p:sp>
      <p:sp>
        <p:nvSpPr>
          <p:cNvPr id="208" name="dp44-comparison / n189">
            <a:extLst xmlns:a="http://schemas.openxmlformats.org/drawingml/2006/main">
              <a:ext uri="{FF2B5EF4-FFF2-40B4-BE49-F238E27FC236}">
                <a16:creationId xmlns:a16="http://schemas.microsoft.com/office/drawing/2014/main" id="{82F35E36-F72E-4826-9E81-C4ED572C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000875"/>
            <a:ext cx="2076450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09" name="dp44-comparison / n190 / text 1">
            <a:extLst xmlns:a="http://schemas.openxmlformats.org/drawingml/2006/main">
              <a:ext uri="{FF2B5EF4-FFF2-40B4-BE49-F238E27FC236}">
                <a16:creationId xmlns:a16="http://schemas.microsoft.com/office/drawing/2014/main" id="{8DC3F936-887F-428E-BBC5-2BFBFD2C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7162800"/>
            <a:ext cx="1905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Playback State</a:t>
            </a:r>
          </a:p>
        </p:txBody>
      </p:sp>
      <p:sp>
        <p:nvSpPr>
          <p:cNvPr id="210" name="dp44-comparison / n191 / path">
            <a:extLst xmlns:a="http://schemas.openxmlformats.org/drawingml/2006/main">
              <a:ext uri="{FF2B5EF4-FFF2-40B4-BE49-F238E27FC236}">
                <a16:creationId xmlns:a16="http://schemas.microsoft.com/office/drawing/2014/main" id="{FDB37780-E90F-41F0-9BB1-D12E1B1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5314950"/>
            <a:ext cx="1476375" cy="1162050"/>
          </a:xfrm>
          <a:custGeom xmlns:a="http://schemas.openxmlformats.org/drawingml/2006/main">
            <a:pathLst>
              <a:path w="1476375" h="1162050">
                <a:moveTo>
                  <a:pt x="0" y="0"/>
                </a:moveTo>
                <a:lnTo>
                  <a:pt x="114300" y="0"/>
                </a:lnTo>
                <a:lnTo>
                  <a:pt x="114300" y="1038225"/>
                </a:lnTo>
                <a:lnTo>
                  <a:pt x="1476375" y="1038225"/>
                </a:lnTo>
                <a:lnTo>
                  <a:pt x="1476375" y="1162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11" name="dp44-comparison / n191 / arrow">
            <a:extLst xmlns:a="http://schemas.openxmlformats.org/drawingml/2006/main">
              <a:ext uri="{FF2B5EF4-FFF2-40B4-BE49-F238E27FC236}">
                <a16:creationId xmlns:a16="http://schemas.microsoft.com/office/drawing/2014/main" id="{9E637363-2285-42E4-8116-69D6A221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63550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12" name="dp44-comparison / n194 / path">
            <a:extLst xmlns:a="http://schemas.openxmlformats.org/drawingml/2006/main">
              <a:ext uri="{FF2B5EF4-FFF2-40B4-BE49-F238E27FC236}">
                <a16:creationId xmlns:a16="http://schemas.microsoft.com/office/drawing/2014/main" id="{5DF7B61F-AD6E-45A0-B396-94FB051B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905625"/>
            <a:ext cx="953" cy="95250"/>
          </a:xfrm>
          <a:custGeom xmlns:a="http://schemas.openxmlformats.org/drawingml/2006/main"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13" name="dp44-comparison / n194 / arrow">
            <a:extLst xmlns:a="http://schemas.openxmlformats.org/drawingml/2006/main">
              <a:ext uri="{FF2B5EF4-FFF2-40B4-BE49-F238E27FC236}">
                <a16:creationId xmlns:a16="http://schemas.microsoft.com/office/drawing/2014/main" id="{586A1442-A8B2-45B6-A942-41AAE5F7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6878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14" name="dp44-comparison / n195 / path">
            <a:extLst xmlns:a="http://schemas.openxmlformats.org/drawingml/2006/main">
              <a:ext uri="{FF2B5EF4-FFF2-40B4-BE49-F238E27FC236}">
                <a16:creationId xmlns:a16="http://schemas.microsoft.com/office/drawing/2014/main" id="{4026BC32-8231-46BB-BA2B-5274BD10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372225"/>
            <a:ext cx="2981325" cy="319088"/>
          </a:xfrm>
          <a:custGeom xmlns:a="http://schemas.openxmlformats.org/drawingml/2006/main">
            <a:pathLst>
              <a:path w="2981325" h="319088">
                <a:moveTo>
                  <a:pt x="2981325" y="319088"/>
                </a:moveTo>
                <a:lnTo>
                  <a:pt x="2781300" y="314325"/>
                </a:lnTo>
                <a:lnTo>
                  <a:pt x="2781300" y="0"/>
                </a:lnTo>
                <a:lnTo>
                  <a:pt x="133350" y="0"/>
                </a:lnTo>
                <a:lnTo>
                  <a:pt x="133350" y="295275"/>
                </a:ln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15" name="dp44-comparison / n195 / arrow">
            <a:extLst xmlns:a="http://schemas.openxmlformats.org/drawingml/2006/main">
              <a:ext uri="{FF2B5EF4-FFF2-40B4-BE49-F238E27FC236}">
                <a16:creationId xmlns:a16="http://schemas.microsoft.com/office/drawing/2014/main" id="{7A78C6BE-634E-4A98-9CC5-0A7B7DC0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60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16" name="dp44-comparison / n196 / path">
            <a:extLst xmlns:a="http://schemas.openxmlformats.org/drawingml/2006/main">
              <a:ext uri="{FF2B5EF4-FFF2-40B4-BE49-F238E27FC236}">
                <a16:creationId xmlns:a16="http://schemas.microsoft.com/office/drawing/2014/main" id="{3DEB1A39-1C0D-4275-8281-0F1F2854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6858000"/>
            <a:ext cx="953" cy="142875"/>
          </a:xfrm>
          <a:custGeom xmlns:a="http://schemas.openxmlformats.org/drawingml/2006/main">
            <a:pathLst>
              <a:path w="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17" name="dp44-comparison / n196 / arrow">
            <a:extLst xmlns:a="http://schemas.openxmlformats.org/drawingml/2006/main">
              <a:ext uri="{FF2B5EF4-FFF2-40B4-BE49-F238E27FC236}">
                <a16:creationId xmlns:a16="http://schemas.microsoft.com/office/drawing/2014/main" id="{C6F1497F-8EC9-40E2-96A7-84827719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0765" y="6878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18" name="dp44-comparison / n197 / path">
            <a:extLst xmlns:a="http://schemas.openxmlformats.org/drawingml/2006/main">
              <a:ext uri="{FF2B5EF4-FFF2-40B4-BE49-F238E27FC236}">
                <a16:creationId xmlns:a16="http://schemas.microsoft.com/office/drawing/2014/main" id="{B4EDCCF5-7F65-4D30-B32D-DF7DC348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391150"/>
            <a:ext cx="1181100" cy="1876425"/>
          </a:xfrm>
          <a:custGeom xmlns:a="http://schemas.openxmlformats.org/drawingml/2006/main">
            <a:pathLst>
              <a:path w="1181100" h="1876425">
                <a:moveTo>
                  <a:pt x="1181100" y="1609725"/>
                </a:moveTo>
                <a:lnTo>
                  <a:pt x="0" y="1876425"/>
                </a:lnTo>
                <a:lnTo>
                  <a:pt x="0" y="0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219" name="dp44-comparison / n197 / arrow">
            <a:extLst xmlns:a="http://schemas.openxmlformats.org/drawingml/2006/main">
              <a:ext uri="{FF2B5EF4-FFF2-40B4-BE49-F238E27FC236}">
                <a16:creationId xmlns:a16="http://schemas.microsoft.com/office/drawing/2014/main" id="{6B5BA39B-72D4-4B26-A666-D535649B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480" y="53301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20" name="dp44-comparison / n200 / path">
            <a:extLst xmlns:a="http://schemas.openxmlformats.org/drawingml/2006/main">
              <a:ext uri="{FF2B5EF4-FFF2-40B4-BE49-F238E27FC236}">
                <a16:creationId xmlns:a16="http://schemas.microsoft.com/office/drawing/2014/main" id="{C6C5F3FF-C677-47DD-9A27-2EC073CE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667500"/>
            <a:ext cx="590550" cy="953"/>
          </a:xfrm>
          <a:custGeom xmlns:a="http://schemas.openxmlformats.org/drawingml/2006/main">
            <a:pathLst>
              <a:path w="590550" h="953">
                <a:moveTo>
                  <a:pt x="0" y="0"/>
                </a:moveTo>
                <a:lnTo>
                  <a:pt x="59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21" name="dp44-comparison / n200 / arrow">
            <a:extLst xmlns:a="http://schemas.openxmlformats.org/drawingml/2006/main">
              <a:ext uri="{FF2B5EF4-FFF2-40B4-BE49-F238E27FC236}">
                <a16:creationId xmlns:a16="http://schemas.microsoft.com/office/drawing/2014/main" id="{DD4D1F40-FE67-4012-8E98-D9E3A7E2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1580" y="660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22" name="dp44-comparison / n201 / path">
            <a:extLst xmlns:a="http://schemas.openxmlformats.org/drawingml/2006/main">
              <a:ext uri="{FF2B5EF4-FFF2-40B4-BE49-F238E27FC236}">
                <a16:creationId xmlns:a16="http://schemas.microsoft.com/office/drawing/2014/main" id="{7EF2044E-7BAF-4D7C-8CA2-D0ED2E6C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6438900"/>
            <a:ext cx="3933825" cy="366713"/>
          </a:xfrm>
          <a:custGeom xmlns:a="http://schemas.openxmlformats.org/drawingml/2006/main">
            <a:pathLst>
              <a:path w="3933825" h="366713">
                <a:moveTo>
                  <a:pt x="0" y="38100"/>
                </a:moveTo>
                <a:lnTo>
                  <a:pt x="0" y="0"/>
                </a:lnTo>
                <a:lnTo>
                  <a:pt x="3933825" y="0"/>
                </a:lnTo>
                <a:lnTo>
                  <a:pt x="3933825" y="361950"/>
                </a:lnTo>
                <a:lnTo>
                  <a:pt x="3657600" y="3667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223" name="dp44-comparison / n201 / arrow">
            <a:extLst xmlns:a="http://schemas.openxmlformats.org/drawingml/2006/main">
              <a:ext uri="{FF2B5EF4-FFF2-40B4-BE49-F238E27FC236}">
                <a16:creationId xmlns:a16="http://schemas.microsoft.com/office/drawing/2014/main" id="{A74BB348-EC61-43A8-8EA1-48010973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6742560"/>
            <a:ext cx="122953" cy="121902"/>
          </a:xfrm>
          <a:custGeom xmlns:a="http://schemas.openxmlformats.org/drawingml/2006/main">
            <a:pathLst>
              <a:path w="122953" h="121902">
                <a:moveTo>
                  <a:pt x="120851" y="0"/>
                </a:moveTo>
                <a:lnTo>
                  <a:pt x="0" y="63053"/>
                </a:lnTo>
                <a:lnTo>
                  <a:pt x="122953" y="12190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224" name="dp44-comparison / n133">
            <a:extLst xmlns:a="http://schemas.openxmlformats.org/drawingml/2006/main">
              <a:ext uri="{FF2B5EF4-FFF2-40B4-BE49-F238E27FC236}">
                <a16:creationId xmlns:a16="http://schemas.microsoft.com/office/drawing/2014/main" id="{9CC60F52-6DC1-489A-A697-A1BF0475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90850"/>
            <a:ext cx="432511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p44-comparison / n134 / text 1">
            <a:extLst xmlns:a="http://schemas.openxmlformats.org/drawingml/2006/main">
              <a:ext uri="{FF2B5EF4-FFF2-40B4-BE49-F238E27FC236}">
                <a16:creationId xmlns:a16="http://schemas.microsoft.com/office/drawing/2014/main" id="{9D3065D3-66D8-4CD8-B4EA-0D170B5C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00375"/>
            <a:ext cx="55149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새 발화 u2: 즉시 output fence / 미전송 효과 hold</a:t>
            </a:r>
          </a:p>
        </p:txBody>
      </p:sp>
      <p:sp>
        <p:nvSpPr>
          <p:cNvPr id="226" name="dp44-comparison / n135">
            <a:extLst xmlns:a="http://schemas.openxmlformats.org/drawingml/2006/main">
              <a:ext uri="{FF2B5EF4-FFF2-40B4-BE49-F238E27FC236}">
                <a16:creationId xmlns:a16="http://schemas.microsoft.com/office/drawing/2014/main" id="{6C67EEAF-E489-4117-8E56-CB8AC34A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990850"/>
            <a:ext cx="131330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p44-comparison / n136 / text 1">
            <a:extLst xmlns:a="http://schemas.openxmlformats.org/drawingml/2006/main">
              <a:ext uri="{FF2B5EF4-FFF2-40B4-BE49-F238E27FC236}">
                <a16:creationId xmlns:a16="http://schemas.microsoft.com/office/drawing/2014/main" id="{5AD484E6-C227-4C8F-BD43-128D27BE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5775" y="3000375"/>
            <a:ext cx="19240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확인된 Q1 / r1</a:t>
            </a:r>
          </a:p>
        </p:txBody>
      </p:sp>
      <p:sp>
        <p:nvSpPr>
          <p:cNvPr id="228" name="dp44-comparison / n137">
            <a:extLst xmlns:a="http://schemas.openxmlformats.org/drawingml/2006/main">
              <a:ext uri="{FF2B5EF4-FFF2-40B4-BE49-F238E27FC236}">
                <a16:creationId xmlns:a16="http://schemas.microsoft.com/office/drawing/2014/main" id="{90FC25EE-294B-43FD-B1D0-4E82F291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81250"/>
            <a:ext cx="443522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p44-comparison / n138 / text 1">
            <a:extLst xmlns:a="http://schemas.openxmlformats.org/drawingml/2006/main">
              <a:ext uri="{FF2B5EF4-FFF2-40B4-BE49-F238E27FC236}">
                <a16:creationId xmlns:a16="http://schemas.microsoft.com/office/drawing/2014/main" id="{7C25440D-F61B-43F2-8F16-BAE89DBB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390775"/>
            <a:ext cx="77057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P1 설명 중 u2 “잠깐, 표부터” + 메일 Task의 Q1 질문</a:t>
            </a:r>
          </a:p>
        </p:txBody>
      </p:sp>
      <p:sp>
        <p:nvSpPr>
          <p:cNvPr id="230" name="dp44-comparison / n168">
            <a:extLst xmlns:a="http://schemas.openxmlformats.org/drawingml/2006/main">
              <a:ext uri="{FF2B5EF4-FFF2-40B4-BE49-F238E27FC236}">
                <a16:creationId xmlns:a16="http://schemas.microsoft.com/office/drawing/2014/main" id="{93F5583A-6C9A-4188-ACB6-232DB8EA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5562600"/>
            <a:ext cx="2295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p44-comparison / n169 / text 1">
            <a:extLst xmlns:a="http://schemas.openxmlformats.org/drawingml/2006/main">
              <a:ext uri="{FF2B5EF4-FFF2-40B4-BE49-F238E27FC236}">
                <a16:creationId xmlns:a16="http://schemas.microsoft.com/office/drawing/2014/main" id="{0AF8FFE1-A45A-4E50-9EFB-3284C574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5572125"/>
            <a:ext cx="2257425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승인 Direct 후보의 재생성 생략</a:t>
            </a:r>
          </a:p>
        </p:txBody>
      </p:sp>
      <p:sp>
        <p:nvSpPr>
          <p:cNvPr id="232" name="dp44-comparison / n172">
            <a:extLst xmlns:a="http://schemas.openxmlformats.org/drawingml/2006/main">
              <a:ext uri="{FF2B5EF4-FFF2-40B4-BE49-F238E27FC236}">
                <a16:creationId xmlns:a16="http://schemas.microsoft.com/office/drawing/2014/main" id="{D57765E5-813B-4477-8031-D09B285E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848225"/>
            <a:ext cx="2310765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p44-comparison / n173 / text 1">
            <a:extLst xmlns:a="http://schemas.openxmlformats.org/drawingml/2006/main">
              <a:ext uri="{FF2B5EF4-FFF2-40B4-BE49-F238E27FC236}">
                <a16:creationId xmlns:a16="http://schemas.microsoft.com/office/drawing/2014/main" id="{8DBEB760-EB6C-4467-93FE-0E01BA2B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857750"/>
            <a:ext cx="4857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1 typed 사건의 직접 활성화</a:t>
            </a:r>
          </a:p>
        </p:txBody>
      </p:sp>
      <p:sp>
        <p:nvSpPr>
          <p:cNvPr id="234" name="dp44-comparison / n174">
            <a:extLst xmlns:a="http://schemas.openxmlformats.org/drawingml/2006/main">
              <a:ext uri="{FF2B5EF4-FFF2-40B4-BE49-F238E27FC236}">
                <a16:creationId xmlns:a16="http://schemas.microsoft.com/office/drawing/2014/main" id="{93742526-C856-40C4-8694-7EBF4A7F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4848225"/>
            <a:ext cx="157886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p44-comparison / n175 / text 1">
            <a:extLst xmlns:a="http://schemas.openxmlformats.org/drawingml/2006/main">
              <a:ext uri="{FF2B5EF4-FFF2-40B4-BE49-F238E27FC236}">
                <a16:creationId xmlns:a16="http://schemas.microsoft.com/office/drawing/2014/main" id="{35324B62-3290-462D-BB76-6A15C4E5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4857750"/>
            <a:ext cx="22764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236" name="dp44-comparison / n177">
            <a:extLst xmlns:a="http://schemas.openxmlformats.org/drawingml/2006/main">
              <a:ext uri="{FF2B5EF4-FFF2-40B4-BE49-F238E27FC236}">
                <a16:creationId xmlns:a16="http://schemas.microsoft.com/office/drawing/2014/main" id="{E0C8DA8D-30F5-40C5-BE53-C4DF8536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857625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dp44-comparison / n178 / text 1">
            <a:extLst xmlns:a="http://schemas.openxmlformats.org/drawingml/2006/main">
              <a:ext uri="{FF2B5EF4-FFF2-40B4-BE49-F238E27FC236}">
                <a16:creationId xmlns:a16="http://schemas.microsoft.com/office/drawing/2014/main" id="{414FC443-6E4E-424E-88DF-5117F66A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867150"/>
            <a:ext cx="20574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credit / cancel</a:t>
            </a:r>
          </a:p>
        </p:txBody>
      </p:sp>
      <p:sp>
        <p:nvSpPr>
          <p:cNvPr id="238" name="dp44-comparison / n179">
            <a:extLst xmlns:a="http://schemas.openxmlformats.org/drawingml/2006/main">
              <a:ext uri="{FF2B5EF4-FFF2-40B4-BE49-F238E27FC236}">
                <a16:creationId xmlns:a16="http://schemas.microsoft.com/office/drawing/2014/main" id="{D608F130-A63C-4A7A-96CD-247A344B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295775"/>
            <a:ext cx="2051304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dp44-comparison / n180 / text 1">
            <a:extLst xmlns:a="http://schemas.openxmlformats.org/drawingml/2006/main">
              <a:ext uri="{FF2B5EF4-FFF2-40B4-BE49-F238E27FC236}">
                <a16:creationId xmlns:a16="http://schemas.microsoft.com/office/drawing/2014/main" id="{67DBD393-1ACB-4B80-897E-D8CD456A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305300"/>
            <a:ext cx="21431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admission</a:t>
            </a:r>
          </a:p>
        </p:txBody>
      </p:sp>
      <p:sp>
        <p:nvSpPr>
          <p:cNvPr id="240" name="dp44-comparison / n180 / text 2">
            <a:extLst xmlns:a="http://schemas.openxmlformats.org/drawingml/2006/main">
              <a:ext uri="{FF2B5EF4-FFF2-40B4-BE49-F238E27FC236}">
                <a16:creationId xmlns:a16="http://schemas.microsoft.com/office/drawing/2014/main" id="{1BD09F4E-60E0-4F26-8E35-0C40DB0D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488180"/>
            <a:ext cx="21431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버전 / 과거 receipt</a:t>
            </a:r>
          </a:p>
        </p:txBody>
      </p:sp>
      <p:sp>
        <p:nvSpPr>
          <p:cNvPr id="241" name="dp44-comparison / n192">
            <a:extLst xmlns:a="http://schemas.openxmlformats.org/drawingml/2006/main">
              <a:ext uri="{FF2B5EF4-FFF2-40B4-BE49-F238E27FC236}">
                <a16:creationId xmlns:a16="http://schemas.microsoft.com/office/drawing/2014/main" id="{904DC5BF-CCCB-4F39-A060-8009C2C7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6191250"/>
            <a:ext cx="24955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dp44-comparison / n193 / text 1">
            <a:extLst xmlns:a="http://schemas.openxmlformats.org/drawingml/2006/main">
              <a:ext uri="{FF2B5EF4-FFF2-40B4-BE49-F238E27FC236}">
                <a16:creationId xmlns:a16="http://schemas.microsoft.com/office/drawing/2014/main" id="{C1939EF1-2F88-4689-9793-A9695CAA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6200775"/>
            <a:ext cx="24574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2 Response Manager의 현재 검사</a:t>
            </a:r>
          </a:p>
        </p:txBody>
      </p:sp>
      <p:sp>
        <p:nvSpPr>
          <p:cNvPr id="243" name="dp44-comparison / n198">
            <a:extLst xmlns:a="http://schemas.openxmlformats.org/drawingml/2006/main">
              <a:ext uri="{FF2B5EF4-FFF2-40B4-BE49-F238E27FC236}">
                <a16:creationId xmlns:a16="http://schemas.microsoft.com/office/drawing/2014/main" id="{D10A8AB9-D085-4661-A23F-89892C0E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991350"/>
            <a:ext cx="2420112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dp44-comparison / n199 / text 1">
            <a:extLst xmlns:a="http://schemas.openxmlformats.org/drawingml/2006/main">
              <a:ext uri="{FF2B5EF4-FFF2-40B4-BE49-F238E27FC236}">
                <a16:creationId xmlns:a16="http://schemas.microsoft.com/office/drawing/2014/main" id="{CB50A6AF-DCCE-4ABC-9AD8-CE9395C4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000875"/>
            <a:ext cx="25431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실제 전달 후 snapshot</a:t>
            </a:r>
          </a:p>
        </p:txBody>
      </p:sp>
      <p:sp>
        <p:nvSpPr>
          <p:cNvPr id="245" name="dp44-comparison / n199 / text 2">
            <a:extLst xmlns:a="http://schemas.openxmlformats.org/drawingml/2006/main">
              <a:ext uri="{FF2B5EF4-FFF2-40B4-BE49-F238E27FC236}">
                <a16:creationId xmlns:a16="http://schemas.microsoft.com/office/drawing/2014/main" id="{42A5D7B3-8C0F-4121-83CF-5BE82BCF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183755"/>
            <a:ext cx="25431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자기 receipt의 선행 대기 금지</a:t>
            </a:r>
          </a:p>
        </p:txBody>
      </p:sp>
      <p:sp>
        <p:nvSpPr>
          <p:cNvPr id="246" name="dp44-comparison / n202">
            <a:extLst xmlns:a="http://schemas.openxmlformats.org/drawingml/2006/main">
              <a:ext uri="{FF2B5EF4-FFF2-40B4-BE49-F238E27FC236}">
                <a16:creationId xmlns:a16="http://schemas.microsoft.com/office/drawing/2014/main" id="{BCDF7B03-1316-4DEA-8C5F-47FCA761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6191250"/>
            <a:ext cx="3810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dp44-comparison / n203 / text 1">
            <a:extLst xmlns:a="http://schemas.openxmlformats.org/drawingml/2006/main">
              <a:ext uri="{FF2B5EF4-FFF2-40B4-BE49-F238E27FC236}">
                <a16:creationId xmlns:a16="http://schemas.microsoft.com/office/drawing/2014/main" id="{BA7BF2BF-203E-48E2-9128-8BA8662D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200775"/>
            <a:ext cx="48958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Interaction Manager / 표시와 재생의 실제 경계</a:t>
            </a:r>
          </a:p>
        </p:txBody>
      </p:sp>
      <p:sp>
        <p:nvSpPr>
          <p:cNvPr id="248" name="dp44-comparison / n204">
            <a:extLst xmlns:a="http://schemas.openxmlformats.org/drawingml/2006/main">
              <a:ext uri="{FF2B5EF4-FFF2-40B4-BE49-F238E27FC236}">
                <a16:creationId xmlns:a16="http://schemas.microsoft.com/office/drawing/2014/main" id="{BED6AD6C-DAFB-4D70-8796-EB6FB6B8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372350"/>
            <a:ext cx="63733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dp44-comparison / n205 / text 1">
            <a:extLst xmlns:a="http://schemas.openxmlformats.org/drawingml/2006/main">
              <a:ext uri="{FF2B5EF4-FFF2-40B4-BE49-F238E27FC236}">
                <a16:creationId xmlns:a16="http://schemas.microsoft.com/office/drawing/2014/main" id="{36F85017-F0C5-419D-9098-AAE53A9C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381875"/>
            <a:ext cx="7658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실제 Q1 제시 확인 후 Publication Control → Request Controller의 focus 갱신</a:t>
            </a:r>
          </a:p>
        </p:txBody>
      </p:sp>
    </p:spTree>
    <p:extLst>
      <p:ext uri="{BB962C8B-B14F-4D97-AF65-F5344CB8AC3E}">
        <p14:creationId xmlns:p14="http://schemas.microsoft.com/office/powerpoint/2010/main" val="1002162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dp45-comparison / n1">
            <a:extLst xmlns:a="http://schemas.openxmlformats.org/drawingml/2006/main">
              <a:ext uri="{FF2B5EF4-FFF2-40B4-BE49-F238E27FC236}">
                <a16:creationId xmlns:a16="http://schemas.microsoft.com/office/drawing/2014/main" id="{074EC831-E333-47CC-921A-71348CF3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5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9EC6E631-E05F-4740-A1FC-2FEA9958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5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1C770D4A-3997-461A-8890-89249DF1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5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1FF23212-68FD-4F7C-AB58-F10E21C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04-45. 기능 정확성을 위한 VIA 기억과 Context 제공 설계</a:t>
            </a:r>
          </a:p>
        </p:txBody>
      </p:sp>
      <p:sp>
        <p:nvSpPr>
          <p:cNvPr id="5" name="dp45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9DBDD338-997A-4793-92D7-A1BAFA61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5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396FF518-3E19-46E7-A944-E87D5975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“지난번에 내가 고친 표현 방식으로 이번 보고서도 정리해줘.”</a:t>
            </a:r>
          </a:p>
        </p:txBody>
      </p:sp>
      <p:sp>
        <p:nvSpPr>
          <p:cNvPr id="7" name="dp45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EC40072C-A37C-4A98-9F61-5A5EE0E6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5-comparison / n8">
            <a:extLst xmlns:a="http://schemas.openxmlformats.org/drawingml/2006/main">
              <a:ext uri="{FF2B5EF4-FFF2-40B4-BE49-F238E27FC236}">
                <a16:creationId xmlns:a16="http://schemas.microsoft.com/office/drawing/2014/main" id="{80BF2DA7-91EA-48AB-BB8C-DE7CB087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5-comparison / n9 / text 1">
            <a:extLst xmlns:a="http://schemas.openxmlformats.org/drawingml/2006/main">
              <a:ext uri="{FF2B5EF4-FFF2-40B4-BE49-F238E27FC236}">
                <a16:creationId xmlns:a16="http://schemas.microsoft.com/office/drawing/2014/main" id="{F65D6313-D70E-419F-9407-4B9CD0B9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0" name="dp45-comparison / n10">
            <a:extLst xmlns:a="http://schemas.openxmlformats.org/drawingml/2006/main">
              <a:ext uri="{FF2B5EF4-FFF2-40B4-BE49-F238E27FC236}">
                <a16:creationId xmlns:a16="http://schemas.microsoft.com/office/drawing/2014/main" id="{899C9DB8-3532-4399-8A61-530B933D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1" name="dp45-comparison / n11 / text 1">
            <a:extLst xmlns:a="http://schemas.openxmlformats.org/drawingml/2006/main">
              <a:ext uri="{FF2B5EF4-FFF2-40B4-BE49-F238E27FC236}">
                <a16:creationId xmlns:a16="http://schemas.microsoft.com/office/drawing/2014/main" id="{6613A51C-2D71-4D6E-9704-9D9470E4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2" name="dp45-comparison / n12">
            <a:extLst xmlns:a="http://schemas.openxmlformats.org/drawingml/2006/main">
              <a:ext uri="{FF2B5EF4-FFF2-40B4-BE49-F238E27FC236}">
                <a16:creationId xmlns:a16="http://schemas.microsoft.com/office/drawing/2014/main" id="{E4759ABC-DE7D-48BD-95E3-2B451FBB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3" name="dp45-comparison / n13 / text 1">
            <a:extLst xmlns:a="http://schemas.openxmlformats.org/drawingml/2006/main">
              <a:ext uri="{FF2B5EF4-FFF2-40B4-BE49-F238E27FC236}">
                <a16:creationId xmlns:a16="http://schemas.microsoft.com/office/drawing/2014/main" id="{9EC95ECE-BAAB-4803-B41B-F8C2D019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4" name="dp45-comparison / n14">
            <a:extLst xmlns:a="http://schemas.openxmlformats.org/drawingml/2006/main">
              <a:ext uri="{FF2B5EF4-FFF2-40B4-BE49-F238E27FC236}">
                <a16:creationId xmlns:a16="http://schemas.microsoft.com/office/drawing/2014/main" id="{BD9E4243-24E0-4018-AA6C-B539F17B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5" name="dp45-comparison / n15 / text 1">
            <a:extLst xmlns:a="http://schemas.openxmlformats.org/drawingml/2006/main">
              <a:ext uri="{FF2B5EF4-FFF2-40B4-BE49-F238E27FC236}">
                <a16:creationId xmlns:a16="http://schemas.microsoft.com/office/drawing/2014/main" id="{7EB65FD2-1EDD-43DF-9624-0F5C7D44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6" name="dp45-comparison / n16">
            <a:extLst xmlns:a="http://schemas.openxmlformats.org/drawingml/2006/main">
              <a:ext uri="{FF2B5EF4-FFF2-40B4-BE49-F238E27FC236}">
                <a16:creationId xmlns:a16="http://schemas.microsoft.com/office/drawing/2014/main" id="{D7693370-8334-4CEB-863B-4FF901BF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5-comparison / n17 / text 1">
            <a:extLst xmlns:a="http://schemas.openxmlformats.org/drawingml/2006/main">
              <a:ext uri="{FF2B5EF4-FFF2-40B4-BE49-F238E27FC236}">
                <a16:creationId xmlns:a16="http://schemas.microsoft.com/office/drawing/2014/main" id="{DFB681E7-BF04-4A48-AF22-717DFD22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8" name="dp45-comparison / n17 / text 2">
            <a:extLst xmlns:a="http://schemas.openxmlformats.org/drawingml/2006/main">
              <a:ext uri="{FF2B5EF4-FFF2-40B4-BE49-F238E27FC236}">
                <a16:creationId xmlns:a16="http://schemas.microsoft.com/office/drawing/2014/main" id="{F4873AA8-79D7-4B10-8A03-0E97C34D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19" name="dp45-comparison / n18 / path">
            <a:extLst xmlns:a="http://schemas.openxmlformats.org/drawingml/2006/main">
              <a:ext uri="{FF2B5EF4-FFF2-40B4-BE49-F238E27FC236}">
                <a16:creationId xmlns:a16="http://schemas.microsoft.com/office/drawing/2014/main" id="{A5245729-E170-4385-BDF0-D3DFD3EA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0" name="dp45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EB35F3DC-4129-4489-9938-3DC2DCAF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5-comparison / n20 / text 1">
            <a:extLst xmlns:a="http://schemas.openxmlformats.org/drawingml/2006/main">
              <a:ext uri="{FF2B5EF4-FFF2-40B4-BE49-F238E27FC236}">
                <a16:creationId xmlns:a16="http://schemas.microsoft.com/office/drawing/2014/main" id="{29C750D0-577E-4535-8B35-2A11D9CE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원본 서비스 조합</a:t>
            </a:r>
          </a:p>
        </p:txBody>
      </p:sp>
      <p:sp>
        <p:nvSpPr>
          <p:cNvPr id="22" name="dp45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278416B6-7B88-4F2A-B554-D84C0F1D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필요한 요청 중심의 처리로 전체 메모리 13.2 GB (메모리 효율성 ↑)</a:t>
            </a:r>
          </a:p>
        </p:txBody>
      </p:sp>
      <p:sp>
        <p:nvSpPr>
          <p:cNvPr id="23" name="dp45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A0005DD3-943D-439C-BA9B-D601A725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반복 교차 결합의 관계 누락으로 정확 처리율 90% (기능 정확성 ↓)</a:t>
            </a:r>
          </a:p>
        </p:txBody>
      </p:sp>
      <p:sp>
        <p:nvSpPr>
          <p:cNvPr id="24" name="dp45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14E03AC3-2D30-4AC0-B6B8-E13FC10E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여러 원본 조회와 결합으로 완료시간 7.0 s (요청 완료 신속성 ↓)</a:t>
            </a:r>
          </a:p>
        </p:txBody>
      </p:sp>
      <p:sp>
        <p:nvSpPr>
          <p:cNvPr id="25" name="dp45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477D2DAF-D02C-4F2F-8552-67648226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V-01 기능 정확성</a:t>
            </a:r>
          </a:p>
        </p:txBody>
      </p:sp>
      <p:sp>
        <p:nvSpPr>
          <p:cNvPr id="26" name="dp45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90B1DF83-0E25-4F06-B409-E06CAE08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27" name="dp45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7E2A7F78-09C8-4C57-92CE-F2BE3089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90%</a:t>
            </a:r>
          </a:p>
        </p:txBody>
      </p:sp>
      <p:sp>
        <p:nvSpPr>
          <p:cNvPr id="28" name="dp45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4818EE92-2BA0-4057-9C82-7248527E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정확 처리율 ↑</a:t>
            </a:r>
          </a:p>
        </p:txBody>
      </p:sp>
      <p:sp>
        <p:nvSpPr>
          <p:cNvPr id="29" name="dp45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96E9B22A-3A8D-4502-8B8D-2AE32D77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30" name="dp45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3AF07206-48DD-4DDE-9878-7897F868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31" name="dp45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BECD66FA-7F77-4DF9-AE1E-A0FCB049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7.0 s</a:t>
            </a:r>
          </a:p>
        </p:txBody>
      </p:sp>
      <p:sp>
        <p:nvSpPr>
          <p:cNvPr id="32" name="dp45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E559D1B9-BF6D-4912-A48C-D9CCF8C2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33" name="dp45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4FEA7BD4-FFA2-43DD-B527-BC1BF548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34" name="dp45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BD203D3C-56B1-41AE-95DA-D7EFB59B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5" name="dp45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1647CBF0-2F55-4EF5-8D34-5ADD8892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13.2 GB</a:t>
            </a:r>
          </a:p>
        </p:txBody>
      </p:sp>
      <p:sp>
        <p:nvSpPr>
          <p:cNvPr id="36" name="dp45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D67A427A-0B41-4464-8FD0-7ECB7804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37" name="dp45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4492ECC0-B892-47CF-AB94-54A7AF0A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B 공통 파생 기억의 생산과 조회</a:t>
            </a:r>
          </a:p>
        </p:txBody>
      </p:sp>
      <p:sp>
        <p:nvSpPr>
          <p:cNvPr id="38" name="dp45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CAC285AA-9B2B-4B17-A97D-7DC6DA94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검증된 과거 관계 재사용으로 정확 처리율 94% (기능 정확성 ↑)</a:t>
            </a:r>
          </a:p>
        </p:txBody>
      </p:sp>
      <p:sp>
        <p:nvSpPr>
          <p:cNvPr id="39" name="dp45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E78676FB-10DE-4EF7-8A21-0319F2A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원본별 교차 결합 축소로 완료시간 4.5 s (요청 완료 신속성 ↑)</a:t>
            </a:r>
          </a:p>
        </p:txBody>
      </p:sp>
      <p:sp>
        <p:nvSpPr>
          <p:cNvPr id="40" name="dp45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797A69F6-B3C4-47D4-B4AE-600E8475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관계 생산 session과 KV로 전체 메모리 14.0 GB (메모리 효율성 ↓)</a:t>
            </a:r>
          </a:p>
        </p:txBody>
      </p:sp>
      <p:sp>
        <p:nvSpPr>
          <p:cNvPr id="41" name="dp45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5BAFE843-90D5-4B97-953A-05E46B73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V-01 기능 정확성</a:t>
            </a:r>
          </a:p>
        </p:txBody>
      </p:sp>
      <p:sp>
        <p:nvSpPr>
          <p:cNvPr id="42" name="dp45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E676FAEB-B8E4-4B32-83B8-17F97298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3" name="dp45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A6EC1382-CA79-41DB-8AC2-4EA7E967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94%</a:t>
            </a:r>
          </a:p>
        </p:txBody>
      </p:sp>
      <p:sp>
        <p:nvSpPr>
          <p:cNvPr id="44" name="dp45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5F448500-3C92-44BF-BFF8-CCF76009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정확 처리율 ↑</a:t>
            </a:r>
          </a:p>
        </p:txBody>
      </p:sp>
      <p:sp>
        <p:nvSpPr>
          <p:cNvPr id="45" name="dp45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D495D865-88B9-454F-BF42-927F18E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46" name="dp45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0F6A79B5-B0FC-4792-9587-052E0390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7" name="dp45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5BB7F0C4-D351-4AD2-8190-73B9A462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4.5 s</a:t>
            </a:r>
          </a:p>
        </p:txBody>
      </p:sp>
      <p:sp>
        <p:nvSpPr>
          <p:cNvPr id="48" name="dp45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EFC4CE50-AC08-4FD5-BF58-714090B6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49" name="dp45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45D8058C-5BD0-4091-AC08-ACF33ECD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50" name="dp45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DB0392B1-17F1-47FD-B797-BDDC8352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51" name="dp45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8142632C-F436-4DC5-8DE6-BF02BA2F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14.0 GB</a:t>
            </a:r>
          </a:p>
        </p:txBody>
      </p:sp>
      <p:sp>
        <p:nvSpPr>
          <p:cNvPr id="52" name="dp45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129EBFBB-6BF2-4C36-8BC2-51D651E2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53" name="dp45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41E4C66B-0073-4F6E-B2F0-F7528694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게시 범위 안 과거 관계의 반복 재사용 / A의 index와 cache도 허용</a:t>
            </a:r>
          </a:p>
        </p:txBody>
      </p:sp>
      <p:sp>
        <p:nvSpPr>
          <p:cNvPr id="54" name="dp45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4AD1FFEA-DDCF-4E24-98D2-07691B46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5" name="dp45-comparison / n56">
            <a:extLst xmlns:a="http://schemas.openxmlformats.org/drawingml/2006/main">
              <a:ext uri="{FF2B5EF4-FFF2-40B4-BE49-F238E27FC236}">
                <a16:creationId xmlns:a16="http://schemas.microsoft.com/office/drawing/2014/main" id="{7F4DC307-E4E8-4847-8DAD-2267DA53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6" name="dp45-comparison / n57 / text 1">
            <a:extLst xmlns:a="http://schemas.openxmlformats.org/drawingml/2006/main">
              <a:ext uri="{FF2B5EF4-FFF2-40B4-BE49-F238E27FC236}">
                <a16:creationId xmlns:a16="http://schemas.microsoft.com/office/drawing/2014/main" id="{A83F39F1-D188-4180-AF27-F401A7B5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57" name="dp45-comparison / n60">
            <a:extLst xmlns:a="http://schemas.openxmlformats.org/drawingml/2006/main">
              <a:ext uri="{FF2B5EF4-FFF2-40B4-BE49-F238E27FC236}">
                <a16:creationId xmlns:a16="http://schemas.microsoft.com/office/drawing/2014/main" id="{69E79919-0038-4E62-81BF-36925581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8" name="dp45-comparison / n61 / text 1">
            <a:extLst xmlns:a="http://schemas.openxmlformats.org/drawingml/2006/main">
              <a:ext uri="{FF2B5EF4-FFF2-40B4-BE49-F238E27FC236}">
                <a16:creationId xmlns:a16="http://schemas.microsoft.com/office/drawing/2014/main" id="{F92D87AF-EA94-4107-A828-141F5F33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59" name="dp45-comparison / n64">
            <a:extLst xmlns:a="http://schemas.openxmlformats.org/drawingml/2006/main">
              <a:ext uri="{FF2B5EF4-FFF2-40B4-BE49-F238E27FC236}">
                <a16:creationId xmlns:a16="http://schemas.microsoft.com/office/drawing/2014/main" id="{DAB75FB6-0B8B-4ED1-8C71-0DB80F1C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60" name="dp45-comparison / n65 / text 1">
            <a:extLst xmlns:a="http://schemas.openxmlformats.org/drawingml/2006/main">
              <a:ext uri="{FF2B5EF4-FFF2-40B4-BE49-F238E27FC236}">
                <a16:creationId xmlns:a16="http://schemas.microsoft.com/office/drawing/2014/main" id="{5884DA3D-FA7D-47DF-ACB9-669A3EA9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61" name="dp45-comparison / n68">
            <a:extLst xmlns:a="http://schemas.openxmlformats.org/drawingml/2006/main">
              <a:ext uri="{FF2B5EF4-FFF2-40B4-BE49-F238E27FC236}">
                <a16:creationId xmlns:a16="http://schemas.microsoft.com/office/drawing/2014/main" id="{FB36D1A2-D317-4DB8-AFB2-1F5409F1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33800"/>
            <a:ext cx="780097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2" name="dp45-comparison / n69 / text 1">
            <a:extLst xmlns:a="http://schemas.openxmlformats.org/drawingml/2006/main">
              <a:ext uri="{FF2B5EF4-FFF2-40B4-BE49-F238E27FC236}">
                <a16:creationId xmlns:a16="http://schemas.microsoft.com/office/drawing/2014/main" id="{24A4B405-F43C-4343-AFD7-11337640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29050"/>
            <a:ext cx="75533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63" name="dp45-comparison / n72">
            <a:extLst xmlns:a="http://schemas.openxmlformats.org/drawingml/2006/main">
              <a:ext uri="{FF2B5EF4-FFF2-40B4-BE49-F238E27FC236}">
                <a16:creationId xmlns:a16="http://schemas.microsoft.com/office/drawing/2014/main" id="{8D73F4B9-C338-42B0-91F6-210232E8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24350"/>
            <a:ext cx="2362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4" name="dp45-comparison / n73 / text 1">
            <a:extLst xmlns:a="http://schemas.openxmlformats.org/drawingml/2006/main">
              <a:ext uri="{FF2B5EF4-FFF2-40B4-BE49-F238E27FC236}">
                <a16:creationId xmlns:a16="http://schemas.microsoft.com/office/drawing/2014/main" id="{EEFE71F7-91BF-4642-8243-C387B49E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1504"/>
            <a:ext cx="2190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Context Composer</a:t>
            </a:r>
          </a:p>
        </p:txBody>
      </p:sp>
      <p:sp>
        <p:nvSpPr>
          <p:cNvPr id="65" name="dp45-comparison / n74">
            <a:extLst xmlns:a="http://schemas.openxmlformats.org/drawingml/2006/main">
              <a:ext uri="{FF2B5EF4-FFF2-40B4-BE49-F238E27FC236}">
                <a16:creationId xmlns:a16="http://schemas.microsoft.com/office/drawing/2014/main" id="{ADDCC7C5-5AE3-4CCA-8265-B411362C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81625"/>
            <a:ext cx="2476500" cy="4476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6" name="dp45-comparison / n75 / text 1">
            <a:extLst xmlns:a="http://schemas.openxmlformats.org/drawingml/2006/main">
              <a:ext uri="{FF2B5EF4-FFF2-40B4-BE49-F238E27FC236}">
                <a16:creationId xmlns:a16="http://schemas.microsoft.com/office/drawing/2014/main" id="{A256F92A-08B6-4278-9B16-FB168B04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43550"/>
            <a:ext cx="23050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Source View Cache</a:t>
            </a:r>
          </a:p>
        </p:txBody>
      </p:sp>
      <p:sp>
        <p:nvSpPr>
          <p:cNvPr id="67" name="dp45-comparison / n76">
            <a:extLst xmlns:a="http://schemas.openxmlformats.org/drawingml/2006/main">
              <a:ext uri="{FF2B5EF4-FFF2-40B4-BE49-F238E27FC236}">
                <a16:creationId xmlns:a16="http://schemas.microsoft.com/office/drawing/2014/main" id="{C3241AAB-7C4E-49CB-BE0F-49049A60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81625"/>
            <a:ext cx="2286000" cy="4476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8" name="dp45-comparison / n77 / text 1">
            <a:extLst xmlns:a="http://schemas.openxmlformats.org/drawingml/2006/main">
              <a:ext uri="{FF2B5EF4-FFF2-40B4-BE49-F238E27FC236}">
                <a16:creationId xmlns:a16="http://schemas.microsoft.com/office/drawing/2014/main" id="{6C3B00A7-02B3-49D9-B56E-F93CCEDE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543550"/>
            <a:ext cx="21145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Evidence Set</a:t>
            </a:r>
          </a:p>
        </p:txBody>
      </p:sp>
      <p:sp>
        <p:nvSpPr>
          <p:cNvPr id="69" name="dp45-comparison / n78 / path">
            <a:extLst xmlns:a="http://schemas.openxmlformats.org/drawingml/2006/main">
              <a:ext uri="{FF2B5EF4-FFF2-40B4-BE49-F238E27FC236}">
                <a16:creationId xmlns:a16="http://schemas.microsoft.com/office/drawing/2014/main" id="{1065798B-F69A-4B11-81E0-6D8B92C9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76575"/>
            <a:ext cx="2667000" cy="1247775"/>
          </a:xfrm>
          <a:custGeom xmlns:a="http://schemas.openxmlformats.org/drawingml/2006/main">
            <a:pathLst>
              <a:path w="2667000" h="1247775">
                <a:moveTo>
                  <a:pt x="2667000" y="1247775"/>
                </a:moveTo>
                <a:lnTo>
                  <a:pt x="2667000" y="552450"/>
                </a:lnTo>
                <a:lnTo>
                  <a:pt x="0" y="5524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0" name="dp45-comparison / n78 / arrow">
            <a:extLst xmlns:a="http://schemas.openxmlformats.org/drawingml/2006/main">
              <a:ext uri="{FF2B5EF4-FFF2-40B4-BE49-F238E27FC236}">
                <a16:creationId xmlns:a16="http://schemas.microsoft.com/office/drawing/2014/main" id="{CE833C82-F0F8-47F7-B730-FF6A45D3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565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1" name="dp45-comparison / n79 / path">
            <a:extLst xmlns:a="http://schemas.openxmlformats.org/drawingml/2006/main">
              <a:ext uri="{FF2B5EF4-FFF2-40B4-BE49-F238E27FC236}">
                <a16:creationId xmlns:a16="http://schemas.microsoft.com/office/drawing/2014/main" id="{3031B7B7-DE79-4446-960F-B177AAF8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76575"/>
            <a:ext cx="2762250" cy="1247775"/>
          </a:xfrm>
          <a:custGeom xmlns:a="http://schemas.openxmlformats.org/drawingml/2006/main">
            <a:pathLst>
              <a:path w="2762250" h="1247775">
                <a:moveTo>
                  <a:pt x="0" y="0"/>
                </a:moveTo>
                <a:lnTo>
                  <a:pt x="0" y="1123950"/>
                </a:lnTo>
                <a:lnTo>
                  <a:pt x="2762250" y="1123950"/>
                </a:lnTo>
                <a:lnTo>
                  <a:pt x="2762250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72" name="dp45-comparison / n79 / arrow">
            <a:extLst xmlns:a="http://schemas.openxmlformats.org/drawingml/2006/main">
              <a:ext uri="{FF2B5EF4-FFF2-40B4-BE49-F238E27FC236}">
                <a16:creationId xmlns:a16="http://schemas.microsoft.com/office/drawing/2014/main" id="{1F40AC5B-E9AB-435B-9F8D-E6AC0287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42024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3" name="dp45-comparison / n80 / path">
            <a:extLst xmlns:a="http://schemas.openxmlformats.org/drawingml/2006/main">
              <a:ext uri="{FF2B5EF4-FFF2-40B4-BE49-F238E27FC236}">
                <a16:creationId xmlns:a16="http://schemas.microsoft.com/office/drawing/2014/main" id="{604DD17F-E265-4979-A461-26BEB21E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076575"/>
            <a:ext cx="47625" cy="1247775"/>
          </a:xfrm>
          <a:custGeom xmlns:a="http://schemas.openxmlformats.org/drawingml/2006/main">
            <a:pathLst>
              <a:path w="47625" h="1247775">
                <a:moveTo>
                  <a:pt x="0" y="1247775"/>
                </a:moveTo>
                <a:lnTo>
                  <a:pt x="0" y="552450"/>
                </a:lnTo>
                <a:lnTo>
                  <a:pt x="47625" y="552450"/>
                </a:ln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4" name="dp45-comparison / n80 / arrow">
            <a:extLst xmlns:a="http://schemas.openxmlformats.org/drawingml/2006/main">
              <a:ext uri="{FF2B5EF4-FFF2-40B4-BE49-F238E27FC236}">
                <a16:creationId xmlns:a16="http://schemas.microsoft.com/office/drawing/2014/main" id="{992F7807-2245-409E-BA1B-26E05B71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190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5" name="dp45-comparison / n81 / path">
            <a:extLst xmlns:a="http://schemas.openxmlformats.org/drawingml/2006/main">
              <a:ext uri="{FF2B5EF4-FFF2-40B4-BE49-F238E27FC236}">
                <a16:creationId xmlns:a16="http://schemas.microsoft.com/office/drawing/2014/main" id="{9640E021-A8A6-4180-8F8E-72363583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76575"/>
            <a:ext cx="47625" cy="1247775"/>
          </a:xfrm>
          <a:custGeom xmlns:a="http://schemas.openxmlformats.org/drawingml/2006/main">
            <a:pathLst>
              <a:path w="47625" h="1247775">
                <a:moveTo>
                  <a:pt x="0" y="0"/>
                </a:moveTo>
                <a:lnTo>
                  <a:pt x="0" y="1123950"/>
                </a:lnTo>
                <a:lnTo>
                  <a:pt x="47625" y="1123950"/>
                </a:lnTo>
                <a:lnTo>
                  <a:pt x="47625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76" name="dp45-comparison / n81 / arrow">
            <a:extLst xmlns:a="http://schemas.openxmlformats.org/drawingml/2006/main">
              <a:ext uri="{FF2B5EF4-FFF2-40B4-BE49-F238E27FC236}">
                <a16:creationId xmlns:a16="http://schemas.microsoft.com/office/drawing/2014/main" id="{A256D0D7-A2C1-4A26-BE7C-06A5EE72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42024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7" name="dp45-comparison / n82 / path">
            <a:extLst xmlns:a="http://schemas.openxmlformats.org/drawingml/2006/main">
              <a:ext uri="{FF2B5EF4-FFF2-40B4-BE49-F238E27FC236}">
                <a16:creationId xmlns:a16="http://schemas.microsoft.com/office/drawing/2014/main" id="{5B268FE7-408E-4A50-B469-4BDC57E4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076575"/>
            <a:ext cx="2762250" cy="1247775"/>
          </a:xfrm>
          <a:custGeom xmlns:a="http://schemas.openxmlformats.org/drawingml/2006/main">
            <a:pathLst>
              <a:path w="2762250" h="1247775">
                <a:moveTo>
                  <a:pt x="0" y="1247775"/>
                </a:moveTo>
                <a:lnTo>
                  <a:pt x="0" y="552450"/>
                </a:lnTo>
                <a:lnTo>
                  <a:pt x="2762250" y="552450"/>
                </a:ln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8" name="dp45-comparison / n82 / arrow">
            <a:extLst xmlns:a="http://schemas.openxmlformats.org/drawingml/2006/main">
              <a:ext uri="{FF2B5EF4-FFF2-40B4-BE49-F238E27FC236}">
                <a16:creationId xmlns:a16="http://schemas.microsoft.com/office/drawing/2014/main" id="{F0FC0C23-F8DA-475E-9FDE-176FAD6E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15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9" name="dp45-comparison / n83 / path">
            <a:extLst xmlns:a="http://schemas.openxmlformats.org/drawingml/2006/main">
              <a:ext uri="{FF2B5EF4-FFF2-40B4-BE49-F238E27FC236}">
                <a16:creationId xmlns:a16="http://schemas.microsoft.com/office/drawing/2014/main" id="{66DB4F03-D3FA-4EC3-99BC-1336963E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76575"/>
            <a:ext cx="2667000" cy="1247775"/>
          </a:xfrm>
          <a:custGeom xmlns:a="http://schemas.openxmlformats.org/drawingml/2006/main">
            <a:pathLst>
              <a:path w="2667000" h="1247775">
                <a:moveTo>
                  <a:pt x="2667000" y="0"/>
                </a:moveTo>
                <a:lnTo>
                  <a:pt x="2667000" y="1123950"/>
                </a:lnTo>
                <a:lnTo>
                  <a:pt x="0" y="1123950"/>
                </a:lnTo>
                <a:lnTo>
                  <a:pt x="0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0" name="dp45-comparison / n83 / arrow">
            <a:extLst xmlns:a="http://schemas.openxmlformats.org/drawingml/2006/main">
              <a:ext uri="{FF2B5EF4-FFF2-40B4-BE49-F238E27FC236}">
                <a16:creationId xmlns:a16="http://schemas.microsoft.com/office/drawing/2014/main" id="{E67BF356-1864-4503-BB6A-61313ED0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42024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1" name="dp45-comparison / n86 / path">
            <a:extLst xmlns:a="http://schemas.openxmlformats.org/drawingml/2006/main">
              <a:ext uri="{FF2B5EF4-FFF2-40B4-BE49-F238E27FC236}">
                <a16:creationId xmlns:a16="http://schemas.microsoft.com/office/drawing/2014/main" id="{4331F8AE-3AF2-46F3-8338-534894C8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24375"/>
            <a:ext cx="1285875" cy="857250"/>
          </a:xfrm>
          <a:custGeom xmlns:a="http://schemas.openxmlformats.org/drawingml/2006/main">
            <a:pathLst>
              <a:path w="1285875" h="857250">
                <a:moveTo>
                  <a:pt x="1285875" y="4763"/>
                </a:moveTo>
                <a:lnTo>
                  <a:pt x="0" y="0"/>
                </a:ln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2" name="dp45-comparison / n86 / arrow">
            <a:extLst xmlns:a="http://schemas.openxmlformats.org/drawingml/2006/main">
              <a:ext uri="{FF2B5EF4-FFF2-40B4-BE49-F238E27FC236}">
                <a16:creationId xmlns:a16="http://schemas.microsoft.com/office/drawing/2014/main" id="{52117709-BBBE-41CE-BD1E-29314264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5259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3" name="dp45-comparison / n87 / path">
            <a:extLst xmlns:a="http://schemas.openxmlformats.org/drawingml/2006/main">
              <a:ext uri="{FF2B5EF4-FFF2-40B4-BE49-F238E27FC236}">
                <a16:creationId xmlns:a16="http://schemas.microsoft.com/office/drawing/2014/main" id="{79448A2B-3C74-4FB1-A4A9-150B4599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33925"/>
            <a:ext cx="1228725" cy="876300"/>
          </a:xfrm>
          <a:custGeom xmlns:a="http://schemas.openxmlformats.org/drawingml/2006/main">
            <a:pathLst>
              <a:path w="1228725" h="876300">
                <a:moveTo>
                  <a:pt x="0" y="871538"/>
                </a:moveTo>
                <a:lnTo>
                  <a:pt x="1228725" y="876300"/>
                </a:lnTo>
                <a:lnTo>
                  <a:pt x="1228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4" name="dp45-comparison / n87 / arrow">
            <a:extLst xmlns:a="http://schemas.openxmlformats.org/drawingml/2006/main">
              <a:ext uri="{FF2B5EF4-FFF2-40B4-BE49-F238E27FC236}">
                <a16:creationId xmlns:a16="http://schemas.microsoft.com/office/drawing/2014/main" id="{CAFBB523-DD9F-4345-A96E-A7D133DC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915" y="47339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5" name="dp45-comparison / n88 / path">
            <a:extLst xmlns:a="http://schemas.openxmlformats.org/drawingml/2006/main">
              <a:ext uri="{FF2B5EF4-FFF2-40B4-BE49-F238E27FC236}">
                <a16:creationId xmlns:a16="http://schemas.microsoft.com/office/drawing/2014/main" id="{4A34EA19-D88A-456E-A4C9-F1E66137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524375"/>
            <a:ext cx="1381125" cy="857250"/>
          </a:xfrm>
          <a:custGeom xmlns:a="http://schemas.openxmlformats.org/drawingml/2006/main">
            <a:pathLst>
              <a:path w="1381125" h="857250">
                <a:moveTo>
                  <a:pt x="0" y="4763"/>
                </a:moveTo>
                <a:lnTo>
                  <a:pt x="1381125" y="0"/>
                </a:lnTo>
                <a:lnTo>
                  <a:pt x="1381125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6" name="dp45-comparison / n88 / arrow">
            <a:extLst xmlns:a="http://schemas.openxmlformats.org/drawingml/2006/main">
              <a:ext uri="{FF2B5EF4-FFF2-40B4-BE49-F238E27FC236}">
                <a16:creationId xmlns:a16="http://schemas.microsoft.com/office/drawing/2014/main" id="{6C38C717-D9E9-431D-83FB-FE478934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140" y="5259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7" name="dp45-comparison / n95 / path">
            <a:extLst xmlns:a="http://schemas.openxmlformats.org/drawingml/2006/main">
              <a:ext uri="{FF2B5EF4-FFF2-40B4-BE49-F238E27FC236}">
                <a16:creationId xmlns:a16="http://schemas.microsoft.com/office/drawing/2014/main" id="{BB54F2AB-C25E-43F5-8960-38E9C6CA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0838"/>
            <a:ext cx="323850" cy="2719388"/>
          </a:xfrm>
          <a:custGeom xmlns:a="http://schemas.openxmlformats.org/drawingml/2006/main">
            <a:pathLst>
              <a:path w="323850" h="2719388">
                <a:moveTo>
                  <a:pt x="123825" y="0"/>
                </a:moveTo>
                <a:lnTo>
                  <a:pt x="0" y="4763"/>
                </a:lnTo>
                <a:lnTo>
                  <a:pt x="0" y="2719388"/>
                </a:lnTo>
                <a:lnTo>
                  <a:pt x="32385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88" name="dp45-comparison / n95 / arrow">
            <a:extLst xmlns:a="http://schemas.openxmlformats.org/drawingml/2006/main">
              <a:ext uri="{FF2B5EF4-FFF2-40B4-BE49-F238E27FC236}">
                <a16:creationId xmlns:a16="http://schemas.microsoft.com/office/drawing/2014/main" id="{32034495-823D-4F65-8985-099F964D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847" y="5546302"/>
            <a:ext cx="122803" cy="121907"/>
          </a:xfrm>
          <a:custGeom xmlns:a="http://schemas.openxmlformats.org/drawingml/2006/main">
            <a:pathLst>
              <a:path w="122803" h="121907">
                <a:moveTo>
                  <a:pt x="1793" y="121907"/>
                </a:moveTo>
                <a:lnTo>
                  <a:pt x="122803" y="5916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89" name="dp45-comparison / n96">
            <a:extLst xmlns:a="http://schemas.openxmlformats.org/drawingml/2006/main">
              <a:ext uri="{FF2B5EF4-FFF2-40B4-BE49-F238E27FC236}">
                <a16:creationId xmlns:a16="http://schemas.microsoft.com/office/drawing/2014/main" id="{D6456885-5366-410A-A32B-5A69726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3531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90" name="dp45-comparison / n97 / text 1">
            <a:extLst xmlns:a="http://schemas.openxmlformats.org/drawingml/2006/main">
              <a:ext uri="{FF2B5EF4-FFF2-40B4-BE49-F238E27FC236}">
                <a16:creationId xmlns:a16="http://schemas.microsoft.com/office/drawing/2014/main" id="{B480EB50-8E70-47CE-9542-00870D1A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32233"/>
            <a:ext cx="23050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91" name="dp45-comparison / n98">
            <a:extLst xmlns:a="http://schemas.openxmlformats.org/drawingml/2006/main">
              <a:ext uri="{FF2B5EF4-FFF2-40B4-BE49-F238E27FC236}">
                <a16:creationId xmlns:a16="http://schemas.microsoft.com/office/drawing/2014/main" id="{7D866BE3-D098-4947-A612-93A03519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353175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92" name="dp45-comparison / n99 / text 1">
            <a:extLst xmlns:a="http://schemas.openxmlformats.org/drawingml/2006/main">
              <a:ext uri="{FF2B5EF4-FFF2-40B4-BE49-F238E27FC236}">
                <a16:creationId xmlns:a16="http://schemas.microsoft.com/office/drawing/2014/main" id="{3A0D763A-F089-41B0-8171-04E3C723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32233"/>
            <a:ext cx="24384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93" name="dp45-comparison / n100">
            <a:extLst xmlns:a="http://schemas.openxmlformats.org/drawingml/2006/main">
              <a:ext uri="{FF2B5EF4-FFF2-40B4-BE49-F238E27FC236}">
                <a16:creationId xmlns:a16="http://schemas.microsoft.com/office/drawing/2014/main" id="{9E4B7575-AF2C-4798-A03E-CDE4A041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324600"/>
            <a:ext cx="1676400" cy="4476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4" name="dp45-comparison / n101 / text 1">
            <a:extLst xmlns:a="http://schemas.openxmlformats.org/drawingml/2006/main">
              <a:ext uri="{FF2B5EF4-FFF2-40B4-BE49-F238E27FC236}">
                <a16:creationId xmlns:a16="http://schemas.microsoft.com/office/drawing/2014/main" id="{7AB09EEA-1481-4720-919F-D5230960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486525"/>
            <a:ext cx="15049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User Memory</a:t>
            </a:r>
          </a:p>
        </p:txBody>
      </p:sp>
      <p:sp>
        <p:nvSpPr>
          <p:cNvPr id="95" name="dp45-comparison / n102 / path">
            <a:extLst xmlns:a="http://schemas.openxmlformats.org/drawingml/2006/main">
              <a:ext uri="{FF2B5EF4-FFF2-40B4-BE49-F238E27FC236}">
                <a16:creationId xmlns:a16="http://schemas.microsoft.com/office/drawing/2014/main" id="{884E3C35-8E20-41B7-BBD4-20A3F4C4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33925"/>
            <a:ext cx="2667000" cy="1619250"/>
          </a:xfrm>
          <a:custGeom xmlns:a="http://schemas.openxmlformats.org/drawingml/2006/main">
            <a:pathLst>
              <a:path w="2667000" h="1619250">
                <a:moveTo>
                  <a:pt x="0" y="1619250"/>
                </a:moveTo>
                <a:lnTo>
                  <a:pt x="0" y="1323975"/>
                </a:lnTo>
                <a:lnTo>
                  <a:pt x="2667000" y="1323975"/>
                </a:lnTo>
                <a:lnTo>
                  <a:pt x="266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6" name="dp45-comparison / n102 / arrow">
            <a:extLst xmlns:a="http://schemas.openxmlformats.org/drawingml/2006/main">
              <a:ext uri="{FF2B5EF4-FFF2-40B4-BE49-F238E27FC236}">
                <a16:creationId xmlns:a16="http://schemas.microsoft.com/office/drawing/2014/main" id="{A271D3E9-28ED-482A-A84D-7E8B9447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915" y="47339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7" name="dp45-comparison / n103 / path">
            <a:extLst xmlns:a="http://schemas.openxmlformats.org/drawingml/2006/main">
              <a:ext uri="{FF2B5EF4-FFF2-40B4-BE49-F238E27FC236}">
                <a16:creationId xmlns:a16="http://schemas.microsoft.com/office/drawing/2014/main" id="{B448F685-B9E7-49AF-A9E5-FF543BFF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829300"/>
            <a:ext cx="5029200" cy="523875"/>
          </a:xfrm>
          <a:custGeom xmlns:a="http://schemas.openxmlformats.org/drawingml/2006/main">
            <a:pathLst>
              <a:path w="5029200" h="523875">
                <a:moveTo>
                  <a:pt x="5029200" y="0"/>
                </a:moveTo>
                <a:lnTo>
                  <a:pt x="5029200" y="485775"/>
                </a:lnTo>
                <a:lnTo>
                  <a:pt x="0" y="485775"/>
                </a:ln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98" name="dp45-comparison / n103 / arrow">
            <a:extLst xmlns:a="http://schemas.openxmlformats.org/drawingml/2006/main">
              <a:ext uri="{FF2B5EF4-FFF2-40B4-BE49-F238E27FC236}">
                <a16:creationId xmlns:a16="http://schemas.microsoft.com/office/drawing/2014/main" id="{59CECD6D-AEE1-459C-8E2F-EB6A231B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62312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9" name="dp45-comparison / n106 / path">
            <a:extLst xmlns:a="http://schemas.openxmlformats.org/drawingml/2006/main">
              <a:ext uri="{FF2B5EF4-FFF2-40B4-BE49-F238E27FC236}">
                <a16:creationId xmlns:a16="http://schemas.microsoft.com/office/drawing/2014/main" id="{DB032956-2C39-4484-B99D-2013AD46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543675"/>
            <a:ext cx="609600" cy="953"/>
          </a:xfrm>
          <a:custGeom xmlns:a="http://schemas.openxmlformats.org/drawingml/2006/main">
            <a:pathLst>
              <a:path w="609600" h="953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0" name="dp45-comparison / n106 / arrow">
            <a:extLst xmlns:a="http://schemas.openxmlformats.org/drawingml/2006/main">
              <a:ext uri="{FF2B5EF4-FFF2-40B4-BE49-F238E27FC236}">
                <a16:creationId xmlns:a16="http://schemas.microsoft.com/office/drawing/2014/main" id="{755DDEE2-D996-45F6-9709-AEE7C73A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64827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1" name="dp45-comparison / n111 / path">
            <a:extLst xmlns:a="http://schemas.openxmlformats.org/drawingml/2006/main">
              <a:ext uri="{FF2B5EF4-FFF2-40B4-BE49-F238E27FC236}">
                <a16:creationId xmlns:a16="http://schemas.microsoft.com/office/drawing/2014/main" id="{E523F3F2-3C20-41D0-B03D-94820F91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543675"/>
            <a:ext cx="3648075" cy="485775"/>
          </a:xfrm>
          <a:custGeom xmlns:a="http://schemas.openxmlformats.org/drawingml/2006/main">
            <a:pathLst>
              <a:path w="3648075" h="485775">
                <a:moveTo>
                  <a:pt x="0" y="0"/>
                </a:moveTo>
                <a:lnTo>
                  <a:pt x="180975" y="0"/>
                </a:lnTo>
                <a:lnTo>
                  <a:pt x="180975" y="485775"/>
                </a:lnTo>
                <a:lnTo>
                  <a:pt x="3448050" y="485775"/>
                </a:lnTo>
                <a:lnTo>
                  <a:pt x="3448050" y="0"/>
                </a:lnTo>
                <a:lnTo>
                  <a:pt x="3648075" y="47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02" name="dp45-comparison / n111 / arrow">
            <a:extLst xmlns:a="http://schemas.openxmlformats.org/drawingml/2006/main">
              <a:ext uri="{FF2B5EF4-FFF2-40B4-BE49-F238E27FC236}">
                <a16:creationId xmlns:a16="http://schemas.microsoft.com/office/drawing/2014/main" id="{EECC0F82-409F-45D1-90C0-78140F49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864" y="6484593"/>
            <a:ext cx="123336" cy="121885"/>
          </a:xfrm>
          <a:custGeom xmlns:a="http://schemas.openxmlformats.org/drawingml/2006/main">
            <a:pathLst>
              <a:path w="123336" h="121885">
                <a:moveTo>
                  <a:pt x="0" y="121885"/>
                </a:moveTo>
                <a:lnTo>
                  <a:pt x="123336" y="63845"/>
                </a:lnTo>
                <a:lnTo>
                  <a:pt x="29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03" name="dp45-comparison / n54">
            <a:extLst xmlns:a="http://schemas.openxmlformats.org/drawingml/2006/main">
              <a:ext uri="{FF2B5EF4-FFF2-40B4-BE49-F238E27FC236}">
                <a16:creationId xmlns:a16="http://schemas.microsoft.com/office/drawing/2014/main" id="{7B62C2B3-E9EB-476C-9A59-795F2D29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00300"/>
            <a:ext cx="597027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p45-comparison / n55 / text 1">
            <a:extLst xmlns:a="http://schemas.openxmlformats.org/drawingml/2006/main">
              <a:ext uri="{FF2B5EF4-FFF2-40B4-BE49-F238E27FC236}">
                <a16:creationId xmlns:a16="http://schemas.microsoft.com/office/drawing/2014/main" id="{91461787-13BE-4BFF-9EA9-14D98A0F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09825"/>
            <a:ext cx="78009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동일 이력: D2 보고서 → R7 “짧은 문장, 결론 먼저” → D3 수정 → P4 전달</a:t>
            </a:r>
          </a:p>
        </p:txBody>
      </p:sp>
      <p:sp>
        <p:nvSpPr>
          <p:cNvPr id="105" name="dp45-comparison / n58">
            <a:extLst xmlns:a="http://schemas.openxmlformats.org/drawingml/2006/main">
              <a:ext uri="{FF2B5EF4-FFF2-40B4-BE49-F238E27FC236}">
                <a16:creationId xmlns:a16="http://schemas.microsoft.com/office/drawing/2014/main" id="{DB8065D2-9CF1-48C5-93A2-132085A9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24200"/>
            <a:ext cx="167925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p45-comparison / n59 / text 1">
            <a:extLst xmlns:a="http://schemas.openxmlformats.org/drawingml/2006/main">
              <a:ext uri="{FF2B5EF4-FFF2-40B4-BE49-F238E27FC236}">
                <a16:creationId xmlns:a16="http://schemas.microsoft.com/office/drawing/2014/main" id="{C22476D4-A330-478F-A935-D3EBFD5F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R7 원문과 정정 관계</a:t>
            </a:r>
          </a:p>
        </p:txBody>
      </p:sp>
      <p:sp>
        <p:nvSpPr>
          <p:cNvPr id="107" name="dp45-comparison / n62">
            <a:extLst xmlns:a="http://schemas.openxmlformats.org/drawingml/2006/main">
              <a:ext uri="{FF2B5EF4-FFF2-40B4-BE49-F238E27FC236}">
                <a16:creationId xmlns:a16="http://schemas.microsoft.com/office/drawing/2014/main" id="{7D1282A0-2B28-4516-B6FB-B1662A7D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24200"/>
            <a:ext cx="1569149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p45-comparison / n63 / text 1">
            <a:extLst xmlns:a="http://schemas.openxmlformats.org/drawingml/2006/main">
              <a:ext uri="{FF2B5EF4-FFF2-40B4-BE49-F238E27FC236}">
                <a16:creationId xmlns:a16="http://schemas.microsoft.com/office/drawing/2014/main" id="{7D2B624E-8DBC-40EE-A89F-58561993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D2 → D3 확정 결과</a:t>
            </a:r>
          </a:p>
        </p:txBody>
      </p:sp>
      <p:sp>
        <p:nvSpPr>
          <p:cNvPr id="109" name="dp45-comparison / n66">
            <a:extLst xmlns:a="http://schemas.openxmlformats.org/drawingml/2006/main">
              <a:ext uri="{FF2B5EF4-FFF2-40B4-BE49-F238E27FC236}">
                <a16:creationId xmlns:a16="http://schemas.microsoft.com/office/drawing/2014/main" id="{1CF01AE0-F1D8-4F3C-AFB7-D92C92F7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24200"/>
            <a:ext cx="151733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p45-comparison / n67 / text 1">
            <a:extLst xmlns:a="http://schemas.openxmlformats.org/drawingml/2006/main">
              <a:ext uri="{FF2B5EF4-FFF2-40B4-BE49-F238E27FC236}">
                <a16:creationId xmlns:a16="http://schemas.microsoft.com/office/drawing/2014/main" id="{2BAE3362-E0CA-4053-AD9E-C28ECD39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P4 실제 전달 기록</a:t>
            </a:r>
          </a:p>
        </p:txBody>
      </p:sp>
      <p:sp>
        <p:nvSpPr>
          <p:cNvPr id="111" name="dp45-comparison / n70">
            <a:extLst xmlns:a="http://schemas.openxmlformats.org/drawingml/2006/main">
              <a:ext uri="{FF2B5EF4-FFF2-40B4-BE49-F238E27FC236}">
                <a16:creationId xmlns:a16="http://schemas.microsoft.com/office/drawing/2014/main" id="{F5C8EA39-6B6B-4FB4-BFC3-79711C4F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9950"/>
            <a:ext cx="365798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p45-comparison / n71 / text 1">
            <a:extLst xmlns:a="http://schemas.openxmlformats.org/drawingml/2006/main">
              <a:ext uri="{FF2B5EF4-FFF2-40B4-BE49-F238E27FC236}">
                <a16:creationId xmlns:a16="http://schemas.microsoft.com/office/drawing/2014/main" id="{4BE94EE5-FA6C-47A6-A559-A9CA1135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1947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owner 유지 / 수정과 삭제 및 권한 철회</a:t>
            </a:r>
          </a:p>
        </p:txBody>
      </p:sp>
      <p:sp>
        <p:nvSpPr>
          <p:cNvPr id="113" name="dp45-comparison / n84">
            <a:extLst xmlns:a="http://schemas.openxmlformats.org/drawingml/2006/main">
              <a:ext uri="{FF2B5EF4-FFF2-40B4-BE49-F238E27FC236}">
                <a16:creationId xmlns:a16="http://schemas.microsoft.com/office/drawing/2014/main" id="{FF31D99D-2DFE-4625-8B5B-EA5B6F60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95750"/>
            <a:ext cx="414375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p45-comparison / n85 / text 1">
            <a:extLst xmlns:a="http://schemas.openxmlformats.org/drawingml/2006/main">
              <a:ext uri="{FF2B5EF4-FFF2-40B4-BE49-F238E27FC236}">
                <a16:creationId xmlns:a16="http://schemas.microsoft.com/office/drawing/2014/main" id="{B7688D7E-B10F-4E35-BB5D-B84E2A87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105275"/>
            <a:ext cx="75723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1 R9의 범위 읽기 / 원문과 버전 및 누락 범위 반환</a:t>
            </a:r>
          </a:p>
        </p:txBody>
      </p:sp>
      <p:sp>
        <p:nvSpPr>
          <p:cNvPr id="115" name="dp45-comparison / n89">
            <a:extLst xmlns:a="http://schemas.openxmlformats.org/drawingml/2006/main">
              <a:ext uri="{FF2B5EF4-FFF2-40B4-BE49-F238E27FC236}">
                <a16:creationId xmlns:a16="http://schemas.microsoft.com/office/drawing/2014/main" id="{4548878E-CBCD-4586-98E8-B1B802D6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95850"/>
            <a:ext cx="2139125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p45-comparison / n90 / text 1">
            <a:extLst xmlns:a="http://schemas.openxmlformats.org/drawingml/2006/main">
              <a:ext uri="{FF2B5EF4-FFF2-40B4-BE49-F238E27FC236}">
                <a16:creationId xmlns:a16="http://schemas.microsoft.com/office/drawing/2014/main" id="{BCF1D015-17CD-4E29-9E64-19E8B03E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905375"/>
            <a:ext cx="26193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원본별 요약과 색인 재사용</a:t>
            </a:r>
          </a:p>
        </p:txBody>
      </p:sp>
      <p:sp>
        <p:nvSpPr>
          <p:cNvPr id="117" name="dp45-comparison / n91">
            <a:extLst xmlns:a="http://schemas.openxmlformats.org/drawingml/2006/main">
              <a:ext uri="{FF2B5EF4-FFF2-40B4-BE49-F238E27FC236}">
                <a16:creationId xmlns:a16="http://schemas.microsoft.com/office/drawing/2014/main" id="{4195EA3D-9EE2-4C69-BAA2-95AA8472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95850"/>
            <a:ext cx="191890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p45-comparison / n92 / text 1">
            <a:extLst xmlns:a="http://schemas.openxmlformats.org/drawingml/2006/main">
              <a:ext uri="{FF2B5EF4-FFF2-40B4-BE49-F238E27FC236}">
                <a16:creationId xmlns:a16="http://schemas.microsoft.com/office/drawing/2014/main" id="{8BE3ED68-B4A5-45AA-B6B3-75CD53AD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05375"/>
            <a:ext cx="22669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2 이번 Request에 결합</a:t>
            </a:r>
          </a:p>
        </p:txBody>
      </p:sp>
      <p:sp>
        <p:nvSpPr>
          <p:cNvPr id="119" name="dp45-comparison / n93">
            <a:extLst xmlns:a="http://schemas.openxmlformats.org/drawingml/2006/main">
              <a:ext uri="{FF2B5EF4-FFF2-40B4-BE49-F238E27FC236}">
                <a16:creationId xmlns:a16="http://schemas.microsoft.com/office/drawing/2014/main" id="{8A4688DD-6891-4801-BA74-A45D2ED7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48350"/>
            <a:ext cx="414528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p45-comparison / n94 / text 1">
            <a:extLst xmlns:a="http://schemas.openxmlformats.org/drawingml/2006/main">
              <a:ext uri="{FF2B5EF4-FFF2-40B4-BE49-F238E27FC236}">
                <a16:creationId xmlns:a16="http://schemas.microsoft.com/office/drawing/2014/main" id="{59A2169C-2314-4F61-BE16-C8F5B421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57875"/>
            <a:ext cx="7334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변경의 부분 무효화 / cache 적중 시 재조합 축소</a:t>
            </a:r>
          </a:p>
        </p:txBody>
      </p:sp>
      <p:sp>
        <p:nvSpPr>
          <p:cNvPr id="121" name="dp45-comparison / n104">
            <a:extLst xmlns:a="http://schemas.openxmlformats.org/drawingml/2006/main">
              <a:ext uri="{FF2B5EF4-FFF2-40B4-BE49-F238E27FC236}">
                <a16:creationId xmlns:a16="http://schemas.microsoft.com/office/drawing/2014/main" id="{84ED5352-19D7-4E78-A96C-3D332999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6096000"/>
            <a:ext cx="427329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p45-comparison / n105 / text 1">
            <a:extLst xmlns:a="http://schemas.openxmlformats.org/drawingml/2006/main">
              <a:ext uri="{FF2B5EF4-FFF2-40B4-BE49-F238E27FC236}">
                <a16:creationId xmlns:a16="http://schemas.microsoft.com/office/drawing/2014/main" id="{3DE61009-6B92-44E0-868F-5B905FA1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6105525"/>
            <a:ext cx="6191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R9 조회 / Context + 출처 + 버전 + 누락 범위 반환</a:t>
            </a:r>
          </a:p>
        </p:txBody>
      </p:sp>
      <p:sp>
        <p:nvSpPr>
          <p:cNvPr id="123" name="dp45-comparison / n107">
            <a:extLst xmlns:a="http://schemas.openxmlformats.org/drawingml/2006/main">
              <a:ext uri="{FF2B5EF4-FFF2-40B4-BE49-F238E27FC236}">
                <a16:creationId xmlns:a16="http://schemas.microsoft.com/office/drawing/2014/main" id="{47A66C92-B62A-461F-820C-08195ADF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838950"/>
            <a:ext cx="245649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p45-comparison / n108 / text 1">
            <a:extLst xmlns:a="http://schemas.openxmlformats.org/drawingml/2006/main">
              <a:ext uri="{FF2B5EF4-FFF2-40B4-BE49-F238E27FC236}">
                <a16:creationId xmlns:a16="http://schemas.microsoft.com/office/drawing/2014/main" id="{207B7195-B9AB-40E4-B083-DA828A6F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848475"/>
            <a:ext cx="27717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Referent와 Task의 판단</a:t>
            </a:r>
          </a:p>
        </p:txBody>
      </p:sp>
      <p:sp>
        <p:nvSpPr>
          <p:cNvPr id="125" name="dp45-comparison / n109">
            <a:extLst xmlns:a="http://schemas.openxmlformats.org/drawingml/2006/main">
              <a:ext uri="{FF2B5EF4-FFF2-40B4-BE49-F238E27FC236}">
                <a16:creationId xmlns:a16="http://schemas.microsoft.com/office/drawing/2014/main" id="{3D268E3A-D3B6-4FDD-ABE2-E6255FEB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829425"/>
            <a:ext cx="1580388" cy="339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p45-comparison / n110 / text 1">
            <a:extLst xmlns:a="http://schemas.openxmlformats.org/drawingml/2006/main">
              <a:ext uri="{FF2B5EF4-FFF2-40B4-BE49-F238E27FC236}">
                <a16:creationId xmlns:a16="http://schemas.microsoft.com/office/drawing/2014/main" id="{2F8F589D-C1E3-40DC-878F-50DAA8E2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838950"/>
            <a:ext cx="16573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Context Manager 소유</a:t>
            </a:r>
          </a:p>
        </p:txBody>
      </p:sp>
      <p:sp>
        <p:nvSpPr>
          <p:cNvPr id="127" name="dp45-comparison / n110 / text 2">
            <a:extLst xmlns:a="http://schemas.openxmlformats.org/drawingml/2006/main">
              <a:ext uri="{FF2B5EF4-FFF2-40B4-BE49-F238E27FC236}">
                <a16:creationId xmlns:a16="http://schemas.microsoft.com/office/drawing/2014/main" id="{8EEB1456-B4DE-4777-93E1-54EF308B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998970"/>
            <a:ext cx="16573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명시 저장과 삭제</a:t>
            </a:r>
          </a:p>
        </p:txBody>
      </p:sp>
      <p:sp>
        <p:nvSpPr>
          <p:cNvPr id="128" name="dp45-comparison / n112">
            <a:extLst xmlns:a="http://schemas.openxmlformats.org/drawingml/2006/main">
              <a:ext uri="{FF2B5EF4-FFF2-40B4-BE49-F238E27FC236}">
                <a16:creationId xmlns:a16="http://schemas.microsoft.com/office/drawing/2014/main" id="{CFF59CD2-E13E-4392-A9BE-02E5BB0F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191375"/>
            <a:ext cx="670541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p45-comparison / n113 / text 1">
            <a:extLst xmlns:a="http://schemas.openxmlformats.org/drawingml/2006/main">
              <a:ext uri="{FF2B5EF4-FFF2-40B4-BE49-F238E27FC236}">
                <a16:creationId xmlns:a16="http://schemas.microsoft.com/office/drawing/2014/main" id="{C8563454-54B0-447E-B645-16B48341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7200900"/>
            <a:ext cx="7658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사용과 채택: 현재 권한과 버전 검사 → State Store / Response 또는 Delegation</a:t>
            </a:r>
          </a:p>
        </p:txBody>
      </p:sp>
      <p:sp>
        <p:nvSpPr>
          <p:cNvPr id="130" name="dp45-comparison / n114">
            <a:extLst xmlns:a="http://schemas.openxmlformats.org/drawingml/2006/main">
              <a:ext uri="{FF2B5EF4-FFF2-40B4-BE49-F238E27FC236}">
                <a16:creationId xmlns:a16="http://schemas.microsoft.com/office/drawing/2014/main" id="{8B06C03E-C99D-419C-BBEE-DE705079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400925"/>
            <a:ext cx="574548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p45-comparison / n115 / text 1">
            <a:extLst xmlns:a="http://schemas.openxmlformats.org/drawingml/2006/main">
              <a:ext uri="{FF2B5EF4-FFF2-40B4-BE49-F238E27FC236}">
                <a16:creationId xmlns:a16="http://schemas.microsoft.com/office/drawing/2014/main" id="{03180B51-8543-4A1A-9217-B84313C8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7410450"/>
            <a:ext cx="7658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공통: Model Access와 공유 Omni 1벌 / B의 관계 생산 session과 KV 추가</a:t>
            </a:r>
          </a:p>
        </p:txBody>
      </p:sp>
      <p:sp>
        <p:nvSpPr>
          <p:cNvPr id="132" name="dp45-comparison / n118">
            <a:extLst xmlns:a="http://schemas.openxmlformats.org/drawingml/2006/main">
              <a:ext uri="{FF2B5EF4-FFF2-40B4-BE49-F238E27FC236}">
                <a16:creationId xmlns:a16="http://schemas.microsoft.com/office/drawing/2014/main" id="{CEAF9818-0EDB-47A5-BD57-CC4333DC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33" name="dp45-comparison / n119 / text 1">
            <a:extLst xmlns:a="http://schemas.openxmlformats.org/drawingml/2006/main">
              <a:ext uri="{FF2B5EF4-FFF2-40B4-BE49-F238E27FC236}">
                <a16:creationId xmlns:a16="http://schemas.microsoft.com/office/drawing/2014/main" id="{789BA365-40E8-4EBB-9670-292B8421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34" name="dp45-comparison / n122">
            <a:extLst xmlns:a="http://schemas.openxmlformats.org/drawingml/2006/main">
              <a:ext uri="{FF2B5EF4-FFF2-40B4-BE49-F238E27FC236}">
                <a16:creationId xmlns:a16="http://schemas.microsoft.com/office/drawing/2014/main" id="{4DD647DC-19FC-46D1-BF83-FE02CAF6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35" name="dp45-comparison / n123 / text 1">
            <a:extLst xmlns:a="http://schemas.openxmlformats.org/drawingml/2006/main">
              <a:ext uri="{FF2B5EF4-FFF2-40B4-BE49-F238E27FC236}">
                <a16:creationId xmlns:a16="http://schemas.microsoft.com/office/drawing/2014/main" id="{814B4F06-F5E6-44FE-A851-D2628B6E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136" name="dp45-comparison / n126">
            <a:extLst xmlns:a="http://schemas.openxmlformats.org/drawingml/2006/main">
              <a:ext uri="{FF2B5EF4-FFF2-40B4-BE49-F238E27FC236}">
                <a16:creationId xmlns:a16="http://schemas.microsoft.com/office/drawing/2014/main" id="{E48EC1D3-98A3-4F35-8E5E-EFE8D83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37" name="dp45-comparison / n127 / text 1">
            <a:extLst xmlns:a="http://schemas.openxmlformats.org/drawingml/2006/main">
              <a:ext uri="{FF2B5EF4-FFF2-40B4-BE49-F238E27FC236}">
                <a16:creationId xmlns:a16="http://schemas.microsoft.com/office/drawing/2014/main" id="{579FDC55-A532-4BE7-94FE-25330820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138" name="dp45-comparison / n130">
            <a:extLst xmlns:a="http://schemas.openxmlformats.org/drawingml/2006/main">
              <a:ext uri="{FF2B5EF4-FFF2-40B4-BE49-F238E27FC236}">
                <a16:creationId xmlns:a16="http://schemas.microsoft.com/office/drawing/2014/main" id="{BE54AEE0-8D25-44AC-B413-D71C4059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33800"/>
            <a:ext cx="780097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39" name="dp45-comparison / n131 / text 1">
            <a:extLst xmlns:a="http://schemas.openxmlformats.org/drawingml/2006/main">
              <a:ext uri="{FF2B5EF4-FFF2-40B4-BE49-F238E27FC236}">
                <a16:creationId xmlns:a16="http://schemas.microsoft.com/office/drawing/2014/main" id="{8F50976C-7E36-41F6-9E34-804B9275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29050"/>
            <a:ext cx="75533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140" name="dp45-comparison / n134">
            <a:extLst xmlns:a="http://schemas.openxmlformats.org/drawingml/2006/main">
              <a:ext uri="{FF2B5EF4-FFF2-40B4-BE49-F238E27FC236}">
                <a16:creationId xmlns:a16="http://schemas.microsoft.com/office/drawing/2014/main" id="{16F9EBF6-66FD-45DC-AC4A-339DEE58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33875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41" name="dp45-comparison / n135 / text 1">
            <a:extLst xmlns:a="http://schemas.openxmlformats.org/drawingml/2006/main">
              <a:ext uri="{FF2B5EF4-FFF2-40B4-BE49-F238E27FC236}">
                <a16:creationId xmlns:a16="http://schemas.microsoft.com/office/drawing/2014/main" id="{93E15B48-5362-4375-A608-EA4152EF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416266"/>
            <a:ext cx="22288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Memory Publisher</a:t>
            </a:r>
          </a:p>
        </p:txBody>
      </p:sp>
      <p:sp>
        <p:nvSpPr>
          <p:cNvPr id="142" name="dp45-comparison / n136">
            <a:extLst xmlns:a="http://schemas.openxmlformats.org/drawingml/2006/main">
              <a:ext uri="{FF2B5EF4-FFF2-40B4-BE49-F238E27FC236}">
                <a16:creationId xmlns:a16="http://schemas.microsoft.com/office/drawing/2014/main" id="{557F2A87-71F0-40F1-95DB-D1E55666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4295775"/>
            <a:ext cx="2667000" cy="5238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43" name="dp45-comparison / n137 / text 1">
            <a:extLst xmlns:a="http://schemas.openxmlformats.org/drawingml/2006/main">
              <a:ext uri="{FF2B5EF4-FFF2-40B4-BE49-F238E27FC236}">
                <a16:creationId xmlns:a16="http://schemas.microsoft.com/office/drawing/2014/main" id="{F3C67A3B-27F7-45C1-9970-0685FB83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4457700"/>
            <a:ext cx="24955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Episodic Memory</a:t>
            </a:r>
          </a:p>
        </p:txBody>
      </p:sp>
      <p:sp>
        <p:nvSpPr>
          <p:cNvPr id="144" name="dp45-comparison / n137 / text 2">
            <a:extLst xmlns:a="http://schemas.openxmlformats.org/drawingml/2006/main">
              <a:ext uri="{FF2B5EF4-FFF2-40B4-BE49-F238E27FC236}">
                <a16:creationId xmlns:a16="http://schemas.microsoft.com/office/drawing/2014/main" id="{C84CBC81-B983-4218-9430-1C6DFD93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4652010"/>
            <a:ext cx="24955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Repository</a:t>
            </a:r>
          </a:p>
        </p:txBody>
      </p:sp>
      <p:sp>
        <p:nvSpPr>
          <p:cNvPr id="145" name="dp45-comparison / n138">
            <a:extLst xmlns:a="http://schemas.openxmlformats.org/drawingml/2006/main">
              <a:ext uri="{FF2B5EF4-FFF2-40B4-BE49-F238E27FC236}">
                <a16:creationId xmlns:a16="http://schemas.microsoft.com/office/drawing/2014/main" id="{35E2A34F-9E68-4924-9683-215D9C5A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333875"/>
            <a:ext cx="1685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46" name="dp45-comparison / n139 / text 1">
            <a:extLst xmlns:a="http://schemas.openxmlformats.org/drawingml/2006/main">
              <a:ext uri="{FF2B5EF4-FFF2-40B4-BE49-F238E27FC236}">
                <a16:creationId xmlns:a16="http://schemas.microsoft.com/office/drawing/2014/main" id="{5CA8691C-8C61-496A-8850-3080E806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4428649"/>
            <a:ext cx="15144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Evidence Reader</a:t>
            </a:r>
          </a:p>
        </p:txBody>
      </p:sp>
      <p:sp>
        <p:nvSpPr>
          <p:cNvPr id="147" name="dp45-comparison / n140 / path">
            <a:extLst xmlns:a="http://schemas.openxmlformats.org/drawingml/2006/main">
              <a:ext uri="{FF2B5EF4-FFF2-40B4-BE49-F238E27FC236}">
                <a16:creationId xmlns:a16="http://schemas.microsoft.com/office/drawing/2014/main" id="{38E2291D-707B-40E4-A0E6-4E4E7C68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76575"/>
            <a:ext cx="200025" cy="1257300"/>
          </a:xfrm>
          <a:custGeom xmlns:a="http://schemas.openxmlformats.org/drawingml/2006/main">
            <a:pathLst>
              <a:path w="200025" h="1257300">
                <a:moveTo>
                  <a:pt x="0" y="0"/>
                </a:moveTo>
                <a:lnTo>
                  <a:pt x="0" y="619125"/>
                </a:lnTo>
                <a:lnTo>
                  <a:pt x="200025" y="619125"/>
                </a:lnTo>
                <a:lnTo>
                  <a:pt x="200025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8" name="dp45-comparison / n140 / arrow">
            <a:extLst xmlns:a="http://schemas.openxmlformats.org/drawingml/2006/main">
              <a:ext uri="{FF2B5EF4-FFF2-40B4-BE49-F238E27FC236}">
                <a16:creationId xmlns:a16="http://schemas.microsoft.com/office/drawing/2014/main" id="{099EBBAB-C315-4244-82F5-BC149F5F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315" y="4211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49" name="dp45-comparison / n141 / path">
            <a:extLst xmlns:a="http://schemas.openxmlformats.org/drawingml/2006/main">
              <a:ext uri="{FF2B5EF4-FFF2-40B4-BE49-F238E27FC236}">
                <a16:creationId xmlns:a16="http://schemas.microsoft.com/office/drawing/2014/main" id="{83E59BCB-B3B8-4DEF-A308-6B7D6E0D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76575"/>
            <a:ext cx="200025" cy="1257300"/>
          </a:xfrm>
          <a:custGeom xmlns:a="http://schemas.openxmlformats.org/drawingml/2006/main">
            <a:pathLst>
              <a:path w="200025" h="1257300">
                <a:moveTo>
                  <a:pt x="200025" y="1257300"/>
                </a:moveTo>
                <a:lnTo>
                  <a:pt x="200025" y="533400"/>
                </a:lnTo>
                <a:lnTo>
                  <a:pt x="0" y="5334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50" name="dp45-comparison / n141 / arrow">
            <a:extLst xmlns:a="http://schemas.openxmlformats.org/drawingml/2006/main">
              <a:ext uri="{FF2B5EF4-FFF2-40B4-BE49-F238E27FC236}">
                <a16:creationId xmlns:a16="http://schemas.microsoft.com/office/drawing/2014/main" id="{527F8B34-3F69-47C6-8419-D2E0B13A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790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1" name="dp45-comparison / n142 / path">
            <a:extLst xmlns:a="http://schemas.openxmlformats.org/drawingml/2006/main">
              <a:ext uri="{FF2B5EF4-FFF2-40B4-BE49-F238E27FC236}">
                <a16:creationId xmlns:a16="http://schemas.microsoft.com/office/drawing/2014/main" id="{B528A261-740E-4212-8F3E-3BCB57C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076575"/>
            <a:ext cx="2514600" cy="1257300"/>
          </a:xfrm>
          <a:custGeom xmlns:a="http://schemas.openxmlformats.org/drawingml/2006/main">
            <a:pathLst>
              <a:path w="2514600" h="1257300">
                <a:moveTo>
                  <a:pt x="2514600" y="0"/>
                </a:moveTo>
                <a:lnTo>
                  <a:pt x="2514600" y="619125"/>
                </a:lnTo>
                <a:lnTo>
                  <a:pt x="0" y="619125"/>
                </a:ln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2" name="dp45-comparison / n142 / arrow">
            <a:extLst xmlns:a="http://schemas.openxmlformats.org/drawingml/2006/main">
              <a:ext uri="{FF2B5EF4-FFF2-40B4-BE49-F238E27FC236}">
                <a16:creationId xmlns:a16="http://schemas.microsoft.com/office/drawing/2014/main" id="{1FBCBAF9-23B8-4877-9677-F826984F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315" y="4211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3" name="dp45-comparison / n143 / path">
            <a:extLst xmlns:a="http://schemas.openxmlformats.org/drawingml/2006/main">
              <a:ext uri="{FF2B5EF4-FFF2-40B4-BE49-F238E27FC236}">
                <a16:creationId xmlns:a16="http://schemas.microsoft.com/office/drawing/2014/main" id="{5C0009CE-00BF-41C2-AC06-CD556218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3076575"/>
            <a:ext cx="2514600" cy="1257300"/>
          </a:xfrm>
          <a:custGeom xmlns:a="http://schemas.openxmlformats.org/drawingml/2006/main">
            <a:pathLst>
              <a:path w="2514600" h="1257300">
                <a:moveTo>
                  <a:pt x="0" y="1257300"/>
                </a:moveTo>
                <a:lnTo>
                  <a:pt x="0" y="533400"/>
                </a:lnTo>
                <a:lnTo>
                  <a:pt x="2514600" y="533400"/>
                </a:lnTo>
                <a:lnTo>
                  <a:pt x="2514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54" name="dp45-comparison / n143 / arrow">
            <a:extLst xmlns:a="http://schemas.openxmlformats.org/drawingml/2006/main">
              <a:ext uri="{FF2B5EF4-FFF2-40B4-BE49-F238E27FC236}">
                <a16:creationId xmlns:a16="http://schemas.microsoft.com/office/drawing/2014/main" id="{B7BFC5A0-3F93-4A50-83E4-1DD9D1C7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7415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5" name="dp45-comparison / n144 / path">
            <a:extLst xmlns:a="http://schemas.openxmlformats.org/drawingml/2006/main">
              <a:ext uri="{FF2B5EF4-FFF2-40B4-BE49-F238E27FC236}">
                <a16:creationId xmlns:a16="http://schemas.microsoft.com/office/drawing/2014/main" id="{A22594BE-6FEC-4B3B-A23A-3F323E55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076575"/>
            <a:ext cx="5229225" cy="1257300"/>
          </a:xfrm>
          <a:custGeom xmlns:a="http://schemas.openxmlformats.org/drawingml/2006/main">
            <a:pathLst>
              <a:path w="5229225" h="1257300">
                <a:moveTo>
                  <a:pt x="5229225" y="0"/>
                </a:moveTo>
                <a:lnTo>
                  <a:pt x="5229225" y="619125"/>
                </a:lnTo>
                <a:lnTo>
                  <a:pt x="0" y="619125"/>
                </a:ln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6" name="dp45-comparison / n144 / arrow">
            <a:extLst xmlns:a="http://schemas.openxmlformats.org/drawingml/2006/main">
              <a:ext uri="{FF2B5EF4-FFF2-40B4-BE49-F238E27FC236}">
                <a16:creationId xmlns:a16="http://schemas.microsoft.com/office/drawing/2014/main" id="{6D2ADC88-50E9-45D4-A418-6629A9F4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315" y="4211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7" name="dp45-comparison / n145 / path">
            <a:extLst xmlns:a="http://schemas.openxmlformats.org/drawingml/2006/main">
              <a:ext uri="{FF2B5EF4-FFF2-40B4-BE49-F238E27FC236}">
                <a16:creationId xmlns:a16="http://schemas.microsoft.com/office/drawing/2014/main" id="{5B4AB98C-6D79-4D06-9205-7A27516A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3076575"/>
            <a:ext cx="5229225" cy="1257300"/>
          </a:xfrm>
          <a:custGeom xmlns:a="http://schemas.openxmlformats.org/drawingml/2006/main">
            <a:pathLst>
              <a:path w="5229225" h="1257300">
                <a:moveTo>
                  <a:pt x="0" y="1257300"/>
                </a:moveTo>
                <a:lnTo>
                  <a:pt x="0" y="533400"/>
                </a:lnTo>
                <a:lnTo>
                  <a:pt x="5229225" y="533400"/>
                </a:lnTo>
                <a:lnTo>
                  <a:pt x="522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58" name="dp45-comparison / n145 / arrow">
            <a:extLst xmlns:a="http://schemas.openxmlformats.org/drawingml/2006/main">
              <a:ext uri="{FF2B5EF4-FFF2-40B4-BE49-F238E27FC236}">
                <a16:creationId xmlns:a16="http://schemas.microsoft.com/office/drawing/2014/main" id="{469A161B-C234-41C1-8DBB-71217D0D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040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9" name="dp45-comparison / n148 / path">
            <a:extLst xmlns:a="http://schemas.openxmlformats.org/drawingml/2006/main">
              <a:ext uri="{FF2B5EF4-FFF2-40B4-BE49-F238E27FC236}">
                <a16:creationId xmlns:a16="http://schemas.microsoft.com/office/drawing/2014/main" id="{5283F6B4-04C2-48DD-8C81-6A6D8214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4533900"/>
            <a:ext cx="400050" cy="23813"/>
          </a:xfrm>
          <a:custGeom xmlns:a="http://schemas.openxmlformats.org/drawingml/2006/main">
            <a:pathLst>
              <a:path w="400050" h="23813">
                <a:moveTo>
                  <a:pt x="0" y="0"/>
                </a:moveTo>
                <a:lnTo>
                  <a:pt x="400050" y="238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0" name="dp45-comparison / n148 / arrow">
            <a:extLst xmlns:a="http://schemas.openxmlformats.org/drawingml/2006/main">
              <a:ext uri="{FF2B5EF4-FFF2-40B4-BE49-F238E27FC236}">
                <a16:creationId xmlns:a16="http://schemas.microsoft.com/office/drawing/2014/main" id="{A6DAFFFE-FB9D-43AC-900C-B0D796C5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3898" y="4489616"/>
            <a:ext cx="125327" cy="121705"/>
          </a:xfrm>
          <a:custGeom xmlns:a="http://schemas.openxmlformats.org/drawingml/2006/main">
            <a:pathLst>
              <a:path w="125327" h="121705">
                <a:moveTo>
                  <a:pt x="0" y="121705"/>
                </a:moveTo>
                <a:lnTo>
                  <a:pt x="125327" y="68097"/>
                </a:lnTo>
                <a:lnTo>
                  <a:pt x="72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1" name="dp45-comparison / n149 / path">
            <a:extLst xmlns:a="http://schemas.openxmlformats.org/drawingml/2006/main">
              <a:ext uri="{FF2B5EF4-FFF2-40B4-BE49-F238E27FC236}">
                <a16:creationId xmlns:a16="http://schemas.microsoft.com/office/drawing/2014/main" id="{CEFF2781-4BE4-4967-875B-16661B3F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4448175"/>
            <a:ext cx="257175" cy="23813"/>
          </a:xfrm>
          <a:custGeom xmlns:a="http://schemas.openxmlformats.org/drawingml/2006/main">
            <a:pathLst>
              <a:path w="257175" h="23813">
                <a:moveTo>
                  <a:pt x="257175" y="0"/>
                </a:moveTo>
                <a:lnTo>
                  <a:pt x="0" y="238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2" name="dp45-comparison / n149 / arrow">
            <a:extLst xmlns:a="http://schemas.openxmlformats.org/drawingml/2006/main">
              <a:ext uri="{FF2B5EF4-FFF2-40B4-BE49-F238E27FC236}">
                <a16:creationId xmlns:a16="http://schemas.microsoft.com/office/drawing/2014/main" id="{9C72CED8-61F6-4950-AED7-48B092BE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4400046"/>
            <a:ext cx="127021" cy="121401"/>
          </a:xfrm>
          <a:custGeom xmlns:a="http://schemas.openxmlformats.org/drawingml/2006/main">
            <a:pathLst>
              <a:path w="127021" h="121401">
                <a:moveTo>
                  <a:pt x="115780" y="0"/>
                </a:moveTo>
                <a:lnTo>
                  <a:pt x="0" y="71941"/>
                </a:lnTo>
                <a:lnTo>
                  <a:pt x="127021" y="121401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3" name="dp45-comparison / n150 / path">
            <a:extLst xmlns:a="http://schemas.openxmlformats.org/drawingml/2006/main">
              <a:ext uri="{FF2B5EF4-FFF2-40B4-BE49-F238E27FC236}">
                <a16:creationId xmlns:a16="http://schemas.microsoft.com/office/drawing/2014/main" id="{4C3CB016-4637-4771-83E2-C95090A6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4638675"/>
            <a:ext cx="257175" cy="23813"/>
          </a:xfrm>
          <a:custGeom xmlns:a="http://schemas.openxmlformats.org/drawingml/2006/main">
            <a:pathLst>
              <a:path w="257175" h="23813">
                <a:moveTo>
                  <a:pt x="0" y="23813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64" name="dp45-comparison / n150 / arrow">
            <a:extLst xmlns:a="http://schemas.openxmlformats.org/drawingml/2006/main">
              <a:ext uri="{FF2B5EF4-FFF2-40B4-BE49-F238E27FC236}">
                <a16:creationId xmlns:a16="http://schemas.microsoft.com/office/drawing/2014/main" id="{79E461E3-7313-4F32-BA1A-F7FFA0FA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6379" y="4589215"/>
            <a:ext cx="127021" cy="121401"/>
          </a:xfrm>
          <a:custGeom xmlns:a="http://schemas.openxmlformats.org/drawingml/2006/main">
            <a:pathLst>
              <a:path w="127021" h="121401">
                <a:moveTo>
                  <a:pt x="11241" y="121401"/>
                </a:moveTo>
                <a:lnTo>
                  <a:pt x="127021" y="494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5" name="dp45-comparison / n155 / path">
            <a:extLst xmlns:a="http://schemas.openxmlformats.org/drawingml/2006/main">
              <a:ext uri="{FF2B5EF4-FFF2-40B4-BE49-F238E27FC236}">
                <a16:creationId xmlns:a16="http://schemas.microsoft.com/office/drawing/2014/main" id="{5ECBEB7E-D799-47B6-9B9F-527998DB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4733925"/>
            <a:ext cx="5367338" cy="676275"/>
          </a:xfrm>
          <a:custGeom xmlns:a="http://schemas.openxmlformats.org/drawingml/2006/main">
            <a:pathLst>
              <a:path w="5367338" h="676275">
                <a:moveTo>
                  <a:pt x="5367338" y="0"/>
                </a:moveTo>
                <a:lnTo>
                  <a:pt x="5362575" y="676275"/>
                </a:lnTo>
                <a:lnTo>
                  <a:pt x="0" y="6762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66" name="dp45-comparison / n155 / arrow">
            <a:extLst xmlns:a="http://schemas.openxmlformats.org/drawingml/2006/main">
              <a:ext uri="{FF2B5EF4-FFF2-40B4-BE49-F238E27FC236}">
                <a16:creationId xmlns:a16="http://schemas.microsoft.com/office/drawing/2014/main" id="{95A8AE8B-61F8-43DA-BE04-C7FA10A5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065" y="47339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7" name="dp45-comparison / n158 / path">
            <a:extLst xmlns:a="http://schemas.openxmlformats.org/drawingml/2006/main">
              <a:ext uri="{FF2B5EF4-FFF2-40B4-BE49-F238E27FC236}">
                <a16:creationId xmlns:a16="http://schemas.microsoft.com/office/drawing/2014/main" id="{B2BB1EF2-D457-4C28-AED5-97B5ED55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28900"/>
            <a:ext cx="6715125" cy="1905000"/>
          </a:xfrm>
          <a:custGeom xmlns:a="http://schemas.openxmlformats.org/drawingml/2006/main">
            <a:pathLst>
              <a:path w="6715125" h="1905000">
                <a:moveTo>
                  <a:pt x="6410325" y="1905000"/>
                </a:moveTo>
                <a:lnTo>
                  <a:pt x="6715125" y="1905000"/>
                </a:lnTo>
                <a:lnTo>
                  <a:pt x="6715125" y="0"/>
                </a:lnTo>
                <a:lnTo>
                  <a:pt x="0" y="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solid"/>
          </a:ln>
        </p:spPr>
      </p:sp>
      <p:sp>
        <p:nvSpPr>
          <p:cNvPr id="168" name="dp45-comparison / n158 / arrow">
            <a:extLst xmlns:a="http://schemas.openxmlformats.org/drawingml/2006/main">
              <a:ext uri="{FF2B5EF4-FFF2-40B4-BE49-F238E27FC236}">
                <a16:creationId xmlns:a16="http://schemas.microsoft.com/office/drawing/2014/main" id="{8AA05622-87AB-4E46-A1C2-81BAD343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25831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69" name="dp45-comparison / n159 / path">
            <a:extLst xmlns:a="http://schemas.openxmlformats.org/drawingml/2006/main">
              <a:ext uri="{FF2B5EF4-FFF2-40B4-BE49-F238E27FC236}">
                <a16:creationId xmlns:a16="http://schemas.microsoft.com/office/drawing/2014/main" id="{40256085-3216-468B-B3DD-78A085BA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667000"/>
            <a:ext cx="6581775" cy="1943100"/>
          </a:xfrm>
          <a:custGeom xmlns:a="http://schemas.openxmlformats.org/drawingml/2006/main">
            <a:pathLst>
              <a:path w="6581775" h="1943100">
                <a:moveTo>
                  <a:pt x="0" y="38100"/>
                </a:moveTo>
                <a:lnTo>
                  <a:pt x="0" y="0"/>
                </a:lnTo>
                <a:lnTo>
                  <a:pt x="6581775" y="0"/>
                </a:lnTo>
                <a:lnTo>
                  <a:pt x="6581775" y="1943100"/>
                </a:lnTo>
                <a:lnTo>
                  <a:pt x="6334125" y="1943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170" name="dp45-comparison / n159 / arrow">
            <a:extLst xmlns:a="http://schemas.openxmlformats.org/drawingml/2006/main">
              <a:ext uri="{FF2B5EF4-FFF2-40B4-BE49-F238E27FC236}">
                <a16:creationId xmlns:a16="http://schemas.microsoft.com/office/drawing/2014/main" id="{B4288F91-1DB1-4661-B549-75F0A0C9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45491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1" name="dp45-comparison / n160 / path">
            <a:extLst xmlns:a="http://schemas.openxmlformats.org/drawingml/2006/main">
              <a:ext uri="{FF2B5EF4-FFF2-40B4-BE49-F238E27FC236}">
                <a16:creationId xmlns:a16="http://schemas.microsoft.com/office/drawing/2014/main" id="{5CD69108-4547-4763-8D4E-94956177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628900"/>
            <a:ext cx="4000500" cy="1905000"/>
          </a:xfrm>
          <a:custGeom xmlns:a="http://schemas.openxmlformats.org/drawingml/2006/main">
            <a:pathLst>
              <a:path w="4000500" h="1905000">
                <a:moveTo>
                  <a:pt x="3695700" y="1905000"/>
                </a:moveTo>
                <a:lnTo>
                  <a:pt x="4000500" y="1905000"/>
                </a:lnTo>
                <a:lnTo>
                  <a:pt x="4000500" y="0"/>
                </a:lnTo>
                <a:lnTo>
                  <a:pt x="0" y="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solid"/>
          </a:ln>
        </p:spPr>
      </p:sp>
      <p:sp>
        <p:nvSpPr>
          <p:cNvPr id="172" name="dp45-comparison / n160 / arrow">
            <a:extLst xmlns:a="http://schemas.openxmlformats.org/drawingml/2006/main">
              <a:ext uri="{FF2B5EF4-FFF2-40B4-BE49-F238E27FC236}">
                <a16:creationId xmlns:a16="http://schemas.microsoft.com/office/drawing/2014/main" id="{69D72FC6-9BBF-4866-BC7C-982B5C8F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665" y="25831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3" name="dp45-comparison / n161 / path">
            <a:extLst xmlns:a="http://schemas.openxmlformats.org/drawingml/2006/main">
              <a:ext uri="{FF2B5EF4-FFF2-40B4-BE49-F238E27FC236}">
                <a16:creationId xmlns:a16="http://schemas.microsoft.com/office/drawing/2014/main" id="{5186B3F3-B0C2-4B6D-AD8E-DC1A4895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667000"/>
            <a:ext cx="3867150" cy="1943100"/>
          </a:xfrm>
          <a:custGeom xmlns:a="http://schemas.openxmlformats.org/drawingml/2006/main">
            <a:pathLst>
              <a:path w="3867150" h="1943100">
                <a:moveTo>
                  <a:pt x="0" y="38100"/>
                </a:moveTo>
                <a:lnTo>
                  <a:pt x="0" y="0"/>
                </a:lnTo>
                <a:lnTo>
                  <a:pt x="3867150" y="0"/>
                </a:lnTo>
                <a:lnTo>
                  <a:pt x="3867150" y="1943100"/>
                </a:lnTo>
                <a:lnTo>
                  <a:pt x="3619500" y="1943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174" name="dp45-comparison / n161 / arrow">
            <a:extLst xmlns:a="http://schemas.openxmlformats.org/drawingml/2006/main">
              <a:ext uri="{FF2B5EF4-FFF2-40B4-BE49-F238E27FC236}">
                <a16:creationId xmlns:a16="http://schemas.microsoft.com/office/drawing/2014/main" id="{FFBA55F4-E5EE-4A50-B1CA-EE30D8F7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45491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5" name="dp45-comparison / n162 / path">
            <a:extLst xmlns:a="http://schemas.openxmlformats.org/drawingml/2006/main">
              <a:ext uri="{FF2B5EF4-FFF2-40B4-BE49-F238E27FC236}">
                <a16:creationId xmlns:a16="http://schemas.microsoft.com/office/drawing/2014/main" id="{9F2472DF-4242-428C-9988-8CCC6B00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2628900"/>
            <a:ext cx="1285875" cy="1905000"/>
          </a:xfrm>
          <a:custGeom xmlns:a="http://schemas.openxmlformats.org/drawingml/2006/main">
            <a:pathLst>
              <a:path w="1285875" h="1905000">
                <a:moveTo>
                  <a:pt x="981075" y="1905000"/>
                </a:moveTo>
                <a:lnTo>
                  <a:pt x="1285875" y="1905000"/>
                </a:lnTo>
                <a:lnTo>
                  <a:pt x="1285875" y="0"/>
                </a:lnTo>
                <a:lnTo>
                  <a:pt x="0" y="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solid"/>
          </a:ln>
        </p:spPr>
      </p:sp>
      <p:sp>
        <p:nvSpPr>
          <p:cNvPr id="176" name="dp45-comparison / n162 / arrow">
            <a:extLst xmlns:a="http://schemas.openxmlformats.org/drawingml/2006/main">
              <a:ext uri="{FF2B5EF4-FFF2-40B4-BE49-F238E27FC236}">
                <a16:creationId xmlns:a16="http://schemas.microsoft.com/office/drawing/2014/main" id="{73E36A4F-BBF6-4DDA-9784-4E92F133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7290" y="25831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7" name="dp45-comparison / n163 / path">
            <a:extLst xmlns:a="http://schemas.openxmlformats.org/drawingml/2006/main">
              <a:ext uri="{FF2B5EF4-FFF2-40B4-BE49-F238E27FC236}">
                <a16:creationId xmlns:a16="http://schemas.microsoft.com/office/drawing/2014/main" id="{688F133E-C9AE-4EBA-A802-D726AA5F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2667000"/>
            <a:ext cx="1152525" cy="1943100"/>
          </a:xfrm>
          <a:custGeom xmlns:a="http://schemas.openxmlformats.org/drawingml/2006/main">
            <a:pathLst>
              <a:path w="1152525" h="1943100">
                <a:moveTo>
                  <a:pt x="0" y="38100"/>
                </a:moveTo>
                <a:lnTo>
                  <a:pt x="0" y="0"/>
                </a:lnTo>
                <a:lnTo>
                  <a:pt x="1152525" y="0"/>
                </a:lnTo>
                <a:lnTo>
                  <a:pt x="1152525" y="1943100"/>
                </a:lnTo>
                <a:lnTo>
                  <a:pt x="904875" y="1943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178" name="dp45-comparison / n163 / arrow">
            <a:extLst xmlns:a="http://schemas.openxmlformats.org/drawingml/2006/main">
              <a:ext uri="{FF2B5EF4-FFF2-40B4-BE49-F238E27FC236}">
                <a16:creationId xmlns:a16="http://schemas.microsoft.com/office/drawing/2014/main" id="{5893E2B9-E453-422B-B13A-7D8B6AF1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45491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9" name="dp45-comparison / n166">
            <a:extLst xmlns:a="http://schemas.openxmlformats.org/drawingml/2006/main">
              <a:ext uri="{FF2B5EF4-FFF2-40B4-BE49-F238E27FC236}">
                <a16:creationId xmlns:a16="http://schemas.microsoft.com/office/drawing/2014/main" id="{FC8D97E2-4C43-45C6-8146-D3F1FFDD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3531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0" name="dp45-comparison / n167 / text 1">
            <a:extLst xmlns:a="http://schemas.openxmlformats.org/drawingml/2006/main">
              <a:ext uri="{FF2B5EF4-FFF2-40B4-BE49-F238E27FC236}">
                <a16:creationId xmlns:a16="http://schemas.microsoft.com/office/drawing/2014/main" id="{2A8E536A-935A-41EB-B1AA-BF056B34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32233"/>
            <a:ext cx="23050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81" name="dp45-comparison / n168">
            <a:extLst xmlns:a="http://schemas.openxmlformats.org/drawingml/2006/main">
              <a:ext uri="{FF2B5EF4-FFF2-40B4-BE49-F238E27FC236}">
                <a16:creationId xmlns:a16="http://schemas.microsoft.com/office/drawing/2014/main" id="{02C362F9-0793-401D-A5E7-3245C0BE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6353175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2" name="dp45-comparison / n169 / text 1">
            <a:extLst xmlns:a="http://schemas.openxmlformats.org/drawingml/2006/main">
              <a:ext uri="{FF2B5EF4-FFF2-40B4-BE49-F238E27FC236}">
                <a16:creationId xmlns:a16="http://schemas.microsoft.com/office/drawing/2014/main" id="{2D4FEE76-0FE0-462E-8F07-99EE721D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432233"/>
            <a:ext cx="24384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183" name="dp45-comparison / n170">
            <a:extLst xmlns:a="http://schemas.openxmlformats.org/drawingml/2006/main">
              <a:ext uri="{FF2B5EF4-FFF2-40B4-BE49-F238E27FC236}">
                <a16:creationId xmlns:a16="http://schemas.microsoft.com/office/drawing/2014/main" id="{633C5804-2724-4D69-AD75-88B895AD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6324600"/>
            <a:ext cx="1676400" cy="4476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4" name="dp45-comparison / n171 / text 1">
            <a:extLst xmlns:a="http://schemas.openxmlformats.org/drawingml/2006/main">
              <a:ext uri="{FF2B5EF4-FFF2-40B4-BE49-F238E27FC236}">
                <a16:creationId xmlns:a16="http://schemas.microsoft.com/office/drawing/2014/main" id="{508FD336-1AFF-4F17-A01B-C5FA683C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6486525"/>
            <a:ext cx="15049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User Memory</a:t>
            </a:r>
          </a:p>
        </p:txBody>
      </p:sp>
      <p:sp>
        <p:nvSpPr>
          <p:cNvPr id="185" name="dp45-comparison / n172 / path">
            <a:extLst xmlns:a="http://schemas.openxmlformats.org/drawingml/2006/main">
              <a:ext uri="{FF2B5EF4-FFF2-40B4-BE49-F238E27FC236}">
                <a16:creationId xmlns:a16="http://schemas.microsoft.com/office/drawing/2014/main" id="{1C76270B-BD69-4E7D-9C86-9BC31594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733925"/>
            <a:ext cx="5519738" cy="1619250"/>
          </a:xfrm>
          <a:custGeom xmlns:a="http://schemas.openxmlformats.org/drawingml/2006/main">
            <a:pathLst>
              <a:path w="5519738" h="1619250">
                <a:moveTo>
                  <a:pt x="0" y="1619250"/>
                </a:moveTo>
                <a:lnTo>
                  <a:pt x="0" y="1323975"/>
                </a:lnTo>
                <a:lnTo>
                  <a:pt x="5514975" y="1323975"/>
                </a:lnTo>
                <a:lnTo>
                  <a:pt x="5519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6" name="dp45-comparison / n172 / arrow">
            <a:extLst xmlns:a="http://schemas.openxmlformats.org/drawingml/2006/main">
              <a:ext uri="{FF2B5EF4-FFF2-40B4-BE49-F238E27FC236}">
                <a16:creationId xmlns:a16="http://schemas.microsoft.com/office/drawing/2014/main" id="{45A2F279-8C74-4719-BAC3-9F965168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964" y="4733925"/>
            <a:ext cx="121919" cy="122138"/>
          </a:xfrm>
          <a:custGeom xmlns:a="http://schemas.openxmlformats.org/drawingml/2006/main">
            <a:pathLst>
              <a:path w="121919" h="122138">
                <a:moveTo>
                  <a:pt x="121919" y="122138"/>
                </a:moveTo>
                <a:lnTo>
                  <a:pt x="61398" y="0"/>
                </a:lnTo>
                <a:lnTo>
                  <a:pt x="0" y="12170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7" name="dp45-comparison / n173 / path">
            <a:extLst xmlns:a="http://schemas.openxmlformats.org/drawingml/2006/main">
              <a:ext uri="{FF2B5EF4-FFF2-40B4-BE49-F238E27FC236}">
                <a16:creationId xmlns:a16="http://schemas.microsoft.com/office/drawing/2014/main" id="{7BEA2806-CA0F-4F04-A66B-F63B1CE6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733925"/>
            <a:ext cx="5510213" cy="1619250"/>
          </a:xfrm>
          <a:custGeom xmlns:a="http://schemas.openxmlformats.org/drawingml/2006/main">
            <a:pathLst>
              <a:path w="5510213" h="1619250">
                <a:moveTo>
                  <a:pt x="5510213" y="0"/>
                </a:moveTo>
                <a:lnTo>
                  <a:pt x="5505450" y="1581150"/>
                </a:lnTo>
                <a:lnTo>
                  <a:pt x="0" y="1581150"/>
                </a:lnTo>
                <a:lnTo>
                  <a:pt x="0" y="1619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88" name="dp45-comparison / n173 / arrow">
            <a:extLst xmlns:a="http://schemas.openxmlformats.org/drawingml/2006/main">
              <a:ext uri="{FF2B5EF4-FFF2-40B4-BE49-F238E27FC236}">
                <a16:creationId xmlns:a16="http://schemas.microsoft.com/office/drawing/2014/main" id="{01DCB731-3812-4C59-BE07-1A2193D7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690" y="62312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9" name="dp45-comparison / n176 / path">
            <a:extLst xmlns:a="http://schemas.openxmlformats.org/drawingml/2006/main">
              <a:ext uri="{FF2B5EF4-FFF2-40B4-BE49-F238E27FC236}">
                <a16:creationId xmlns:a16="http://schemas.microsoft.com/office/drawing/2014/main" id="{1747FE21-450E-4FAC-B101-464C934F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6543675"/>
            <a:ext cx="609600" cy="953"/>
          </a:xfrm>
          <a:custGeom xmlns:a="http://schemas.openxmlformats.org/drawingml/2006/main">
            <a:pathLst>
              <a:path w="609600" h="953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0" name="dp45-comparison / n176 / arrow">
            <a:extLst xmlns:a="http://schemas.openxmlformats.org/drawingml/2006/main">
              <a:ext uri="{FF2B5EF4-FFF2-40B4-BE49-F238E27FC236}">
                <a16:creationId xmlns:a16="http://schemas.microsoft.com/office/drawing/2014/main" id="{ACAC41D2-9945-459C-8EB1-75E71D9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555" y="64827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1" name="dp45-comparison / n181 / path">
            <a:extLst xmlns:a="http://schemas.openxmlformats.org/drawingml/2006/main">
              <a:ext uri="{FF2B5EF4-FFF2-40B4-BE49-F238E27FC236}">
                <a16:creationId xmlns:a16="http://schemas.microsoft.com/office/drawing/2014/main" id="{5994BB3D-5EFE-410D-A06F-221AFD18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6543675"/>
            <a:ext cx="3648075" cy="485775"/>
          </a:xfrm>
          <a:custGeom xmlns:a="http://schemas.openxmlformats.org/drawingml/2006/main">
            <a:pathLst>
              <a:path w="3648075" h="485775">
                <a:moveTo>
                  <a:pt x="0" y="0"/>
                </a:moveTo>
                <a:lnTo>
                  <a:pt x="180975" y="0"/>
                </a:lnTo>
                <a:lnTo>
                  <a:pt x="180975" y="485775"/>
                </a:lnTo>
                <a:lnTo>
                  <a:pt x="3448050" y="485775"/>
                </a:lnTo>
                <a:lnTo>
                  <a:pt x="3448050" y="0"/>
                </a:lnTo>
                <a:lnTo>
                  <a:pt x="3648075" y="47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92" name="dp45-comparison / n181 / arrow">
            <a:extLst xmlns:a="http://schemas.openxmlformats.org/drawingml/2006/main">
              <a:ext uri="{FF2B5EF4-FFF2-40B4-BE49-F238E27FC236}">
                <a16:creationId xmlns:a16="http://schemas.microsoft.com/office/drawing/2014/main" id="{8CEB517D-FF5B-486D-8B78-E8D2769B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614" y="6484593"/>
            <a:ext cx="123336" cy="121885"/>
          </a:xfrm>
          <a:custGeom xmlns:a="http://schemas.openxmlformats.org/drawingml/2006/main">
            <a:pathLst>
              <a:path w="123336" h="121885">
                <a:moveTo>
                  <a:pt x="0" y="121885"/>
                </a:moveTo>
                <a:lnTo>
                  <a:pt x="123336" y="63845"/>
                </a:lnTo>
                <a:lnTo>
                  <a:pt x="29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93" name="dp45-comparison / n116">
            <a:extLst xmlns:a="http://schemas.openxmlformats.org/drawingml/2006/main">
              <a:ext uri="{FF2B5EF4-FFF2-40B4-BE49-F238E27FC236}">
                <a16:creationId xmlns:a16="http://schemas.microsoft.com/office/drawing/2014/main" id="{9B300B3E-3A94-4A11-B2CA-09DC88E1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0300"/>
            <a:ext cx="597027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p45-comparison / n117 / text 1">
            <a:extLst xmlns:a="http://schemas.openxmlformats.org/drawingml/2006/main">
              <a:ext uri="{FF2B5EF4-FFF2-40B4-BE49-F238E27FC236}">
                <a16:creationId xmlns:a16="http://schemas.microsoft.com/office/drawing/2014/main" id="{09FA95F8-5DA6-4C6D-BBAC-7D690375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09825"/>
            <a:ext cx="78009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동일 이력: D2 보고서 → R7 “짧은 문장, 결론 먼저” → D3 수정 → P4 전달</a:t>
            </a:r>
          </a:p>
        </p:txBody>
      </p:sp>
      <p:sp>
        <p:nvSpPr>
          <p:cNvPr id="195" name="dp45-comparison / n120">
            <a:extLst xmlns:a="http://schemas.openxmlformats.org/drawingml/2006/main">
              <a:ext uri="{FF2B5EF4-FFF2-40B4-BE49-F238E27FC236}">
                <a16:creationId xmlns:a16="http://schemas.microsoft.com/office/drawing/2014/main" id="{147FDB61-894B-47A2-89E3-FBF44B82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67925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p45-comparison / n121 / text 1">
            <a:extLst xmlns:a="http://schemas.openxmlformats.org/drawingml/2006/main">
              <a:ext uri="{FF2B5EF4-FFF2-40B4-BE49-F238E27FC236}">
                <a16:creationId xmlns:a16="http://schemas.microsoft.com/office/drawing/2014/main" id="{9483F4F2-B34A-43E6-A582-C19A0396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R7 원문과 정정 관계</a:t>
            </a:r>
          </a:p>
        </p:txBody>
      </p:sp>
      <p:sp>
        <p:nvSpPr>
          <p:cNvPr id="197" name="dp45-comparison / n124">
            <a:extLst xmlns:a="http://schemas.openxmlformats.org/drawingml/2006/main">
              <a:ext uri="{FF2B5EF4-FFF2-40B4-BE49-F238E27FC236}">
                <a16:creationId xmlns:a16="http://schemas.microsoft.com/office/drawing/2014/main" id="{3ACC57FD-D815-4A9A-8B38-0B4ABAD8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3124200"/>
            <a:ext cx="1569149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p45-comparison / n125 / text 1">
            <a:extLst xmlns:a="http://schemas.openxmlformats.org/drawingml/2006/main">
              <a:ext uri="{FF2B5EF4-FFF2-40B4-BE49-F238E27FC236}">
                <a16:creationId xmlns:a16="http://schemas.microsoft.com/office/drawing/2014/main" id="{F5BB9160-DBF4-45D9-A10C-E18B51F8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D2 → D3 확정 결과</a:t>
            </a:r>
          </a:p>
        </p:txBody>
      </p:sp>
      <p:sp>
        <p:nvSpPr>
          <p:cNvPr id="199" name="dp45-comparison / n128">
            <a:extLst xmlns:a="http://schemas.openxmlformats.org/drawingml/2006/main">
              <a:ext uri="{FF2B5EF4-FFF2-40B4-BE49-F238E27FC236}">
                <a16:creationId xmlns:a16="http://schemas.microsoft.com/office/drawing/2014/main" id="{DECD29FF-8B94-4391-91CD-A4525148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3124200"/>
            <a:ext cx="151733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p45-comparison / n129 / text 1">
            <a:extLst xmlns:a="http://schemas.openxmlformats.org/drawingml/2006/main">
              <a:ext uri="{FF2B5EF4-FFF2-40B4-BE49-F238E27FC236}">
                <a16:creationId xmlns:a16="http://schemas.microsoft.com/office/drawing/2014/main" id="{A0690889-8D81-49AE-BDDA-C1B16F80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P4 실제 전달 기록</a:t>
            </a:r>
          </a:p>
        </p:txBody>
      </p:sp>
      <p:sp>
        <p:nvSpPr>
          <p:cNvPr id="201" name="dp45-comparison / n132">
            <a:extLst xmlns:a="http://schemas.openxmlformats.org/drawingml/2006/main">
              <a:ext uri="{FF2B5EF4-FFF2-40B4-BE49-F238E27FC236}">
                <a16:creationId xmlns:a16="http://schemas.microsoft.com/office/drawing/2014/main" id="{489CC3AA-C41F-45D6-83A9-261ACCDE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09950"/>
            <a:ext cx="365798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p45-comparison / n133 / text 1">
            <a:extLst xmlns:a="http://schemas.openxmlformats.org/drawingml/2006/main">
              <a:ext uri="{FF2B5EF4-FFF2-40B4-BE49-F238E27FC236}">
                <a16:creationId xmlns:a16="http://schemas.microsoft.com/office/drawing/2014/main" id="{598DC4D8-06D0-4294-A8F3-7B4F3109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1947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owner 유지 / 수정과 삭제 및 권한 철회</a:t>
            </a:r>
          </a:p>
        </p:txBody>
      </p:sp>
      <p:sp>
        <p:nvSpPr>
          <p:cNvPr id="203" name="dp45-comparison / n146">
            <a:extLst xmlns:a="http://schemas.openxmlformats.org/drawingml/2006/main">
              <a:ext uri="{FF2B5EF4-FFF2-40B4-BE49-F238E27FC236}">
                <a16:creationId xmlns:a16="http://schemas.microsoft.com/office/drawing/2014/main" id="{B396A938-D2A7-421F-90F6-8E95BA11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95750"/>
            <a:ext cx="4655439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p45-comparison / n147 / text 1">
            <a:extLst xmlns:a="http://schemas.openxmlformats.org/drawingml/2006/main">
              <a:ext uri="{FF2B5EF4-FFF2-40B4-BE49-F238E27FC236}">
                <a16:creationId xmlns:a16="http://schemas.microsoft.com/office/drawing/2014/main" id="{06171FA2-F5F9-4AEB-8F86-9AD79AE5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05275"/>
            <a:ext cx="71913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1 변경 알림 → 범위 읽기 → 원문과 버전 검사 → 관계 게시</a:t>
            </a:r>
          </a:p>
        </p:txBody>
      </p:sp>
      <p:sp>
        <p:nvSpPr>
          <p:cNvPr id="205" name="dp45-comparison / n151">
            <a:extLst xmlns:a="http://schemas.openxmlformats.org/drawingml/2006/main">
              <a:ext uri="{FF2B5EF4-FFF2-40B4-BE49-F238E27FC236}">
                <a16:creationId xmlns:a16="http://schemas.microsoft.com/office/drawing/2014/main" id="{3F04693E-0533-47C4-9237-6132C716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876800"/>
            <a:ext cx="2307336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p45-comparison / n152 / text 1">
            <a:extLst xmlns:a="http://schemas.openxmlformats.org/drawingml/2006/main">
              <a:ext uri="{FF2B5EF4-FFF2-40B4-BE49-F238E27FC236}">
                <a16:creationId xmlns:a16="http://schemas.microsoft.com/office/drawing/2014/main" id="{AA6A9D3F-F077-4C77-8326-05BBE3BB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886325"/>
            <a:ext cx="2705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정정 / 결과 개정 / 실제 전달</a:t>
            </a:r>
          </a:p>
        </p:txBody>
      </p:sp>
      <p:sp>
        <p:nvSpPr>
          <p:cNvPr id="207" name="dp45-comparison / n152 / text 2">
            <a:extLst xmlns:a="http://schemas.openxmlformats.org/drawingml/2006/main">
              <a:ext uri="{FF2B5EF4-FFF2-40B4-BE49-F238E27FC236}">
                <a16:creationId xmlns:a16="http://schemas.microsoft.com/office/drawing/2014/main" id="{F5DCD50A-F046-48BC-9CCD-A60A38F3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069205"/>
            <a:ext cx="2705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출처와 coverage / 지속 상태</a:t>
            </a:r>
          </a:p>
        </p:txBody>
      </p:sp>
      <p:sp>
        <p:nvSpPr>
          <p:cNvPr id="208" name="dp45-comparison / n153">
            <a:extLst xmlns:a="http://schemas.openxmlformats.org/drawingml/2006/main">
              <a:ext uri="{FF2B5EF4-FFF2-40B4-BE49-F238E27FC236}">
                <a16:creationId xmlns:a16="http://schemas.microsoft.com/office/drawing/2014/main" id="{C1737CB2-758C-45BF-A28B-F26251FC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4914900"/>
            <a:ext cx="149656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p45-comparison / n154 / text 1">
            <a:extLst xmlns:a="http://schemas.openxmlformats.org/drawingml/2006/main">
              <a:ext uri="{FF2B5EF4-FFF2-40B4-BE49-F238E27FC236}">
                <a16:creationId xmlns:a16="http://schemas.microsoft.com/office/drawing/2014/main" id="{19971852-66AD-4E36-8EFE-44D8BD0A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924425"/>
            <a:ext cx="16859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2 유효한 관계 조회</a:t>
            </a:r>
          </a:p>
        </p:txBody>
      </p:sp>
      <p:sp>
        <p:nvSpPr>
          <p:cNvPr id="210" name="dp45-comparison / n156">
            <a:extLst xmlns:a="http://schemas.openxmlformats.org/drawingml/2006/main">
              <a:ext uri="{FF2B5EF4-FFF2-40B4-BE49-F238E27FC236}">
                <a16:creationId xmlns:a16="http://schemas.microsoft.com/office/drawing/2014/main" id="{3EC823DB-DED7-4C39-81C7-E938DBB5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486400"/>
            <a:ext cx="518331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p45-comparison / n157 / text 1">
            <a:extLst xmlns:a="http://schemas.openxmlformats.org/drawingml/2006/main">
              <a:ext uri="{FF2B5EF4-FFF2-40B4-BE49-F238E27FC236}">
                <a16:creationId xmlns:a16="http://schemas.microsoft.com/office/drawing/2014/main" id="{406EB0FD-6EE5-4FC7-A42B-649B7BB6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495925"/>
            <a:ext cx="7410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미게시 범위의 생산 요청 / 충돌 재검증 / 표현 밖 관계의 미지원</a:t>
            </a:r>
          </a:p>
        </p:txBody>
      </p:sp>
      <p:sp>
        <p:nvSpPr>
          <p:cNvPr id="212" name="dp45-comparison / n164">
            <a:extLst xmlns:a="http://schemas.openxmlformats.org/drawingml/2006/main">
              <a:ext uri="{FF2B5EF4-FFF2-40B4-BE49-F238E27FC236}">
                <a16:creationId xmlns:a16="http://schemas.microsoft.com/office/drawing/2014/main" id="{91AD8A71-6C21-49FE-AF98-A6629471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72150"/>
            <a:ext cx="484327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p45-comparison / n165 / text 1">
            <a:extLst xmlns:a="http://schemas.openxmlformats.org/drawingml/2006/main">
              <a:ext uri="{FF2B5EF4-FFF2-40B4-BE49-F238E27FC236}">
                <a16:creationId xmlns:a16="http://schemas.microsoft.com/office/drawing/2014/main" id="{276CF1BA-65FC-4BCD-AE8F-EBC8BE3D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781675"/>
            <a:ext cx="74104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모든 owner의 버전과 권한 재확인 / 수정과 삭제 즉시 사용 차단</a:t>
            </a:r>
          </a:p>
        </p:txBody>
      </p:sp>
      <p:sp>
        <p:nvSpPr>
          <p:cNvPr id="214" name="dp45-comparison / n174">
            <a:extLst xmlns:a="http://schemas.openxmlformats.org/drawingml/2006/main">
              <a:ext uri="{FF2B5EF4-FFF2-40B4-BE49-F238E27FC236}">
                <a16:creationId xmlns:a16="http://schemas.microsoft.com/office/drawing/2014/main" id="{D92E2BD4-E439-441D-B997-426D58E4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096000"/>
            <a:ext cx="427329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p45-comparison / n175 / text 1">
            <a:extLst xmlns:a="http://schemas.openxmlformats.org/drawingml/2006/main">
              <a:ext uri="{FF2B5EF4-FFF2-40B4-BE49-F238E27FC236}">
                <a16:creationId xmlns:a16="http://schemas.microsoft.com/office/drawing/2014/main" id="{C454F1A0-DE28-4AA2-93EE-F603BC21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6105525"/>
            <a:ext cx="6191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R9 조회 / Context + 출처 + 버전 + 누락 범위 반환</a:t>
            </a:r>
          </a:p>
        </p:txBody>
      </p:sp>
      <p:sp>
        <p:nvSpPr>
          <p:cNvPr id="216" name="dp45-comparison / n177">
            <a:extLst xmlns:a="http://schemas.openxmlformats.org/drawingml/2006/main">
              <a:ext uri="{FF2B5EF4-FFF2-40B4-BE49-F238E27FC236}">
                <a16:creationId xmlns:a16="http://schemas.microsoft.com/office/drawing/2014/main" id="{F916BB6C-72C1-44A1-B865-864F0859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6838950"/>
            <a:ext cx="245649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p45-comparison / n178 / text 1">
            <a:extLst xmlns:a="http://schemas.openxmlformats.org/drawingml/2006/main">
              <a:ext uri="{FF2B5EF4-FFF2-40B4-BE49-F238E27FC236}">
                <a16:creationId xmlns:a16="http://schemas.microsoft.com/office/drawing/2014/main" id="{DC5AFC6A-87B6-41E4-AAA2-87341035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6848475"/>
            <a:ext cx="27717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Referent와 Task의 판단</a:t>
            </a:r>
          </a:p>
        </p:txBody>
      </p:sp>
      <p:sp>
        <p:nvSpPr>
          <p:cNvPr id="218" name="dp45-comparison / n179">
            <a:extLst xmlns:a="http://schemas.openxmlformats.org/drawingml/2006/main">
              <a:ext uri="{FF2B5EF4-FFF2-40B4-BE49-F238E27FC236}">
                <a16:creationId xmlns:a16="http://schemas.microsoft.com/office/drawing/2014/main" id="{5B2A1EC8-861B-4425-B022-7D72226C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6829425"/>
            <a:ext cx="1580388" cy="339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p45-comparison / n180 / text 1">
            <a:extLst xmlns:a="http://schemas.openxmlformats.org/drawingml/2006/main">
              <a:ext uri="{FF2B5EF4-FFF2-40B4-BE49-F238E27FC236}">
                <a16:creationId xmlns:a16="http://schemas.microsoft.com/office/drawing/2014/main" id="{8AE667E7-D673-441B-B04C-1CC9068D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6838950"/>
            <a:ext cx="16573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Context Manager 소유</a:t>
            </a:r>
          </a:p>
        </p:txBody>
      </p:sp>
      <p:sp>
        <p:nvSpPr>
          <p:cNvPr id="220" name="dp45-comparison / n180 / text 2">
            <a:extLst xmlns:a="http://schemas.openxmlformats.org/drawingml/2006/main">
              <a:ext uri="{FF2B5EF4-FFF2-40B4-BE49-F238E27FC236}">
                <a16:creationId xmlns:a16="http://schemas.microsoft.com/office/drawing/2014/main" id="{B050E2CF-7F2C-4666-9378-042C09DF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6998970"/>
            <a:ext cx="16573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명시 저장과 삭제</a:t>
            </a:r>
          </a:p>
        </p:txBody>
      </p:sp>
      <p:sp>
        <p:nvSpPr>
          <p:cNvPr id="221" name="dp45-comparison / n182">
            <a:extLst xmlns:a="http://schemas.openxmlformats.org/drawingml/2006/main">
              <a:ext uri="{FF2B5EF4-FFF2-40B4-BE49-F238E27FC236}">
                <a16:creationId xmlns:a16="http://schemas.microsoft.com/office/drawing/2014/main" id="{A15B685D-B349-4338-81D2-21F824D2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191375"/>
            <a:ext cx="670541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p45-comparison / n183 / text 1">
            <a:extLst xmlns:a="http://schemas.openxmlformats.org/drawingml/2006/main">
              <a:ext uri="{FF2B5EF4-FFF2-40B4-BE49-F238E27FC236}">
                <a16:creationId xmlns:a16="http://schemas.microsoft.com/office/drawing/2014/main" id="{8D6F4982-B2BF-4034-9B57-B506FB20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7200900"/>
            <a:ext cx="7658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사용과 채택: 현재 권한과 버전 검사 → State Store / Response 또는 Delegation</a:t>
            </a:r>
          </a:p>
        </p:txBody>
      </p:sp>
      <p:sp>
        <p:nvSpPr>
          <p:cNvPr id="223" name="dp45-comparison / n184">
            <a:extLst xmlns:a="http://schemas.openxmlformats.org/drawingml/2006/main">
              <a:ext uri="{FF2B5EF4-FFF2-40B4-BE49-F238E27FC236}">
                <a16:creationId xmlns:a16="http://schemas.microsoft.com/office/drawing/2014/main" id="{7D4A5A6A-025C-4B44-A5B4-52DB6A31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400925"/>
            <a:ext cx="574548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p45-comparison / n185 / text 1">
            <a:extLst xmlns:a="http://schemas.openxmlformats.org/drawingml/2006/main">
              <a:ext uri="{FF2B5EF4-FFF2-40B4-BE49-F238E27FC236}">
                <a16:creationId xmlns:a16="http://schemas.microsoft.com/office/drawing/2014/main" id="{DAD3DDD2-7F56-45B3-9421-BC02AE07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7410450"/>
            <a:ext cx="7658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공통: Model Access와 공유 Omni 1벌 / B의 관계 생산 session과 KV 추가</a:t>
            </a:r>
          </a:p>
        </p:txBody>
      </p:sp>
    </p:spTree>
    <p:extLst>
      <p:ext uri="{BB962C8B-B14F-4D97-AF65-F5344CB8AC3E}">
        <p14:creationId xmlns:p14="http://schemas.microsoft.com/office/powerpoint/2010/main" val="649496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2026-10-06T14:44:10.5100000Z</dcterms:created>
  <dcterms:modified xsi:type="dcterms:W3CDTF">2026-10-06T14:44:10.5100000Z</dcterms:modified>
</coreProperties>
</file>