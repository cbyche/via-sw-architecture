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f66f3173014dc7" /><Relationship Type="http://schemas.openxmlformats.org/officeDocument/2006/relationships/extended-properties" Target="/docProps/app.xml" Id="R906527813bbd4deb" /><Relationship Type="http://schemas.openxmlformats.org/officeDocument/2006/relationships/officeDocument" Target="/ppt/presentation.xml" Id="R4fa09c5dd27443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46025380334d1e"/>
  </p:sldMasterIdLst>
  <p:notesMasterIdLst>
    <p:notesMasterId xmlns:r="http://schemas.openxmlformats.org/officeDocument/2006/relationships" r:id="R25096de5efcf449d"/>
  </p:notesMasterIdLst>
  <p:sldIdLst>
    <p:sldId xmlns:r="http://schemas.openxmlformats.org/officeDocument/2006/relationships" id="256" r:id="Reea713bd10dd4dde"/>
    <p:sldId xmlns:r="http://schemas.openxmlformats.org/officeDocument/2006/relationships" id="257" r:id="Ree239a3f437f4e9a"/>
    <p:sldId xmlns:r="http://schemas.openxmlformats.org/officeDocument/2006/relationships" id="258" r:id="Rf3095273ab0e41e9"/>
    <p:sldId xmlns:r="http://schemas.openxmlformats.org/officeDocument/2006/relationships" id="259" r:id="Rd35618c9172a4bff"/>
    <p:sldId xmlns:r="http://schemas.openxmlformats.org/officeDocument/2006/relationships" id="260" r:id="R0a687fb5f45b4c29"/>
    <p:sldId xmlns:r="http://schemas.openxmlformats.org/officeDocument/2006/relationships" id="261" r:id="R3dfabe9b2e594c86"/>
    <p:sldId xmlns:r="http://schemas.openxmlformats.org/officeDocument/2006/relationships" id="262" r:id="Rd8725d422ece4df1"/>
    <p:sldId xmlns:r="http://schemas.openxmlformats.org/officeDocument/2006/relationships" id="263" r:id="Re7234d18819b4a2d"/>
    <p:sldId xmlns:r="http://schemas.openxmlformats.org/officeDocument/2006/relationships" id="264" r:id="R8cff203743c845b4"/>
    <p:sldId xmlns:r="http://schemas.openxmlformats.org/officeDocument/2006/relationships" id="265" r:id="R28a48ff53d5b4276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62063c0c24b54" /><Relationship Type="http://schemas.openxmlformats.org/officeDocument/2006/relationships/slideMaster" Target="/ppt/slideMasters/slideMaster1.xml" Id="R1b46025380334d1e" /><Relationship Type="http://schemas.openxmlformats.org/officeDocument/2006/relationships/notesMaster" Target="/ppt/notesMasters/notesMaster1.xml" Id="R25096de5efcf449d" /><Relationship Type="http://schemas.openxmlformats.org/officeDocument/2006/relationships/presProps" Target="/ppt/presProps.xml" Id="Rfaea08f9b25a43b6" /><Relationship Type="http://schemas.openxmlformats.org/officeDocument/2006/relationships/tableStyles" Target="/ppt/tableStyles.xml" Id="Rfb6145f01d15461f" /><Relationship Type="http://schemas.openxmlformats.org/officeDocument/2006/relationships/slide" Target="/ppt/slides/slide1.xml" Id="Reea713bd10dd4dde" /><Relationship Type="http://schemas.openxmlformats.org/officeDocument/2006/relationships/slide" Target="/ppt/slides/slide2.xml" Id="Ree239a3f437f4e9a" /><Relationship Type="http://schemas.openxmlformats.org/officeDocument/2006/relationships/slide" Target="/ppt/slides/slide3.xml" Id="Rf3095273ab0e41e9" /><Relationship Type="http://schemas.openxmlformats.org/officeDocument/2006/relationships/slide" Target="/ppt/slides/slide4.xml" Id="Rd35618c9172a4bff" /><Relationship Type="http://schemas.openxmlformats.org/officeDocument/2006/relationships/slide" Target="/ppt/slides/slide5.xml" Id="R0a687fb5f45b4c29" /><Relationship Type="http://schemas.openxmlformats.org/officeDocument/2006/relationships/slide" Target="/ppt/slides/slide6.xml" Id="R3dfabe9b2e594c86" /><Relationship Type="http://schemas.openxmlformats.org/officeDocument/2006/relationships/slide" Target="/ppt/slides/slide7.xml" Id="Rd8725d422ece4df1" /><Relationship Type="http://schemas.openxmlformats.org/officeDocument/2006/relationships/slide" Target="/ppt/slides/slide8.xml" Id="Re7234d18819b4a2d" /><Relationship Type="http://schemas.openxmlformats.org/officeDocument/2006/relationships/slide" Target="/ppt/slides/slide9.xml" Id="R8cff203743c845b4" /><Relationship Type="http://schemas.openxmlformats.org/officeDocument/2006/relationships/slide" Target="/ppt/slides/slide10.xml" Id="R28a48ff53d5b42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0b9cfdec4c46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9dd9476bfd412d" /><Relationship Type="http://schemas.openxmlformats.org/officeDocument/2006/relationships/notesMaster" Target="/ppt/notesMasters/notesMaster1.xml" Id="R2cb47de1257a44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04255b75e3477a" /><Relationship Type="http://schemas.openxmlformats.org/officeDocument/2006/relationships/notesMaster" Target="/ppt/notesMasters/notesMaster1.xml" Id="R6dd6102ec3094e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f245b6803c4f82" /><Relationship Type="http://schemas.openxmlformats.org/officeDocument/2006/relationships/notesMaster" Target="/ppt/notesMasters/notesMaster1.xml" Id="R55d207abf6cf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cba5fe9a844be" /><Relationship Type="http://schemas.openxmlformats.org/officeDocument/2006/relationships/notesMaster" Target="/ppt/notesMasters/notesMaster1.xml" Id="Ra8324271ed6a4f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cedb5634bd4abf" /><Relationship Type="http://schemas.openxmlformats.org/officeDocument/2006/relationships/notesMaster" Target="/ppt/notesMasters/notesMaster1.xml" Id="Refd805b03d8447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2300e262040d4" /><Relationship Type="http://schemas.openxmlformats.org/officeDocument/2006/relationships/notesMaster" Target="/ppt/notesMasters/notesMaster1.xml" Id="R1c30e114218542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1322f05a6b490b" /><Relationship Type="http://schemas.openxmlformats.org/officeDocument/2006/relationships/notesMaster" Target="/ppt/notesMasters/notesMaster1.xml" Id="R3521cf7d49cd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ea1700f2364100" /><Relationship Type="http://schemas.openxmlformats.org/officeDocument/2006/relationships/notesMaster" Target="/ppt/notesMasters/notesMaster1.xml" Id="R7217de70134b4f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f36269b7c8499b" /><Relationship Type="http://schemas.openxmlformats.org/officeDocument/2006/relationships/notesMaster" Target="/ppt/notesMasters/notesMaster1.xml" Id="Rf7c90b4fdbec41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0b343a67ed4fe1" /><Relationship Type="http://schemas.openxmlformats.org/officeDocument/2006/relationships/notesMaster" Target="/ppt/notesMasters/notesMaster1.xml" Id="R18da5a11c3a3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https://github.com/cbyche/via-sw-architecture/blob/main/docs/architecture/12-decisions/decision-packages/diagrams/dp41-background.svg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04-41. 기능 정확성을 위한 VIA Request 해석 설계</a:t>
            </a:r>
          </a:p>
          <a:p xmlns:a="http://schemas.openxmlformats.org/drawingml/2006/main">
            <a:r>
              <a:t>https://github.com/cbyche/via-sw-architecture/blob/main/docs/architecture/12-decisions/decision-packages/04-41-request-resolution-control.md</a:t>
            </a:r>
          </a:p>
          <a:p xmlns:a="http://schemas.openxmlformats.org/drawingml/2006/main">
            <a:r>
              <a:t>https://github.com/cbyche/via-sw-architecture/blob/main/docs/presentation_files/dp-comparison/dp41-comparison.svg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https://github.com/cbyche/via-sw-architecture/blob/main/docs/architecture/12-decisions/decision-packages/diagrams/dp42-background.svg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04-42. 변경 용이성을 위한 VIA Conversation과 Task 관리 설계</a:t>
            </a:r>
          </a:p>
          <a:p xmlns:a="http://schemas.openxmlformats.org/drawingml/2006/main">
            <a:r>
              <a:t>https://github.com/cbyche/via-sw-architecture/blob/main/docs/architecture/12-decisions/decision-packages/04-42-lifecycle-ownership.md</a:t>
            </a:r>
          </a:p>
          <a:p xmlns:a="http://schemas.openxmlformats.org/drawingml/2006/main">
            <a:r>
              <a:t>https://github.com/cbyche/via-sw-architecture/blob/main/docs/presentation_files/dp-comparison/dp42-comparison.svg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https://github.com/cbyche/via-sw-architecture/blob/main/docs/architecture/12-decisions/decision-packages/diagrams/dp43-background.svg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04-43. 기능 정확성을 위한 VIA Request 의미 판단 설계</a:t>
            </a:r>
          </a:p>
          <a:p xmlns:a="http://schemas.openxmlformats.org/drawingml/2006/main">
            <a:r>
              <a:t>https://github.com/cbyche/via-sw-architecture/blob/main/docs/architecture/12-decisions/decision-packages/04-43-request-interpretation.md</a:t>
            </a:r>
          </a:p>
          <a:p xmlns:a="http://schemas.openxmlformats.org/drawingml/2006/main">
            <a:r>
              <a:t>https://github.com/cbyche/via-sw-architecture/blob/main/docs/presentation_files/dp-comparison/dp43-comparison.svg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https://github.com/cbyche/via-sw-architecture/blob/main/docs/architecture/12-decisions/decision-packages/diagrams/dp44-background.svg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04-44. 반응성을 위한 VIA 지속 입력과 Response 전달 설계</a:t>
            </a:r>
          </a:p>
          <a:p xmlns:a="http://schemas.openxmlformats.org/drawingml/2006/main">
            <a:r>
              <a:t>https://github.com/cbyche/via-sw-architecture/blob/main/docs/architecture/12-decisions/decision-packages/04-44-continuous-interaction.md</a:t>
            </a:r>
          </a:p>
          <a:p xmlns:a="http://schemas.openxmlformats.org/drawingml/2006/main">
            <a:r>
              <a:t>https://github.com/cbyche/via-sw-architecture/blob/main/docs/presentation_files/dp-comparison/dp44-comparison.svg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https://github.com/cbyche/via-sw-architecture/blob/main/docs/architecture/12-decisions/decision-packages/diagrams/dp45-background.svg</a:t>
            </a:r>
          </a:p>
          <a:p xmlns:a="http://schemas.openxmlformats.org/drawingml/2006/main">
            <a:r>
              <a:t>공통 문제와 설계 고려 사항의 배경이며 특정 설계안의 선택을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04-45. 기능 정확성을 위한 VIA 기억과 Context 제공 설계</a:t>
            </a:r>
          </a:p>
          <a:p xmlns:a="http://schemas.openxmlformats.org/drawingml/2006/main">
            <a:r>
              <a:t>https://github.com/cbyche/via-sw-architecture/blob/main/docs/architecture/12-decisions/decision-packages/04-45-memory-and-context.md</a:t>
            </a:r>
          </a:p>
          <a:p xmlns:a="http://schemas.openxmlformats.org/drawingml/2006/main">
            <a:r>
              <a:t>https://github.com/cbyche/via-sw-architecture/blob/main/docs/presentation_files/dp-comparison/dp45-comparison.svg</a:t>
            </a:r>
          </a:p>
          <a:p xmlns:a="http://schemas.openxmlformats.org/drawingml/2006/main">
            <a:r>
              <a:t>수치와 원형 점수는 형식 검토용 예상 예시이며 실측 또는 대안 선정 결과가 아니다. 양안 조건은 본문과 그림의 비교 예시 조건을 따른다.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26c472a8140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674aba27cc49e6" /><Relationship Type="http://schemas.openxmlformats.org/officeDocument/2006/relationships/slideLayout" Target="/ppt/slideLayouts/slideLayout1.xml" Id="Rb40c83d6502f40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0c83d6502f40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da5b806554d26" /><Relationship Type="http://schemas.openxmlformats.org/officeDocument/2006/relationships/notesSlide" Target="/ppt/notesSlides/notesSlide1.xml" Id="R8b89b14158274f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4f996fe554f42" /><Relationship Type="http://schemas.openxmlformats.org/officeDocument/2006/relationships/notesSlide" Target="/ppt/notesSlides/notesSlide2.xml" Id="R4a57a875d5eb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366e76468418e" /><Relationship Type="http://schemas.openxmlformats.org/officeDocument/2006/relationships/notesSlide" Target="/ppt/notesSlides/notesSlide3.xml" Id="Refdb17d331464d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eb6a19a2c460b" /><Relationship Type="http://schemas.openxmlformats.org/officeDocument/2006/relationships/notesSlide" Target="/ppt/notesSlides/notesSlide4.xml" Id="Rea3dd43a4a6f46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f877779245b6" /><Relationship Type="http://schemas.openxmlformats.org/officeDocument/2006/relationships/notesSlide" Target="/ppt/notesSlides/notesSlide5.xml" Id="R2bfd3cdacd3b4f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cc829e5704094" /><Relationship Type="http://schemas.openxmlformats.org/officeDocument/2006/relationships/notesSlide" Target="/ppt/notesSlides/notesSlide6.xml" Id="Ra4d146a5909449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9805bdd524c89" /><Relationship Type="http://schemas.openxmlformats.org/officeDocument/2006/relationships/notesSlide" Target="/ppt/notesSlides/notesSlide7.xml" Id="R86a57b3f02d84d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b3b2ac4f64bb6" /><Relationship Type="http://schemas.openxmlformats.org/officeDocument/2006/relationships/notesSlide" Target="/ppt/notesSlides/notesSlide8.xml" Id="R27e55fcea89046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55ed4dfc44444" /><Relationship Type="http://schemas.openxmlformats.org/officeDocument/2006/relationships/notesSlide" Target="/ppt/notesSlides/notesSlide9.xml" Id="R66190026da8f4d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fb1b4237c4e70" /><Relationship Type="http://schemas.openxmlformats.org/officeDocument/2006/relationships/notesSlide" Target="/ppt/notesSlides/notesSlide10.xml" Id="R43a6dd0a63994c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dp41-background / n1">
            <a:extLst xmlns:a="http://schemas.openxmlformats.org/drawingml/2006/main">
              <a:ext uri="{FF2B5EF4-FFF2-40B4-BE49-F238E27FC236}">
                <a16:creationId xmlns:a16="http://schemas.microsoft.com/office/drawing/2014/main" id="{09BC2267-D72E-4635-A543-5F543AC0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B8C04E19-7B69-4DB2-9C7C-3F77BF32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1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44420CD8-C17D-4E1E-8FDC-1126D2EE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04-41</a:t>
            </a:r>
          </a:p>
        </p:txBody>
      </p:sp>
      <p:sp>
        <p:nvSpPr>
          <p:cNvPr id="4" name="dp41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C736F691-E559-4D82-9FBB-9EF54630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3060D7F4-44FD-43A8-861F-1CB2F5AC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background / n6">
            <a:extLst xmlns:a="http://schemas.openxmlformats.org/drawingml/2006/main">
              <a:ext uri="{FF2B5EF4-FFF2-40B4-BE49-F238E27FC236}">
                <a16:creationId xmlns:a16="http://schemas.microsoft.com/office/drawing/2014/main" id="{316C48F9-1095-40FA-87FB-B04CE73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1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A5904EB5-6784-43CF-9922-9989972D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선택한 표와 이전 보고서의 오연결 위험</a:t>
            </a:r>
          </a:p>
        </p:txBody>
      </p:sp>
      <p:sp>
        <p:nvSpPr>
          <p:cNvPr id="8" name="dp41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AD3ECC30-681D-4BE4-A93F-597E1074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1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2BF57D63-81DF-4428-BEA1-331EE39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1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2CDAA35F-DEC6-4ED6-9287-52130315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1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F09F6A95-B5F2-46C5-B593-44BF0505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1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B089233C-6230-4FF9-8EB2-01E27BC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조회와 의미 완성의 진행 책임 설계</a:t>
            </a:r>
          </a:p>
        </p:txBody>
      </p:sp>
      <p:sp>
        <p:nvSpPr>
          <p:cNvPr id="13" name="dp41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07D7E3E1-F089-4B77-B817-9136FC68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반응성</a:t>
            </a:r>
          </a:p>
        </p:txBody>
      </p:sp>
      <p:sp>
        <p:nvSpPr>
          <p:cNvPr id="14" name="dp41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FEB21018-9646-497F-B701-FEAB718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1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337C1EE2-A972-4032-B16F-23BEC9D0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57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</a:t>
            </a:r>
          </a:p>
        </p:txBody>
      </p:sp>
      <p:sp>
        <p:nvSpPr>
          <p:cNvPr id="16" name="dp41-background / n16">
            <a:extLst xmlns:a="http://schemas.openxmlformats.org/drawingml/2006/main">
              <a:ext uri="{FF2B5EF4-FFF2-40B4-BE49-F238E27FC236}">
                <a16:creationId xmlns:a16="http://schemas.microsoft.com/office/drawing/2014/main" id="{96E48646-BADF-4F57-9B44-A394B870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572750" cy="391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2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3332BFB9-ADBC-499D-B53E-774B0AD4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98488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화면과 VIA 기록 / 설명용 가상 화면</a:t>
            </a:r>
          </a:p>
        </p:txBody>
      </p:sp>
      <p:sp>
        <p:nvSpPr>
          <p:cNvPr id="18" name="dp41-background / n18">
            <a:extLst xmlns:a="http://schemas.openxmlformats.org/drawingml/2006/main">
              <a:ext uri="{FF2B5EF4-FFF2-40B4-BE49-F238E27FC236}">
                <a16:creationId xmlns:a16="http://schemas.microsoft.com/office/drawing/2014/main" id="{A7B9F713-0D12-42A6-A1A8-FEE9867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5410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1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590D90AA-8134-4083-B916-46DDF83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5048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매출 현황.xlsx</a:t>
            </a:r>
          </a:p>
        </p:txBody>
      </p:sp>
      <p:sp>
        <p:nvSpPr>
          <p:cNvPr id="20" name="dp41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87802663-83EB-4AC1-83BA-1A04C13B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5048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선택 범위 A1:D4</a:t>
            </a:r>
          </a:p>
        </p:txBody>
      </p:sp>
      <p:sp>
        <p:nvSpPr>
          <p:cNvPr id="21" name="dp41-background / n21">
            <a:extLst xmlns:a="http://schemas.openxmlformats.org/drawingml/2006/main">
              <a:ext uri="{FF2B5EF4-FFF2-40B4-BE49-F238E27FC236}">
                <a16:creationId xmlns:a16="http://schemas.microsoft.com/office/drawing/2014/main" id="{B47163C3-84E7-4EB5-BA90-F44FB108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22" name="dp41-background / n22">
            <a:extLst xmlns:a="http://schemas.openxmlformats.org/drawingml/2006/main">
              <a:ext uri="{FF2B5EF4-FFF2-40B4-BE49-F238E27FC236}">
                <a16:creationId xmlns:a16="http://schemas.microsoft.com/office/drawing/2014/main" id="{47CBA136-9FE0-42DD-B894-ED4618CD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5029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p41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01D0641A-BB61-4087-9370-4F492ADF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4" name="dp41-background / n24 / path">
            <a:extLst xmlns:a="http://schemas.openxmlformats.org/drawingml/2006/main">
              <a:ext uri="{FF2B5EF4-FFF2-40B4-BE49-F238E27FC236}">
                <a16:creationId xmlns:a16="http://schemas.microsoft.com/office/drawing/2014/main" id="{DBF30B95-E65C-4610-9E5C-12D38C43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5" name="dp41-background / n25 / path">
            <a:extLst xmlns:a="http://schemas.openxmlformats.org/drawingml/2006/main">
              <a:ext uri="{FF2B5EF4-FFF2-40B4-BE49-F238E27FC236}">
                <a16:creationId xmlns:a16="http://schemas.microsoft.com/office/drawing/2014/main" id="{E5A0358F-8431-4639-9590-63CA9E1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10125"/>
            <a:ext cx="953" cy="1638300"/>
          </a:xfrm>
          <a:custGeom xmlns:a="http://schemas.openxmlformats.org/drawingml/2006/main">
            <a:pathLst>
              <a:path w="953" h="1638300">
                <a:moveTo>
                  <a:pt x="0" y="0"/>
                </a:moveTo>
                <a:lnTo>
                  <a:pt x="0" y="16383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6" name="dp41-background / n26 / path">
            <a:extLst xmlns:a="http://schemas.openxmlformats.org/drawingml/2006/main">
              <a:ext uri="{FF2B5EF4-FFF2-40B4-BE49-F238E27FC236}">
                <a16:creationId xmlns:a16="http://schemas.microsoft.com/office/drawing/2014/main" id="{D6391B8E-E515-4F92-9183-11493010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7" name="dp41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26466E28-2CEE-4D7B-AF44-D7FFFFE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29275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8" name="dp41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BC4D336A-7844-4100-9595-0856002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5029200" cy="953"/>
          </a:xfrm>
          <a:custGeom xmlns:a="http://schemas.openxmlformats.org/drawingml/2006/main">
            <a:pathLst>
              <a:path w="5029200" h="953">
                <a:moveTo>
                  <a:pt x="0" y="0"/>
                </a:moveTo>
                <a:lnTo>
                  <a:pt x="5029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29" name="dp41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A9282BBD-D7D9-454F-BF59-9F7ABA0A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항목</a:t>
            </a:r>
          </a:p>
        </p:txBody>
      </p:sp>
      <p:sp>
        <p:nvSpPr>
          <p:cNvPr id="30" name="dp41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B89A188E-563E-4994-AAE9-D67003DD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1분기</a:t>
            </a:r>
          </a:p>
        </p:txBody>
      </p:sp>
      <p:sp>
        <p:nvSpPr>
          <p:cNvPr id="31" name="dp41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C5C5D7C5-6E17-49AF-AA46-1A52AF5B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2분기</a:t>
            </a:r>
          </a:p>
        </p:txBody>
      </p:sp>
      <p:sp>
        <p:nvSpPr>
          <p:cNvPr id="32" name="dp41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80C58644-568B-458E-ACEA-20081768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1490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33" name="dp41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50916781-8DF8-4189-A398-C9931651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A</a:t>
            </a:r>
          </a:p>
        </p:txBody>
      </p:sp>
      <p:sp>
        <p:nvSpPr>
          <p:cNvPr id="34" name="dp41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A60241B5-E983-4587-AFCA-4A96A14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120</a:t>
            </a:r>
          </a:p>
        </p:txBody>
      </p:sp>
      <p:sp>
        <p:nvSpPr>
          <p:cNvPr id="35" name="dp41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704E2604-47C2-4751-BAC5-AD1EB50A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140</a:t>
            </a:r>
          </a:p>
        </p:txBody>
      </p:sp>
      <p:sp>
        <p:nvSpPr>
          <p:cNvPr id="36" name="dp41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AAB9B6FA-1D1A-4960-A966-DA4DF9E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2447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260</a:t>
            </a:r>
          </a:p>
        </p:txBody>
      </p:sp>
      <p:sp>
        <p:nvSpPr>
          <p:cNvPr id="37" name="dp41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F41BE74E-D8B7-4D74-9552-A10EA1F1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제품 B</a:t>
            </a:r>
          </a:p>
        </p:txBody>
      </p:sp>
      <p:sp>
        <p:nvSpPr>
          <p:cNvPr id="38" name="dp41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FF5D15BB-EC07-45A4-8FD0-13B2D62A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80</a:t>
            </a:r>
          </a:p>
        </p:txBody>
      </p:sp>
      <p:sp>
        <p:nvSpPr>
          <p:cNvPr id="39" name="dp41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4763E508-1E66-4FAA-B609-566BA130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</a:t>
            </a:r>
          </a:p>
        </p:txBody>
      </p:sp>
      <p:sp>
        <p:nvSpPr>
          <p:cNvPr id="40" name="dp41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A132C927-FB42-4411-9C40-E1C34592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34050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180</a:t>
            </a:r>
          </a:p>
        </p:txBody>
      </p:sp>
      <p:sp>
        <p:nvSpPr>
          <p:cNvPr id="41" name="dp41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A6967CE4-7A79-4B73-9652-E31E3D4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합계</a:t>
            </a:r>
          </a:p>
        </p:txBody>
      </p:sp>
      <p:sp>
        <p:nvSpPr>
          <p:cNvPr id="42" name="dp41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223CC51F-EDCF-437F-B73C-6D85810D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200</a:t>
            </a:r>
          </a:p>
        </p:txBody>
      </p:sp>
      <p:sp>
        <p:nvSpPr>
          <p:cNvPr id="43" name="dp41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75E77278-A8A5-4AA0-80EF-65A95E6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240</a:t>
            </a:r>
          </a:p>
        </p:txBody>
      </p:sp>
      <p:sp>
        <p:nvSpPr>
          <p:cNvPr id="44" name="dp41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F629C74E-0108-4120-82EF-8DF8D4E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1436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440</a:t>
            </a:r>
          </a:p>
        </p:txBody>
      </p:sp>
      <p:sp>
        <p:nvSpPr>
          <p:cNvPr id="45" name="dp41-background / n45">
            <a:extLst xmlns:a="http://schemas.openxmlformats.org/drawingml/2006/main">
              <a:ext uri="{FF2B5EF4-FFF2-40B4-BE49-F238E27FC236}">
                <a16:creationId xmlns:a16="http://schemas.microsoft.com/office/drawing/2014/main" id="{2E3E1CF9-E6E7-4C01-9B53-BD62DD8D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46482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46" name="dp41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C911000C-20B7-4832-8B0C-CD05A34C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67150"/>
            <a:ext cx="42672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Task 후보</a:t>
            </a:r>
          </a:p>
        </p:txBody>
      </p:sp>
      <p:sp>
        <p:nvSpPr>
          <p:cNvPr id="47" name="dp41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D45A9D7B-3917-466B-ACD8-928B43E4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예산 보고서 Task</a:t>
            </a:r>
          </a:p>
        </p:txBody>
      </p:sp>
      <p:sp>
        <p:nvSpPr>
          <p:cNvPr id="48" name="dp41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8DDEBF60-2E12-4818-8E67-BB9A4370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1487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“예산 보고서 만들어줘” / 진행 중</a:t>
            </a:r>
          </a:p>
        </p:txBody>
      </p:sp>
      <p:sp>
        <p:nvSpPr>
          <p:cNvPr id="49" name="dp41-background / n49 / path">
            <a:extLst xmlns:a="http://schemas.openxmlformats.org/drawingml/2006/main">
              <a:ext uri="{FF2B5EF4-FFF2-40B4-BE49-F238E27FC236}">
                <a16:creationId xmlns:a16="http://schemas.microsoft.com/office/drawing/2014/main" id="{41A65892-0DDD-4DA7-8584-3A04DE7C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267200" cy="953"/>
          </a:xfrm>
          <a:custGeom xmlns:a="http://schemas.openxmlformats.org/drawingml/2006/main">
            <a:pathLst>
              <a:path w="4267200" h="953">
                <a:moveTo>
                  <a:pt x="0" y="0"/>
                </a:moveTo>
                <a:lnTo>
                  <a:pt x="426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50" name="dp41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790C0779-0F2B-4E1E-84BB-0EFA8E79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05425"/>
            <a:ext cx="42672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실적 보고서 Task</a:t>
            </a:r>
          </a:p>
        </p:txBody>
      </p:sp>
      <p:sp>
        <p:nvSpPr>
          <p:cNvPr id="51" name="dp41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75C0A0E5-C0A5-4C82-B495-5E29930F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86425"/>
            <a:ext cx="426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“실적 보고서 만들어줘” / 진행 중</a:t>
            </a:r>
          </a:p>
        </p:txBody>
      </p:sp>
      <p:sp>
        <p:nvSpPr>
          <p:cNvPr id="52" name="dp41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923158AC-4857-4EDC-9F7F-2C72EC2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334125"/>
            <a:ext cx="42672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연결할 Task 미확정</a:t>
            </a:r>
          </a:p>
        </p:txBody>
      </p:sp>
      <p:sp>
        <p:nvSpPr>
          <p:cNvPr id="53" name="dp41-background / n53">
            <a:extLst xmlns:a="http://schemas.openxmlformats.org/drawingml/2006/main">
              <a:ext uri="{FF2B5EF4-FFF2-40B4-BE49-F238E27FC236}">
                <a16:creationId xmlns:a16="http://schemas.microsoft.com/office/drawing/2014/main" id="{94209D71-5395-4BC5-8912-0EBB5F3F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0450"/>
            <a:ext cx="10572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p41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524A4B0D-8C08-46A6-9451-2B561959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72375"/>
            <a:ext cx="101727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Request의 고정 조건 / 초안 작성, 발송 제외</a:t>
            </a:r>
          </a:p>
        </p:txBody>
      </p:sp>
      <p:sp>
        <p:nvSpPr>
          <p:cNvPr id="55" name="dp41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2F8E4AD2-A8AA-4C4A-9DD5-6311C492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선택 자료의 확인</a:t>
            </a:r>
          </a:p>
        </p:txBody>
      </p:sp>
      <p:sp>
        <p:nvSpPr>
          <p:cNvPr id="56" name="dp41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7684C8CC-0F10-4ECB-A382-0C4C8CDF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 정보와 Referent 범위 확인</a:t>
            </a:r>
          </a:p>
        </p:txBody>
      </p:sp>
      <p:sp>
        <p:nvSpPr>
          <p:cNvPr id="57" name="dp41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355E9C8B-F74B-4B3A-973D-ECD4BB1A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관련 Task의 구분</a:t>
            </a:r>
          </a:p>
        </p:txBody>
      </p:sp>
      <p:sp>
        <p:nvSpPr>
          <p:cNvPr id="58" name="dp41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A953EB50-79E3-4AF3-B6B5-3D14E02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Request와 현재 Task 상태 확인</a:t>
            </a:r>
          </a:p>
        </p:txBody>
      </p:sp>
      <p:sp>
        <p:nvSpPr>
          <p:cNvPr id="59" name="dp41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2D81CDF5-C3EC-40B0-946F-1B3B880A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정보 보완과 조건 유지</a:t>
            </a:r>
          </a:p>
        </p:txBody>
      </p:sp>
      <p:sp>
        <p:nvSpPr>
          <p:cNvPr id="60" name="dp41-background / n60 / text 1">
            <a:extLst xmlns:a="http://schemas.openxmlformats.org/drawingml/2006/main">
              <a:ext uri="{FF2B5EF4-FFF2-40B4-BE49-F238E27FC236}">
                <a16:creationId xmlns:a16="http://schemas.microsoft.com/office/drawing/2014/main" id="{1A431A99-F66E-4E3B-86EE-5E05FC17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미확정 Task의 Clarification과</a:t>
            </a:r>
          </a:p>
        </p:txBody>
      </p:sp>
      <p:sp>
        <p:nvSpPr>
          <p:cNvPr id="61" name="dp41-background / n60 / text 2">
            <a:extLst xmlns:a="http://schemas.openxmlformats.org/drawingml/2006/main">
              <a:ext uri="{FF2B5EF4-FFF2-40B4-BE49-F238E27FC236}">
                <a16:creationId xmlns:a16="http://schemas.microsoft.com/office/drawing/2014/main" id="{DFABC0D6-5532-4D16-800D-1E6509A3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초안 조건의 보존</a:t>
            </a:r>
          </a:p>
        </p:txBody>
      </p:sp>
    </p:spTree>
    <p:extLst>
      <p:ext uri="{BB962C8B-B14F-4D97-AF65-F5344CB8AC3E}">
        <p14:creationId xmlns:p14="http://schemas.microsoft.com/office/powerpoint/2010/main" val="20846617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1-comparison / n1">
            <a:extLst xmlns:a="http://schemas.openxmlformats.org/drawingml/2006/main">
              <a:ext uri="{FF2B5EF4-FFF2-40B4-BE49-F238E27FC236}">
                <a16:creationId xmlns:a16="http://schemas.microsoft.com/office/drawing/2014/main" id="{6191DCDF-209D-4441-8BA6-5749EDAB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1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863A9AE1-6E48-4155-BC7B-FFC7BD29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1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686D7E5C-2C54-41D4-BE47-F7B31C1C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1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61E8B29C-81AC-46C4-9699-8AF63F2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04-41. 기능 정확성을 위한 VIA Request 해석 설계</a:t>
            </a:r>
          </a:p>
        </p:txBody>
      </p:sp>
      <p:sp>
        <p:nvSpPr>
          <p:cNvPr id="5" name="dp41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C071238D-485F-4714-8EBF-26BD58D1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1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8CB7A62E-6F07-4BE1-B2C1-F4073C9E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 표를 아까 보고서에 넣고, 메일은 초안만 만들어.” / 보고서 Task 후보 2개</a:t>
            </a:r>
          </a:p>
        </p:txBody>
      </p:sp>
      <p:sp>
        <p:nvSpPr>
          <p:cNvPr id="7" name="dp41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B85913F7-5E55-456D-ADA2-A010B20A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1-comparison / n8">
            <a:extLst xmlns:a="http://schemas.openxmlformats.org/drawingml/2006/main">
              <a:ext uri="{FF2B5EF4-FFF2-40B4-BE49-F238E27FC236}">
                <a16:creationId xmlns:a16="http://schemas.microsoft.com/office/drawing/2014/main" id="{729B40D1-3017-479C-96F8-432A6B3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1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99C00BA6-37F3-44BC-8C47-5DF04575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1-comparison / n10">
            <a:extLst xmlns:a="http://schemas.openxmlformats.org/drawingml/2006/main">
              <a:ext uri="{FF2B5EF4-FFF2-40B4-BE49-F238E27FC236}">
                <a16:creationId xmlns:a16="http://schemas.microsoft.com/office/drawing/2014/main" id="{B1DA9922-B12E-46D3-8754-5985FBF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1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30E21D6D-5434-405B-B61D-A118695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1-comparison / n12">
            <a:extLst xmlns:a="http://schemas.openxmlformats.org/drawingml/2006/main">
              <a:ext uri="{FF2B5EF4-FFF2-40B4-BE49-F238E27FC236}">
                <a16:creationId xmlns:a16="http://schemas.microsoft.com/office/drawing/2014/main" id="{B0DFD976-C6E5-4BB7-A018-FDC66179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1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0C9B5C3B-7C06-4943-95B4-3BC6152C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1-comparison / n14">
            <a:extLst xmlns:a="http://schemas.openxmlformats.org/drawingml/2006/main">
              <a:ext uri="{FF2B5EF4-FFF2-40B4-BE49-F238E27FC236}">
                <a16:creationId xmlns:a16="http://schemas.microsoft.com/office/drawing/2014/main" id="{D056429D-3E2A-4B64-8ACB-61918AB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1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45A4A519-7CF5-45FF-9491-4DEE221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1-comparison / n16">
            <a:extLst xmlns:a="http://schemas.openxmlformats.org/drawingml/2006/main">
              <a:ext uri="{FF2B5EF4-FFF2-40B4-BE49-F238E27FC236}">
                <a16:creationId xmlns:a16="http://schemas.microsoft.com/office/drawing/2014/main" id="{97B74FA9-7CD2-4A60-BB5B-C932D047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1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7D2FA3B8-6090-4267-BCAE-3EDBE588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1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B2331F1C-8623-4487-9950-4A7AA9AE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1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A3AADC48-6612-41D0-876E-824CE30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1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16CF5022-52F2-4834-B6B4-2D3D66F7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1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BF2D67AF-94C3-460F-B75E-61507577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모델 중심 ReAct 해석</a:t>
            </a:r>
          </a:p>
        </p:txBody>
      </p:sp>
      <p:sp>
        <p:nvSpPr>
          <p:cNvPr id="22" name="dp41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2E51B28E-EC14-4C42-8878-A1764C32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열린 관계 표현의 지원 확대, 지원율 100% (기능 완전성 ↑)</a:t>
            </a:r>
          </a:p>
        </p:txBody>
      </p:sp>
      <p:sp>
        <p:nvSpPr>
          <p:cNvPr id="23" name="dp41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3698E7D3-D793-4311-8A3E-5A2A38BA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코드 변경 축소, 평균 2.0개 (변경 용이성 ↑)</a:t>
            </a:r>
          </a:p>
        </p:txBody>
      </p:sp>
      <p:sp>
        <p:nvSpPr>
          <p:cNvPr id="24" name="dp41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62484ED3-C134-4D46-9772-5934552A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조회와 모델 재판단으로 완료시간 6.0 s (요청 완료 신속성 ↓)</a:t>
            </a:r>
          </a:p>
        </p:txBody>
      </p:sp>
      <p:sp>
        <p:nvSpPr>
          <p:cNvPr id="25" name="dp41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2675D6EA-C394-492B-9363-0878557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26" name="dp41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690420FE-C121-4E97-AC38-643DF35B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1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99DF028F-A1BE-49FD-B63D-D73FA2D8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28" name="dp41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03F66E7A-0B1D-4F43-B42F-118630DF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29" name="dp41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0796070C-2320-453B-88BC-A4DC8738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1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DCC60192-6A82-4CE7-B9E1-0312E102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1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2AB6466E-12FD-4019-8EDF-BF22CAE7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6.0 s</a:t>
            </a:r>
          </a:p>
        </p:txBody>
      </p:sp>
      <p:sp>
        <p:nvSpPr>
          <p:cNvPr id="32" name="dp41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B62342E7-7FC6-48F6-914F-ED2441F9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1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F019951C-7D28-45E7-BC42-8817583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1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2D5322D4-6D1F-4EF2-B66F-9A99346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1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FE0EDD50-2853-404C-9B17-8891EEC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36" name="dp41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E396BDFB-1C79-43DB-B17D-E2261D61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1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5BA2FCE0-F5DA-47B6-B6AE-49556168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모델 틀 생성과 코드 중심 의미 완성</a:t>
            </a:r>
          </a:p>
        </p:txBody>
      </p:sp>
      <p:sp>
        <p:nvSpPr>
          <p:cNvPr id="38" name="dp41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0618F903-D860-4F37-BCAC-99AF70ED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지원 관계의 코드 결합으로 완료시간 4.5 s (요청 완료 신속성 ↑)</a:t>
            </a:r>
          </a:p>
        </p:txBody>
      </p:sp>
      <p:sp>
        <p:nvSpPr>
          <p:cNvPr id="39" name="dp41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6454787B-6AAA-4E70-AD14-0C386DA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유한 표현 체계 밖 관계의 지원 제한, 지원율 87.2% (기능 완전성 ↓)</a:t>
            </a:r>
          </a:p>
        </p:txBody>
      </p:sp>
      <p:sp>
        <p:nvSpPr>
          <p:cNvPr id="40" name="dp41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BA5F9756-7630-4677-847E-28FE1320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새 관계의 틀과 결합 규칙 확장, 평균 4.0개 (변경 용이성 ↓)</a:t>
            </a:r>
          </a:p>
        </p:txBody>
      </p:sp>
      <p:sp>
        <p:nvSpPr>
          <p:cNvPr id="41" name="dp41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B301743D-A165-4B8E-9E15-41B15004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V-03 기능 완전성</a:t>
            </a:r>
          </a:p>
        </p:txBody>
      </p:sp>
      <p:sp>
        <p:nvSpPr>
          <p:cNvPr id="42" name="dp41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C6E69606-8709-4680-B8B3-D7D42CB4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1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E4BCF583-A337-4025-AD00-267EA393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87.2%</a:t>
            </a:r>
          </a:p>
        </p:txBody>
      </p:sp>
      <p:sp>
        <p:nvSpPr>
          <p:cNvPr id="44" name="dp41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C69A6E4A-922E-404D-86D0-52C496B9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기능 지원 달성률 ↑</a:t>
            </a:r>
          </a:p>
        </p:txBody>
      </p:sp>
      <p:sp>
        <p:nvSpPr>
          <p:cNvPr id="45" name="dp41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FD7D9C5E-D486-4010-9DF8-32A85313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1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CB868513-6120-472E-98B5-5E04C3E4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1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47E2FC05-FACB-48B3-B058-06E3CBE1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1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EB06C0C3-4264-43FD-89CC-7609FF36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1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A3652D28-53CC-4D1F-BC59-C02B44D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1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D2E09071-BE18-4DD0-B040-9C3B518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51" name="dp41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4FCEBC37-A460-4FEC-B0E2-7C1395E8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52" name="dp41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A780F6C8-173C-4F9B-8A0B-A65A3BE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1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3C3D59A3-7532-4BE0-82E6-F8E64099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열린 관계 표현 포함 / 시간 비교는 양안 지원 범위의 같은 Request</a:t>
            </a:r>
          </a:p>
        </p:txBody>
      </p:sp>
      <p:sp>
        <p:nvSpPr>
          <p:cNvPr id="54" name="dp41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3B83896D-BA7A-4013-A8F1-C5A1FF5B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1-comparison / n54">
            <a:extLst xmlns:a="http://schemas.openxmlformats.org/drawingml/2006/main">
              <a:ext uri="{FF2B5EF4-FFF2-40B4-BE49-F238E27FC236}">
                <a16:creationId xmlns:a16="http://schemas.microsoft.com/office/drawing/2014/main" id="{3F28C791-F857-4560-8781-FCF46F6A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1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A415BE15-F4EE-40D3-807A-0213D1C5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1-comparison / n56">
            <a:extLst xmlns:a="http://schemas.openxmlformats.org/drawingml/2006/main">
              <a:ext uri="{FF2B5EF4-FFF2-40B4-BE49-F238E27FC236}">
                <a16:creationId xmlns:a16="http://schemas.microsoft.com/office/drawing/2014/main" id="{70EBA111-06BE-453A-8AFE-0A53E8AE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1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67076CA2-1C61-4648-A3E0-59FD9BE8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1-comparison / n58">
            <a:extLst xmlns:a="http://schemas.openxmlformats.org/drawingml/2006/main">
              <a:ext uri="{FF2B5EF4-FFF2-40B4-BE49-F238E27FC236}">
                <a16:creationId xmlns:a16="http://schemas.microsoft.com/office/drawing/2014/main" id="{7D5CB58D-DCDE-4D1D-B733-26AB8C67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1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D5C120D7-B188-44A9-A994-C37C1F7D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1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643969F3-39A5-45F5-8DDE-B63DD10F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1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8AF27037-40C2-4507-92BC-C1C71DE1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1-comparison / n67">
            <a:extLst xmlns:a="http://schemas.openxmlformats.org/drawingml/2006/main">
              <a:ext uri="{FF2B5EF4-FFF2-40B4-BE49-F238E27FC236}">
                <a16:creationId xmlns:a16="http://schemas.microsoft.com/office/drawing/2014/main" id="{3F32ED1E-CEBF-44E4-87CC-9E3542E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09950"/>
            <a:ext cx="55626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1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CD77433F-A849-4648-8A52-E781AAF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0520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1-comparison / n69">
            <a:extLst xmlns:a="http://schemas.openxmlformats.org/drawingml/2006/main">
              <a:ext uri="{FF2B5EF4-FFF2-40B4-BE49-F238E27FC236}">
                <a16:creationId xmlns:a16="http://schemas.microsoft.com/office/drawing/2014/main" id="{48BB7AE5-36F8-43DA-AAFB-87D2F291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2314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1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B2177788-4913-46EC-AA37-ECA3371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624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ReAct 해석 제어기</a:t>
            </a:r>
          </a:p>
        </p:txBody>
      </p:sp>
      <p:sp>
        <p:nvSpPr>
          <p:cNvPr id="67" name="dp41-comparison / n71">
            <a:extLst xmlns:a="http://schemas.openxmlformats.org/drawingml/2006/main">
              <a:ext uri="{FF2B5EF4-FFF2-40B4-BE49-F238E27FC236}">
                <a16:creationId xmlns:a16="http://schemas.microsoft.com/office/drawing/2014/main" id="{9814FBA3-D56D-483B-BF5F-14D66AEE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371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1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6791E053-798A-4315-96D1-48FAF46F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62400"/>
            <a:ext cx="2200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읽기 도구 실행기</a:t>
            </a:r>
          </a:p>
        </p:txBody>
      </p:sp>
      <p:sp>
        <p:nvSpPr>
          <p:cNvPr id="69" name="dp41-comparison / n73">
            <a:extLst xmlns:a="http://schemas.openxmlformats.org/drawingml/2006/main">
              <a:ext uri="{FF2B5EF4-FFF2-40B4-BE49-F238E27FC236}">
                <a16:creationId xmlns:a16="http://schemas.microsoft.com/office/drawing/2014/main" id="{B23114EF-B4AE-4723-8498-A3D428DD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23145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0" name="dp41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9DFBEE89-2669-472D-842D-67452CE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1970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의미 제안 검증기</a:t>
            </a:r>
          </a:p>
        </p:txBody>
      </p:sp>
      <p:sp>
        <p:nvSpPr>
          <p:cNvPr id="71" name="dp41-comparison / n75">
            <a:extLst xmlns:a="http://schemas.openxmlformats.org/drawingml/2006/main">
              <a:ext uri="{FF2B5EF4-FFF2-40B4-BE49-F238E27FC236}">
                <a16:creationId xmlns:a16="http://schemas.microsoft.com/office/drawing/2014/main" id="{A5F07781-58B5-47B6-964B-9BDDDFA0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2371725" cy="4953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2" name="dp41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5A5BA508-D6B2-4D83-A0CC-F0E0FDAE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248275"/>
            <a:ext cx="2200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임시 해석 상태</a:t>
            </a:r>
          </a:p>
        </p:txBody>
      </p:sp>
      <p:sp>
        <p:nvSpPr>
          <p:cNvPr id="73" name="dp41-comparison / n77 / path">
            <a:extLst xmlns:a="http://schemas.openxmlformats.org/drawingml/2006/main">
              <a:ext uri="{FF2B5EF4-FFF2-40B4-BE49-F238E27FC236}">
                <a16:creationId xmlns:a16="http://schemas.microsoft.com/office/drawing/2014/main" id="{D4200890-1EF2-4186-BD62-95696E03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3038475"/>
            <a:ext cx="2719388" cy="819150"/>
          </a:xfrm>
          <a:custGeom xmlns:a="http://schemas.openxmlformats.org/drawingml/2006/main">
            <a:pathLst>
              <a:path w="2719388" h="819150">
                <a:moveTo>
                  <a:pt x="2719388" y="0"/>
                </a:moveTo>
                <a:lnTo>
                  <a:pt x="2719388" y="247650"/>
                </a:lnTo>
                <a:lnTo>
                  <a:pt x="4763" y="247650"/>
                </a:lnTo>
                <a:lnTo>
                  <a:pt x="0" y="8191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1-comparison / n77 / arrow">
            <a:extLst xmlns:a="http://schemas.openxmlformats.org/drawingml/2006/main">
              <a:ext uri="{FF2B5EF4-FFF2-40B4-BE49-F238E27FC236}">
                <a16:creationId xmlns:a16="http://schemas.microsoft.com/office/drawing/2014/main" id="{940B350D-2EDF-4096-99BF-671EB5CF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71" y="373520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0"/>
                </a:moveTo>
                <a:lnTo>
                  <a:pt x="59942" y="122424"/>
                </a:lnTo>
                <a:lnTo>
                  <a:pt x="121916" y="10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1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EB0E29F0-73A8-4D0A-9A89-92ED7C4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1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6FB799A3-860B-49EE-9C82-6E72EAE2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080" y="39300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1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0C94B563-2B63-4BBC-A89F-48A18E9B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91000"/>
            <a:ext cx="495300" cy="953"/>
          </a:xfrm>
          <a:custGeom xmlns:a="http://schemas.openxmlformats.org/drawingml/2006/main">
            <a:pathLst>
              <a:path w="495300" h="953">
                <a:moveTo>
                  <a:pt x="495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8" name="dp41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08ED5C25-ED1D-4CF9-AB21-4C2D8EB2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300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1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10D223BE-5539-4B55-97AE-77E5220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4314825"/>
            <a:ext cx="953" cy="809625"/>
          </a:xfrm>
          <a:custGeom xmlns:a="http://schemas.openxmlformats.org/drawingml/2006/main">
            <a:pathLst>
              <a:path w="953" h="809625">
                <a:moveTo>
                  <a:pt x="0" y="0"/>
                </a:moveTo>
                <a:lnTo>
                  <a:pt x="0" y="809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0" name="dp41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D2D3FA15-7FB3-4D22-94FA-F4500097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8453" y="50025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1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966880C1-74E0-4583-B3CF-8D359BFF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7863" y="4314825"/>
            <a:ext cx="953" cy="771525"/>
          </a:xfrm>
          <a:custGeom xmlns:a="http://schemas.openxmlformats.org/drawingml/2006/main">
            <a:pathLst>
              <a:path w="953" h="771525">
                <a:moveTo>
                  <a:pt x="0" y="0"/>
                </a:move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1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F0F0D5BB-E228-4DC0-A108-707C2F9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903" y="4964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1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E249EE67-EF61-45C6-AFCE-638469F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495300" cy="1247775"/>
          </a:xfrm>
          <a:custGeom xmlns:a="http://schemas.openxmlformats.org/drawingml/2006/main">
            <a:pathLst>
              <a:path w="495300" h="1247775">
                <a:moveTo>
                  <a:pt x="495300" y="1247775"/>
                </a:moveTo>
                <a:lnTo>
                  <a:pt x="228600" y="1247775"/>
                </a:lnTo>
                <a:lnTo>
                  <a:pt x="228600" y="1905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1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CBD43D71-5ED4-4D4C-A9FF-334A0BAA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86225"/>
            <a:ext cx="132687" cy="124882"/>
          </a:xfrm>
          <a:custGeom xmlns:a="http://schemas.openxmlformats.org/drawingml/2006/main">
            <a:pathLst>
              <a:path w="132687" h="124882">
                <a:moveTo>
                  <a:pt x="132687" y="31221"/>
                </a:moveTo>
                <a:lnTo>
                  <a:pt x="0" y="0"/>
                </a:lnTo>
                <a:lnTo>
                  <a:pt x="54636" y="12488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1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FCB30E1D-B86F-49A1-A6E1-200CDCDB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86225"/>
            <a:ext cx="104775" cy="1257300"/>
          </a:xfrm>
          <a:custGeom xmlns:a="http://schemas.openxmlformats.org/drawingml/2006/main">
            <a:pathLst>
              <a:path w="104775" h="1257300">
                <a:moveTo>
                  <a:pt x="104775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6" name="dp41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53EF6542-684B-42DA-AA32-EB0DBE6D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" y="4025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1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69486027-D9EC-484A-88B5-67081DD4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2857500"/>
            <a:ext cx="4500563" cy="1000125"/>
          </a:xfrm>
          <a:custGeom xmlns:a="http://schemas.openxmlformats.org/drawingml/2006/main">
            <a:pathLst>
              <a:path w="4500563" h="1000125">
                <a:moveTo>
                  <a:pt x="0" y="1000125"/>
                </a:moveTo>
                <a:lnTo>
                  <a:pt x="4763" y="885825"/>
                </a:lnTo>
                <a:lnTo>
                  <a:pt x="4338638" y="885825"/>
                </a:lnTo>
                <a:lnTo>
                  <a:pt x="4338638" y="0"/>
                </a:lnTo>
                <a:lnTo>
                  <a:pt x="4500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8" name="dp41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11A4B0D6-84B3-4BDC-80C4-FFA5AC85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0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1-comparison / n95">
            <a:extLst xmlns:a="http://schemas.openxmlformats.org/drawingml/2006/main">
              <a:ext uri="{FF2B5EF4-FFF2-40B4-BE49-F238E27FC236}">
                <a16:creationId xmlns:a16="http://schemas.microsoft.com/office/drawing/2014/main" id="{E468A19F-DBA9-46EB-9A25-E408324F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1-comparison / n96 / text 1">
            <a:extLst xmlns:a="http://schemas.openxmlformats.org/drawingml/2006/main">
              <a:ext uri="{FF2B5EF4-FFF2-40B4-BE49-F238E27FC236}">
                <a16:creationId xmlns:a16="http://schemas.microsoft.com/office/drawing/2014/main" id="{FB129729-38A1-4FE9-90A2-142C04BF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91" name="dp41-comparison / n97">
            <a:extLst xmlns:a="http://schemas.openxmlformats.org/drawingml/2006/main">
              <a:ext uri="{FF2B5EF4-FFF2-40B4-BE49-F238E27FC236}">
                <a16:creationId xmlns:a16="http://schemas.microsoft.com/office/drawing/2014/main" id="{9BE285BB-AB2F-40D8-938C-D9A2038B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1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CE8AC5D6-A39A-4C57-AF7B-844DAF09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93" name="dp41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E1C78D40-144D-4E3A-B4F3-A191DD8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1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696A6A13-3AAB-43BE-B6CC-6C866480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56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1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F64D6B8D-EE05-4CA3-89FC-681702F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86225"/>
            <a:ext cx="457200" cy="323850"/>
          </a:xfrm>
          <a:custGeom xmlns:a="http://schemas.openxmlformats.org/drawingml/2006/main">
            <a:pathLst>
              <a:path w="457200" h="323850">
                <a:moveTo>
                  <a:pt x="0" y="0"/>
                </a:moveTo>
                <a:lnTo>
                  <a:pt x="295275" y="0"/>
                </a:lnTo>
                <a:lnTo>
                  <a:pt x="295275" y="323850"/>
                </a:lnTo>
                <a:lnTo>
                  <a:pt x="457200" y="3190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1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A8A74C71-389C-42AB-9433-86092F2E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26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1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D1FF631B-9DBC-4572-9A76-54331F3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00525"/>
            <a:ext cx="457200" cy="357188"/>
          </a:xfrm>
          <a:custGeom xmlns:a="http://schemas.openxmlformats.org/drawingml/2006/main">
            <a:pathLst>
              <a:path w="457200" h="357188">
                <a:moveTo>
                  <a:pt x="457200" y="357188"/>
                </a:moveTo>
                <a:lnTo>
                  <a:pt x="371475" y="352425"/>
                </a:lnTo>
                <a:lnTo>
                  <a:pt x="37147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1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C74A5CFD-5098-4BEA-B0B8-52A887DB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1395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1-comparison / n108">
            <a:extLst xmlns:a="http://schemas.openxmlformats.org/drawingml/2006/main">
              <a:ext uri="{FF2B5EF4-FFF2-40B4-BE49-F238E27FC236}">
                <a16:creationId xmlns:a16="http://schemas.microsoft.com/office/drawing/2014/main" id="{6169FC03-6CFE-4C1D-BB39-4C234A12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0" name="dp41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FB9188B3-5F2B-44F4-9DB5-70911FBC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01" name="dp41-comparison / n110">
            <a:extLst xmlns:a="http://schemas.openxmlformats.org/drawingml/2006/main">
              <a:ext uri="{FF2B5EF4-FFF2-40B4-BE49-F238E27FC236}">
                <a16:creationId xmlns:a16="http://schemas.microsoft.com/office/drawing/2014/main" id="{C917EEFB-F6EA-4AA2-9F80-684EF77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02" name="dp41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ADE10287-DE56-4B8A-B0C9-29079EDE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03" name="dp41-comparison / n112">
            <a:extLst xmlns:a="http://schemas.openxmlformats.org/drawingml/2006/main">
              <a:ext uri="{FF2B5EF4-FFF2-40B4-BE49-F238E27FC236}">
                <a16:creationId xmlns:a16="http://schemas.microsoft.com/office/drawing/2014/main" id="{C6434A77-C9FE-4A6D-8186-3595969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4" name="dp41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585BB7D5-A309-4F69-91A6-C5F936A8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05" name="dp41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E7483190-B42D-40FD-A632-B52E69E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562600"/>
            <a:ext cx="109538" cy="962025"/>
          </a:xfrm>
          <a:custGeom xmlns:a="http://schemas.openxmlformats.org/drawingml/2006/main">
            <a:pathLst>
              <a:path w="109538" h="962025">
                <a:moveTo>
                  <a:pt x="109538" y="0"/>
                </a:moveTo>
                <a:lnTo>
                  <a:pt x="104775" y="571500"/>
                </a:lnTo>
                <a:lnTo>
                  <a:pt x="0" y="571500"/>
                </a:lnTo>
                <a:lnTo>
                  <a:pt x="0" y="962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6" name="dp41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9F16266C-367C-476F-AE4D-C18C984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7" name="dp41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937CC11D-B5A5-4062-8333-88EC2EF6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8" name="dp41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88762B19-1889-4152-BAB8-C2B2B43B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9" name="dp41-comparison / n116 / path">
            <a:extLst xmlns:a="http://schemas.openxmlformats.org/drawingml/2006/main">
              <a:ext uri="{FF2B5EF4-FFF2-40B4-BE49-F238E27FC236}">
                <a16:creationId xmlns:a16="http://schemas.microsoft.com/office/drawing/2014/main" id="{C91B0A33-1CC3-4925-BF39-DC3D59E9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0" name="dp41-comparison / n116 / arrow">
            <a:extLst xmlns:a="http://schemas.openxmlformats.org/drawingml/2006/main">
              <a:ext uri="{FF2B5EF4-FFF2-40B4-BE49-F238E27FC236}">
                <a16:creationId xmlns:a16="http://schemas.microsoft.com/office/drawing/2014/main" id="{FB4BEA5C-40F1-48B3-92BB-650B4957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1" name="dp41-comparison / n60">
            <a:extLst xmlns:a="http://schemas.openxmlformats.org/drawingml/2006/main">
              <a:ext uri="{FF2B5EF4-FFF2-40B4-BE49-F238E27FC236}">
                <a16:creationId xmlns:a16="http://schemas.microsoft.com/office/drawing/2014/main" id="{73249B7E-4A7B-4552-B0E8-FA5F5304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1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906909F3-6C77-48E9-952C-DAF8D043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13" name="dp41-comparison / n62">
            <a:extLst xmlns:a="http://schemas.openxmlformats.org/drawingml/2006/main">
              <a:ext uri="{FF2B5EF4-FFF2-40B4-BE49-F238E27FC236}">
                <a16:creationId xmlns:a16="http://schemas.microsoft.com/office/drawing/2014/main" id="{428547EE-594C-4896-8D05-D98461AE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1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06D02611-AE19-42FF-A649-AADF99B9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15" name="dp41-comparison / n65">
            <a:extLst xmlns:a="http://schemas.openxmlformats.org/drawingml/2006/main">
              <a:ext uri="{FF2B5EF4-FFF2-40B4-BE49-F238E27FC236}">
                <a16:creationId xmlns:a16="http://schemas.microsoft.com/office/drawing/2014/main" id="{C74F7F08-DAAE-4C45-AD62-41432FE6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1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47765FE5-F6A6-4B00-8929-CF13A6EF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17" name="dp41-comparison / n78">
            <a:extLst xmlns:a="http://schemas.openxmlformats.org/drawingml/2006/main">
              <a:ext uri="{FF2B5EF4-FFF2-40B4-BE49-F238E27FC236}">
                <a16:creationId xmlns:a16="http://schemas.microsoft.com/office/drawing/2014/main" id="{E434A0DF-55CF-4C61-A7E2-575EF86E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27302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1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B6987A43-4279-4F26-9AFE-1D26FBB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4762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모델의 읽기 선택과 의미 제안</a:t>
            </a:r>
          </a:p>
        </p:txBody>
      </p:sp>
      <p:sp>
        <p:nvSpPr>
          <p:cNvPr id="119" name="dp41-comparison / n82">
            <a:extLst xmlns:a="http://schemas.openxmlformats.org/drawingml/2006/main">
              <a:ext uri="{FF2B5EF4-FFF2-40B4-BE49-F238E27FC236}">
                <a16:creationId xmlns:a16="http://schemas.microsoft.com/office/drawing/2014/main" id="{7B6BC810-3E7B-4A52-A4E9-AB4CA8EB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448175"/>
            <a:ext cx="3214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1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5FFFF426-69AE-466B-840C-2742AD57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57700"/>
            <a:ext cx="50958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허용 읽기 → 정보 반환 → 모델 재판단</a:t>
            </a:r>
          </a:p>
        </p:txBody>
      </p:sp>
      <p:sp>
        <p:nvSpPr>
          <p:cNvPr id="121" name="dp41-comparison / n85">
            <a:extLst xmlns:a="http://schemas.openxmlformats.org/drawingml/2006/main">
              <a:ext uri="{FF2B5EF4-FFF2-40B4-BE49-F238E27FC236}">
                <a16:creationId xmlns:a16="http://schemas.microsoft.com/office/drawing/2014/main" id="{E68F6D17-F980-41C2-8E3A-87CCB0F4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72025"/>
            <a:ext cx="18411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1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019BF8EB-D569-412E-BEAB-0F13DC7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81550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의미 제안 / 부분 수정</a:t>
            </a:r>
          </a:p>
        </p:txBody>
      </p:sp>
      <p:sp>
        <p:nvSpPr>
          <p:cNvPr id="123" name="dp41-comparison / n89">
            <a:extLst xmlns:a="http://schemas.openxmlformats.org/drawingml/2006/main">
              <a:ext uri="{FF2B5EF4-FFF2-40B4-BE49-F238E27FC236}">
                <a16:creationId xmlns:a16="http://schemas.microsoft.com/office/drawing/2014/main" id="{A0F7642C-652C-4439-8B5D-689907A2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648325"/>
            <a:ext cx="18653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1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2E35769C-B622-453F-A674-17539F9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657850"/>
            <a:ext cx="2333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읽기 영수증과 원본 버전</a:t>
            </a:r>
          </a:p>
        </p:txBody>
      </p:sp>
      <p:sp>
        <p:nvSpPr>
          <p:cNvPr id="125" name="dp41-comparison / n93">
            <a:extLst xmlns:a="http://schemas.openxmlformats.org/drawingml/2006/main">
              <a:ext uri="{FF2B5EF4-FFF2-40B4-BE49-F238E27FC236}">
                <a16:creationId xmlns:a16="http://schemas.microsoft.com/office/drawing/2014/main" id="{8B594703-ADAD-49D7-99FF-5E91A539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3197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1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CFA45807-9EB0-4084-9AB4-AC8D145D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14725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 호출과 반환</a:t>
            </a:r>
          </a:p>
        </p:txBody>
      </p:sp>
      <p:sp>
        <p:nvSpPr>
          <p:cNvPr id="127" name="dp41-comparison / n99">
            <a:extLst xmlns:a="http://schemas.openxmlformats.org/drawingml/2006/main">
              <a:ext uri="{FF2B5EF4-FFF2-40B4-BE49-F238E27FC236}">
                <a16:creationId xmlns:a16="http://schemas.microsoft.com/office/drawing/2014/main" id="{FC938E80-6385-46E8-9C57-68E3498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1-comparison / n100 / text 1">
            <a:extLst xmlns:a="http://schemas.openxmlformats.org/drawingml/2006/main">
              <a:ext uri="{FF2B5EF4-FFF2-40B4-BE49-F238E27FC236}">
                <a16:creationId xmlns:a16="http://schemas.microsoft.com/office/drawing/2014/main" id="{B6518BC2-B6E4-4E6B-B0BC-3C9EEE46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129" name="dp41-comparison / n100 / text 2">
            <a:extLst xmlns:a="http://schemas.openxmlformats.org/drawingml/2006/main">
              <a:ext uri="{FF2B5EF4-FFF2-40B4-BE49-F238E27FC236}">
                <a16:creationId xmlns:a16="http://schemas.microsoft.com/office/drawing/2014/main" id="{7870DE29-D5AC-4F88-AF53-D56A8246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130" name="dp41-comparison / n101">
            <a:extLst xmlns:a="http://schemas.openxmlformats.org/drawingml/2006/main">
              <a:ext uri="{FF2B5EF4-FFF2-40B4-BE49-F238E27FC236}">
                <a16:creationId xmlns:a16="http://schemas.microsoft.com/office/drawing/2014/main" id="{CE7B3E85-D7F8-4CE7-8E1F-BB56D60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1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5F253A59-4FC9-496D-9CF2-4EE4D04D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132" name="dp41-comparison / n106">
            <a:extLst xmlns:a="http://schemas.openxmlformats.org/drawingml/2006/main">
              <a:ext uri="{FF2B5EF4-FFF2-40B4-BE49-F238E27FC236}">
                <a16:creationId xmlns:a16="http://schemas.microsoft.com/office/drawing/2014/main" id="{CFDA3EF1-E00E-4033-A29F-5E234F5D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1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A7240275-7AC6-4C4F-B290-26967F0D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134" name="dp41-comparison / n117">
            <a:extLst xmlns:a="http://schemas.openxmlformats.org/drawingml/2006/main">
              <a:ext uri="{FF2B5EF4-FFF2-40B4-BE49-F238E27FC236}">
                <a16:creationId xmlns:a16="http://schemas.microsoft.com/office/drawing/2014/main" id="{F2AF738F-D5E2-49D6-BEA6-348F58E7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1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666F686F-37B4-4C56-839C-7E070FF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36" name="dp41-comparison / n119">
            <a:extLst xmlns:a="http://schemas.openxmlformats.org/drawingml/2006/main">
              <a:ext uri="{FF2B5EF4-FFF2-40B4-BE49-F238E27FC236}">
                <a16:creationId xmlns:a16="http://schemas.microsoft.com/office/drawing/2014/main" id="{26827E28-4C16-4E99-8BDC-6D3B660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1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0CA747B2-D0FC-420E-853A-CF3428F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38" name="dp41-comparison / n121">
            <a:extLst xmlns:a="http://schemas.openxmlformats.org/drawingml/2006/main">
              <a:ext uri="{FF2B5EF4-FFF2-40B4-BE49-F238E27FC236}">
                <a16:creationId xmlns:a16="http://schemas.microsoft.com/office/drawing/2014/main" id="{2ACAFAE3-78A5-4CC3-9B6B-0F7CD72A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1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1F03DB86-9DAF-4B14-A281-ED0B577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40" name="dp41-comparison / n123">
            <a:extLst xmlns:a="http://schemas.openxmlformats.org/drawingml/2006/main">
              <a:ext uri="{FF2B5EF4-FFF2-40B4-BE49-F238E27FC236}">
                <a16:creationId xmlns:a16="http://schemas.microsoft.com/office/drawing/2014/main" id="{C8C5BDE1-E616-440B-AD68-7D868F10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1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51FBF049-D266-4E44-97C0-62A2F893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42" name="dp41-comparison / n125">
            <a:extLst xmlns:a="http://schemas.openxmlformats.org/drawingml/2006/main">
              <a:ext uri="{FF2B5EF4-FFF2-40B4-BE49-F238E27FC236}">
                <a16:creationId xmlns:a16="http://schemas.microsoft.com/office/drawing/2014/main" id="{95A33A9C-BA9A-4088-B37D-D00941AE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3" name="dp41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AB3C8A40-0111-44BA-8778-4EE0242B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4" name="dp41-comparison / n127">
            <a:extLst xmlns:a="http://schemas.openxmlformats.org/drawingml/2006/main">
              <a:ext uri="{FF2B5EF4-FFF2-40B4-BE49-F238E27FC236}">
                <a16:creationId xmlns:a16="http://schemas.microsoft.com/office/drawing/2014/main" id="{1FDBAD26-63E6-44FA-8A95-40E4FBAC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5" name="dp41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1A08819B-5D98-479E-9B76-16937378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46" name="dp41-comparison / n129">
            <a:extLst xmlns:a="http://schemas.openxmlformats.org/drawingml/2006/main">
              <a:ext uri="{FF2B5EF4-FFF2-40B4-BE49-F238E27FC236}">
                <a16:creationId xmlns:a16="http://schemas.microsoft.com/office/drawing/2014/main" id="{9647D3B7-32CB-4F08-BF0E-4F27FA45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1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4E13EAD1-0E49-482B-8AA1-3114B9E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48" name="dp41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D86EB06D-026C-4E36-A6A0-272EFFAA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1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D6C44910-7279-4FDC-A2C2-08E100F7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0" name="dp41-comparison / n138">
            <a:extLst xmlns:a="http://schemas.openxmlformats.org/drawingml/2006/main">
              <a:ext uri="{FF2B5EF4-FFF2-40B4-BE49-F238E27FC236}">
                <a16:creationId xmlns:a16="http://schemas.microsoft.com/office/drawing/2014/main" id="{6CE83101-35F8-46A9-956E-1F410B2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67200"/>
            <a:ext cx="55626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1" name="dp41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84AFE026-9F26-4322-8F55-550D2B70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62450"/>
            <a:ext cx="53149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Resolution Engine</a:t>
            </a:r>
          </a:p>
        </p:txBody>
      </p:sp>
      <p:sp>
        <p:nvSpPr>
          <p:cNvPr id="152" name="dp41-comparison / n140">
            <a:extLst xmlns:a="http://schemas.openxmlformats.org/drawingml/2006/main">
              <a:ext uri="{FF2B5EF4-FFF2-40B4-BE49-F238E27FC236}">
                <a16:creationId xmlns:a16="http://schemas.microsoft.com/office/drawing/2014/main" id="{DA122D61-2107-4ECA-8B62-050358F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09950"/>
            <a:ext cx="5181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3" name="dp41-comparison / n141 / text 1">
            <a:extLst xmlns:a="http://schemas.openxmlformats.org/drawingml/2006/main">
              <a:ext uri="{FF2B5EF4-FFF2-40B4-BE49-F238E27FC236}">
                <a16:creationId xmlns:a16="http://schemas.microsoft.com/office/drawing/2014/main" id="{D3FC7122-074F-4EC2-B48E-E8EFF5F7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500438"/>
            <a:ext cx="5010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54" name="dp41-comparison / n142">
            <a:extLst xmlns:a="http://schemas.openxmlformats.org/drawingml/2006/main">
              <a:ext uri="{FF2B5EF4-FFF2-40B4-BE49-F238E27FC236}">
                <a16:creationId xmlns:a16="http://schemas.microsoft.com/office/drawing/2014/main" id="{1F887E78-4AF0-4DB0-A95C-CB756CD3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638675"/>
            <a:ext cx="2314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5" name="dp41-comparison / n143 / text 1">
            <a:extLst xmlns:a="http://schemas.openxmlformats.org/drawingml/2006/main">
              <a:ext uri="{FF2B5EF4-FFF2-40B4-BE49-F238E27FC236}">
                <a16:creationId xmlns:a16="http://schemas.microsoft.com/office/drawing/2014/main" id="{2F40B26B-B2BA-4633-A518-BD7E59BA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30591"/>
            <a:ext cx="214312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미해결 항목 처리기</a:t>
            </a:r>
          </a:p>
        </p:txBody>
      </p:sp>
      <p:sp>
        <p:nvSpPr>
          <p:cNvPr id="156" name="dp41-comparison / n144">
            <a:extLst xmlns:a="http://schemas.openxmlformats.org/drawingml/2006/main">
              <a:ext uri="{FF2B5EF4-FFF2-40B4-BE49-F238E27FC236}">
                <a16:creationId xmlns:a16="http://schemas.microsoft.com/office/drawing/2014/main" id="{923BBAB5-F929-4D71-BB52-2758300E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638675"/>
            <a:ext cx="2371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1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4196C077-7303-42F6-B434-43FC31D8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4730591"/>
            <a:ext cx="2200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관계 결합기</a:t>
            </a:r>
          </a:p>
        </p:txBody>
      </p:sp>
      <p:sp>
        <p:nvSpPr>
          <p:cNvPr id="158" name="dp41-comparison / n146">
            <a:extLst xmlns:a="http://schemas.openxmlformats.org/drawingml/2006/main">
              <a:ext uri="{FF2B5EF4-FFF2-40B4-BE49-F238E27FC236}">
                <a16:creationId xmlns:a16="http://schemas.microsoft.com/office/drawing/2014/main" id="{0FCBA1B7-CD64-4776-9E08-C47BFD52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34000"/>
            <a:ext cx="31242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9" name="dp41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10C5A880-E24B-4ADA-B978-9DBE81B3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959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요청 해석 상태</a:t>
            </a:r>
          </a:p>
        </p:txBody>
      </p:sp>
      <p:sp>
        <p:nvSpPr>
          <p:cNvPr id="160" name="dp41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A3123D92-AD7B-46F0-ACAF-ABA21EAA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9675" y="3038475"/>
            <a:ext cx="1285875" cy="371475"/>
          </a:xfrm>
          <a:custGeom xmlns:a="http://schemas.openxmlformats.org/drawingml/2006/main">
            <a:pathLst>
              <a:path w="1285875" h="371475">
                <a:moveTo>
                  <a:pt x="1285875" y="0"/>
                </a:moveTo>
                <a:lnTo>
                  <a:pt x="1285875" y="247650"/>
                </a:lnTo>
                <a:lnTo>
                  <a:pt x="0" y="247650"/>
                </a:lnTo>
                <a:lnTo>
                  <a:pt x="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1" name="dp41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391FEFCA-2699-419A-89AD-E98284FA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715" y="32880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2" name="dp41-comparison / n151 / path">
            <a:extLst xmlns:a="http://schemas.openxmlformats.org/drawingml/2006/main">
              <a:ext uri="{FF2B5EF4-FFF2-40B4-BE49-F238E27FC236}">
                <a16:creationId xmlns:a16="http://schemas.microsoft.com/office/drawing/2014/main" id="{6358822C-AD84-49DD-A960-CD2536E2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838575"/>
            <a:ext cx="1438275" cy="800100"/>
          </a:xfrm>
          <a:custGeom xmlns:a="http://schemas.openxmlformats.org/drawingml/2006/main">
            <a:pathLst>
              <a:path w="1438275" h="800100">
                <a:moveTo>
                  <a:pt x="1438275" y="0"/>
                </a:moveTo>
                <a:lnTo>
                  <a:pt x="1438275" y="323850"/>
                </a:lnTo>
                <a:lnTo>
                  <a:pt x="0" y="323850"/>
                </a:lnTo>
                <a:lnTo>
                  <a:pt x="4763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3" name="dp41-comparison / n151 / arrow">
            <a:extLst xmlns:a="http://schemas.openxmlformats.org/drawingml/2006/main">
              <a:ext uri="{FF2B5EF4-FFF2-40B4-BE49-F238E27FC236}">
                <a16:creationId xmlns:a16="http://schemas.microsoft.com/office/drawing/2014/main" id="{F15D7819-05E6-441D-A64F-CF8AF0B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3986" y="4516152"/>
            <a:ext cx="121914" cy="122523"/>
          </a:xfrm>
          <a:custGeom xmlns:a="http://schemas.openxmlformats.org/drawingml/2006/main">
            <a:pathLst>
              <a:path w="121914" h="122523">
                <a:moveTo>
                  <a:pt x="0" y="1219"/>
                </a:moveTo>
                <a:lnTo>
                  <a:pt x="62176" y="122523"/>
                </a:lnTo>
                <a:lnTo>
                  <a:pt x="1219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4" name="dp41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38DFA3C6-9FAE-442C-9C2E-CC546A15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848225"/>
            <a:ext cx="495300" cy="953"/>
          </a:xfrm>
          <a:custGeom xmlns:a="http://schemas.openxmlformats.org/drawingml/2006/main">
            <a:pathLst>
              <a:path w="495300" h="953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5" name="dp41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E39E2FE4-D396-4A5F-BCB9-50518529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6830" y="4787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6" name="dp41-comparison / n157 / path">
            <a:extLst xmlns:a="http://schemas.openxmlformats.org/drawingml/2006/main">
              <a:ext uri="{FF2B5EF4-FFF2-40B4-BE49-F238E27FC236}">
                <a16:creationId xmlns:a16="http://schemas.microsoft.com/office/drawing/2014/main" id="{DC9132C9-80B2-4888-AEB7-53C533E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057775"/>
            <a:ext cx="476250" cy="276225"/>
          </a:xfrm>
          <a:custGeom xmlns:a="http://schemas.openxmlformats.org/drawingml/2006/main">
            <a:pathLst>
              <a:path w="476250" h="276225">
                <a:moveTo>
                  <a:pt x="4763" y="0"/>
                </a:moveTo>
                <a:lnTo>
                  <a:pt x="0" y="171450"/>
                </a:lnTo>
                <a:lnTo>
                  <a:pt x="476250" y="171450"/>
                </a:lnTo>
                <a:lnTo>
                  <a:pt x="47625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7" name="dp41-comparison / n157 / arrow">
            <a:extLst xmlns:a="http://schemas.openxmlformats.org/drawingml/2006/main">
              <a:ext uri="{FF2B5EF4-FFF2-40B4-BE49-F238E27FC236}">
                <a16:creationId xmlns:a16="http://schemas.microsoft.com/office/drawing/2014/main" id="{2A1910FC-CC54-4E92-AB57-D60EFE06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69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8" name="dp41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8EEDD8A1-CDF4-4AC8-8A72-A7CAABAB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5057775"/>
            <a:ext cx="442913" cy="276225"/>
          </a:xfrm>
          <a:custGeom xmlns:a="http://schemas.openxmlformats.org/drawingml/2006/main">
            <a:pathLst>
              <a:path w="442913" h="276225">
                <a:moveTo>
                  <a:pt x="442913" y="0"/>
                </a:moveTo>
                <a:lnTo>
                  <a:pt x="438150" y="171450"/>
                </a:lnTo>
                <a:lnTo>
                  <a:pt x="0" y="171450"/>
                </a:ln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9" name="dp41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AC9F0A8B-6BEE-424C-BDE2-82825710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0740" y="5212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0" name="dp41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CDF90807-4341-4669-812E-07DF7179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24263"/>
            <a:ext cx="104775" cy="1223963"/>
          </a:xfrm>
          <a:custGeom xmlns:a="http://schemas.openxmlformats.org/drawingml/2006/main">
            <a:pathLst>
              <a:path w="104775" h="1223963">
                <a:moveTo>
                  <a:pt x="104775" y="1223963"/>
                </a:moveTo>
                <a:lnTo>
                  <a:pt x="0" y="1223963"/>
                </a:lnTo>
                <a:lnTo>
                  <a:pt x="0" y="4763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71" name="dp41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D87CDACA-13CE-4E92-9024-41EB8A1F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4313" y="3568901"/>
            <a:ext cx="124562" cy="121794"/>
          </a:xfrm>
          <a:custGeom xmlns:a="http://schemas.openxmlformats.org/drawingml/2006/main">
            <a:pathLst>
              <a:path w="124562" h="121794">
                <a:moveTo>
                  <a:pt x="5536" y="121794"/>
                </a:moveTo>
                <a:lnTo>
                  <a:pt x="124562" y="553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2" name="dp41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3FC0FD7A-0DAC-4FBA-8CE0-66383158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2857500"/>
            <a:ext cx="476250" cy="771525"/>
          </a:xfrm>
          <a:custGeom xmlns:a="http://schemas.openxmlformats.org/drawingml/2006/main">
            <a:pathLst>
              <a:path w="476250" h="771525">
                <a:moveTo>
                  <a:pt x="0" y="766763"/>
                </a:moveTo>
                <a:lnTo>
                  <a:pt x="323850" y="771525"/>
                </a:lnTo>
                <a:lnTo>
                  <a:pt x="323850" y="0"/>
                </a:ln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3" name="dp41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211B564F-8B0E-4D64-9911-9B27FB1C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48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4" name="dp41-comparison / n163">
            <a:extLst xmlns:a="http://schemas.openxmlformats.org/drawingml/2006/main">
              <a:ext uri="{FF2B5EF4-FFF2-40B4-BE49-F238E27FC236}">
                <a16:creationId xmlns:a16="http://schemas.microsoft.com/office/drawing/2014/main" id="{07331409-C2AC-4D3D-A26D-1BBA26DB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4267200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5" name="dp41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4DA91A59-3F0F-492C-95CD-227972D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510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76" name="dp41-comparison / n165">
            <a:extLst xmlns:a="http://schemas.openxmlformats.org/drawingml/2006/main">
              <a:ext uri="{FF2B5EF4-FFF2-40B4-BE49-F238E27FC236}">
                <a16:creationId xmlns:a16="http://schemas.microsoft.com/office/drawing/2014/main" id="{9A4EA4C3-24FC-43BB-AE6D-10A5969D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7675" y="5210175"/>
            <a:ext cx="19812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7" name="dp41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EBF00462-4A43-4582-9542-E1997FA3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5293995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78" name="dp41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26D1096B-8EA8-418E-B34F-65F3A4D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8275" y="4657725"/>
            <a:ext cx="953" cy="552450"/>
          </a:xfrm>
          <a:custGeom xmlns:a="http://schemas.openxmlformats.org/drawingml/2006/main">
            <a:pathLst>
              <a:path w="953" h="552450">
                <a:moveTo>
                  <a:pt x="0" y="5524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1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AAB4ED20-DCD3-4694-AB1E-A964CF31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7315" y="46577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0" name="dp41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DFBF8241-A47E-4E59-803B-19484939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405313"/>
            <a:ext cx="4486275" cy="728663"/>
          </a:xfrm>
          <a:custGeom xmlns:a="http://schemas.openxmlformats.org/drawingml/2006/main">
            <a:pathLst>
              <a:path w="4486275" h="728663">
                <a:moveTo>
                  <a:pt x="4763" y="652463"/>
                </a:moveTo>
                <a:lnTo>
                  <a:pt x="0" y="728663"/>
                </a:lnTo>
                <a:lnTo>
                  <a:pt x="4324350" y="728663"/>
                </a:lnTo>
                <a:lnTo>
                  <a:pt x="4324350" y="4763"/>
                </a:lnTo>
                <a:lnTo>
                  <a:pt x="448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1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1EC93F65-C8CD-4695-BB8F-7F553D8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4016" y="4347963"/>
            <a:ext cx="123659" cy="121867"/>
          </a:xfrm>
          <a:custGeom xmlns:a="http://schemas.openxmlformats.org/drawingml/2006/main">
            <a:pathLst>
              <a:path w="123659" h="121867">
                <a:moveTo>
                  <a:pt x="3584" y="121867"/>
                </a:moveTo>
                <a:lnTo>
                  <a:pt x="123659" y="5734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1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184DDD1C-51E8-48F6-9383-FE82B4C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552950"/>
            <a:ext cx="457200" cy="485775"/>
          </a:xfrm>
          <a:custGeom xmlns:a="http://schemas.openxmlformats.org/drawingml/2006/main">
            <a:pathLst>
              <a:path w="457200" h="485775">
                <a:moveTo>
                  <a:pt x="457200" y="4763"/>
                </a:moveTo>
                <a:lnTo>
                  <a:pt x="371475" y="0"/>
                </a:lnTo>
                <a:lnTo>
                  <a:pt x="371475" y="466725"/>
                </a:lnTo>
                <a:lnTo>
                  <a:pt x="0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3" name="dp41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002D750F-942B-4433-84F2-C07890B5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0475" y="4971601"/>
            <a:ext cx="124882" cy="121760"/>
          </a:xfrm>
          <a:custGeom xmlns:a="http://schemas.openxmlformats.org/drawingml/2006/main">
            <a:pathLst>
              <a:path w="124882" h="121760">
                <a:moveTo>
                  <a:pt x="118638" y="0"/>
                </a:moveTo>
                <a:lnTo>
                  <a:pt x="0" y="67124"/>
                </a:lnTo>
                <a:lnTo>
                  <a:pt x="124882" y="12176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1-comparison / n176">
            <a:extLst xmlns:a="http://schemas.openxmlformats.org/drawingml/2006/main">
              <a:ext uri="{FF2B5EF4-FFF2-40B4-BE49-F238E27FC236}">
                <a16:creationId xmlns:a16="http://schemas.microsoft.com/office/drawing/2014/main" id="{EBD1546B-954D-437F-8135-A7788B79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5" name="dp41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8F24831B-5C89-4A11-9563-C31F3D66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6" name="dp41-comparison / n178">
            <a:extLst xmlns:a="http://schemas.openxmlformats.org/drawingml/2006/main">
              <a:ext uri="{FF2B5EF4-FFF2-40B4-BE49-F238E27FC236}">
                <a16:creationId xmlns:a16="http://schemas.microsoft.com/office/drawing/2014/main" id="{4C72BA64-9078-48C6-9021-84588D47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7" name="dp41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8F7B6EFC-1AC5-4FBD-802A-2D57D8E8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8" name="dp41-comparison / n180">
            <a:extLst xmlns:a="http://schemas.openxmlformats.org/drawingml/2006/main">
              <a:ext uri="{FF2B5EF4-FFF2-40B4-BE49-F238E27FC236}">
                <a16:creationId xmlns:a16="http://schemas.microsoft.com/office/drawing/2014/main" id="{3C2F8C7B-224F-40D3-94EF-15CC672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9" name="dp41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8D0DECED-A8F9-4CF5-BBCA-1B9F80AB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90" name="dp41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415904CE-4818-492A-9418-3861D3DF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057775"/>
            <a:ext cx="2947988" cy="1466850"/>
          </a:xfrm>
          <a:custGeom xmlns:a="http://schemas.openxmlformats.org/drawingml/2006/main">
            <a:pathLst>
              <a:path w="2947988" h="1466850">
                <a:moveTo>
                  <a:pt x="2947988" y="0"/>
                </a:moveTo>
                <a:lnTo>
                  <a:pt x="2943225" y="1076325"/>
                </a:lnTo>
                <a:lnTo>
                  <a:pt x="0" y="1076325"/>
                </a:lnTo>
                <a:lnTo>
                  <a:pt x="0" y="1466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1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57069F1A-4E16-4F4C-B970-9F06B3E0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1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DFDF08A4-40A8-4BA2-8C1E-958F9B56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3" name="dp41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B09B7D21-110A-49B4-BD7A-6FB68C71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4" name="dp41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B1062453-6497-42B9-BE7A-4B668B2B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1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F4E0D6BE-4A24-4370-BCCF-6EF1C859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1-comparison / n131">
            <a:extLst xmlns:a="http://schemas.openxmlformats.org/drawingml/2006/main">
              <a:ext uri="{FF2B5EF4-FFF2-40B4-BE49-F238E27FC236}">
                <a16:creationId xmlns:a16="http://schemas.microsoft.com/office/drawing/2014/main" id="{834A7B81-847E-4B11-8F1E-90E7780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p41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B70BBFFD-03DD-4F12-965F-058CE27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8" name="dp41-comparison / n133">
            <a:extLst xmlns:a="http://schemas.openxmlformats.org/drawingml/2006/main">
              <a:ext uri="{FF2B5EF4-FFF2-40B4-BE49-F238E27FC236}">
                <a16:creationId xmlns:a16="http://schemas.microsoft.com/office/drawing/2014/main" id="{929E20F3-01B8-4B91-922D-5FCB3FF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p41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7996E25C-4686-49DA-A24F-7BCE723C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200" name="dp41-comparison / n136">
            <a:extLst xmlns:a="http://schemas.openxmlformats.org/drawingml/2006/main">
              <a:ext uri="{FF2B5EF4-FFF2-40B4-BE49-F238E27FC236}">
                <a16:creationId xmlns:a16="http://schemas.microsoft.com/office/drawing/2014/main" id="{33708B29-8A9A-4123-B985-702B3B9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p41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43F33D42-63BE-45AE-A2CC-C3C9AE4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202" name="dp41-comparison / n149">
            <a:extLst xmlns:a="http://schemas.openxmlformats.org/drawingml/2006/main">
              <a:ext uri="{FF2B5EF4-FFF2-40B4-BE49-F238E27FC236}">
                <a16:creationId xmlns:a16="http://schemas.microsoft.com/office/drawing/2014/main" id="{EB9F9DBB-8DFC-411B-B2B4-F9FAD396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76575"/>
            <a:ext cx="2387346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p41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898E6FD9-A38B-4C2E-A1D5-2B9C1C49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86100"/>
            <a:ext cx="4857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모델의 유한 요청 틀 생성</a:t>
            </a:r>
          </a:p>
        </p:txBody>
      </p:sp>
      <p:sp>
        <p:nvSpPr>
          <p:cNvPr id="204" name="dp41-comparison / n152">
            <a:extLst xmlns:a="http://schemas.openxmlformats.org/drawingml/2006/main">
              <a:ext uri="{FF2B5EF4-FFF2-40B4-BE49-F238E27FC236}">
                <a16:creationId xmlns:a16="http://schemas.microsoft.com/office/drawing/2014/main" id="{DB71FA1B-3608-42D5-8C4D-074AD855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933825"/>
            <a:ext cx="424738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p41-comparison / n153 / text 1">
            <a:extLst xmlns:a="http://schemas.openxmlformats.org/drawingml/2006/main">
              <a:ext uri="{FF2B5EF4-FFF2-40B4-BE49-F238E27FC236}">
                <a16:creationId xmlns:a16="http://schemas.microsoft.com/office/drawing/2014/main" id="{A2DD64FD-39CC-4B66-BBCB-89BC3BE2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943350"/>
            <a:ext cx="5038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목표 / Referent 조건 / 관계 / 금지 / 미해결 항목</a:t>
            </a:r>
          </a:p>
        </p:txBody>
      </p:sp>
      <p:sp>
        <p:nvSpPr>
          <p:cNvPr id="206" name="dp41-comparison / n155">
            <a:extLst xmlns:a="http://schemas.openxmlformats.org/drawingml/2006/main">
              <a:ext uri="{FF2B5EF4-FFF2-40B4-BE49-F238E27FC236}">
                <a16:creationId xmlns:a16="http://schemas.microsoft.com/office/drawing/2014/main" id="{33BD8CD8-7C1A-4AF8-882C-E2069A6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5162550"/>
            <a:ext cx="24353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p41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6E29F864-741F-4A13-B6C5-AB23F0B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8225" y="5172075"/>
            <a:ext cx="2743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코드의 조회 일정과 관계 결합</a:t>
            </a:r>
          </a:p>
        </p:txBody>
      </p:sp>
      <p:sp>
        <p:nvSpPr>
          <p:cNvPr id="208" name="dp41-comparison / n160">
            <a:extLst xmlns:a="http://schemas.openxmlformats.org/drawingml/2006/main">
              <a:ext uri="{FF2B5EF4-FFF2-40B4-BE49-F238E27FC236}">
                <a16:creationId xmlns:a16="http://schemas.microsoft.com/office/drawing/2014/main" id="{46B23FFA-B711-4CFB-BC66-CCAF283B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34075"/>
            <a:ext cx="383609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1-comparison / n161 / text 1">
            <a:extLst xmlns:a="http://schemas.openxmlformats.org/drawingml/2006/main">
              <a:ext uri="{FF2B5EF4-FFF2-40B4-BE49-F238E27FC236}">
                <a16:creationId xmlns:a16="http://schemas.microsoft.com/office/drawing/2014/main" id="{C7371FB3-6030-46C2-B6A4-1BB34B7D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43600"/>
            <a:ext cx="5000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필요한 부분의 모델 재해석 / 틀 밖 관계의 보류</a:t>
            </a:r>
          </a:p>
        </p:txBody>
      </p:sp>
      <p:sp>
        <p:nvSpPr>
          <p:cNvPr id="210" name="dp41-comparison / n167">
            <a:extLst xmlns:a="http://schemas.openxmlformats.org/drawingml/2006/main">
              <a:ext uri="{FF2B5EF4-FFF2-40B4-BE49-F238E27FC236}">
                <a16:creationId xmlns:a16="http://schemas.microsoft.com/office/drawing/2014/main" id="{2C3C121B-FC8B-4EA9-826E-50487D3B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4695825"/>
            <a:ext cx="171297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1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AD8F422D-FAB3-487F-938F-83E5F31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70535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화면과 과거 정보</a:t>
            </a:r>
          </a:p>
        </p:txBody>
      </p:sp>
      <p:sp>
        <p:nvSpPr>
          <p:cNvPr id="212" name="dp41-comparison / n168 / text 2">
            <a:extLst xmlns:a="http://schemas.openxmlformats.org/drawingml/2006/main">
              <a:ext uri="{FF2B5EF4-FFF2-40B4-BE49-F238E27FC236}">
                <a16:creationId xmlns:a16="http://schemas.microsoft.com/office/drawing/2014/main" id="{33E81B7F-7A8F-420C-B374-9955D63F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4888230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권한과 조회 범위</a:t>
            </a:r>
          </a:p>
        </p:txBody>
      </p:sp>
      <p:sp>
        <p:nvSpPr>
          <p:cNvPr id="213" name="dp41-comparison / n169">
            <a:extLst xmlns:a="http://schemas.openxmlformats.org/drawingml/2006/main">
              <a:ext uri="{FF2B5EF4-FFF2-40B4-BE49-F238E27FC236}">
                <a16:creationId xmlns:a16="http://schemas.microsoft.com/office/drawing/2014/main" id="{922A8FA6-6757-4365-8A9B-6C86EB9B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676900"/>
            <a:ext cx="136855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1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C43671FA-4989-4DDA-8A81-F0C5C2B5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5686425"/>
            <a:ext cx="1981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후보와 버전</a:t>
            </a:r>
          </a:p>
        </p:txBody>
      </p:sp>
      <p:sp>
        <p:nvSpPr>
          <p:cNvPr id="215" name="dp41-comparison / n174">
            <a:extLst xmlns:a="http://schemas.openxmlformats.org/drawingml/2006/main">
              <a:ext uri="{FF2B5EF4-FFF2-40B4-BE49-F238E27FC236}">
                <a16:creationId xmlns:a16="http://schemas.microsoft.com/office/drawing/2014/main" id="{6AE722BB-A8FA-4C60-9A44-3F946E72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876675"/>
            <a:ext cx="173736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1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581B6A8E-703A-473A-9673-E98D61EB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886200"/>
            <a:ext cx="19526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허용 읽기 / 버전 반환</a:t>
            </a:r>
          </a:p>
        </p:txBody>
      </p:sp>
      <p:sp>
        <p:nvSpPr>
          <p:cNvPr id="217" name="dp41-comparison / n185">
            <a:extLst xmlns:a="http://schemas.openxmlformats.org/drawingml/2006/main">
              <a:ext uri="{FF2B5EF4-FFF2-40B4-BE49-F238E27FC236}">
                <a16:creationId xmlns:a16="http://schemas.microsoft.com/office/drawing/2014/main" id="{8E444C7A-3461-4872-ABE4-8146AE3B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1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2C45CC49-7870-49FD-A0DB-D062677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19" name="dp41-comparison / n187">
            <a:extLst xmlns:a="http://schemas.openxmlformats.org/drawingml/2006/main">
              <a:ext uri="{FF2B5EF4-FFF2-40B4-BE49-F238E27FC236}">
                <a16:creationId xmlns:a16="http://schemas.microsoft.com/office/drawing/2014/main" id="{2E65C7AE-1D3C-4F3A-9921-EB51A3F1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1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B529F83A-AAA3-4517-9689-79F21267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1" name="dp41-comparison / n189">
            <a:extLst xmlns:a="http://schemas.openxmlformats.org/drawingml/2006/main">
              <a:ext uri="{FF2B5EF4-FFF2-40B4-BE49-F238E27FC236}">
                <a16:creationId xmlns:a16="http://schemas.microsoft.com/office/drawing/2014/main" id="{902B2F7B-76ED-4924-B614-AB27C224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1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BBB537D2-ABB8-456C-BD29-2D331CA6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3" name="dp41-comparison / n191">
            <a:extLst xmlns:a="http://schemas.openxmlformats.org/drawingml/2006/main">
              <a:ext uri="{FF2B5EF4-FFF2-40B4-BE49-F238E27FC236}">
                <a16:creationId xmlns:a16="http://schemas.microsoft.com/office/drawing/2014/main" id="{B9AB3207-D583-43A7-8AF1-95A6EC5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1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047F9238-B249-49A7-89EF-AEE40322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1709705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dp42-background / n1">
            <a:extLst xmlns:a="http://schemas.openxmlformats.org/drawingml/2006/main">
              <a:ext uri="{FF2B5EF4-FFF2-40B4-BE49-F238E27FC236}">
                <a16:creationId xmlns:a16="http://schemas.microsoft.com/office/drawing/2014/main" id="{04AE4052-32B0-4CE6-9D05-ADF7D3CE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A9772538-6082-4EE8-9291-77C8DF29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2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EDEAED63-9BDC-42D3-83D0-FC61677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04-42</a:t>
            </a:r>
          </a:p>
        </p:txBody>
      </p:sp>
      <p:sp>
        <p:nvSpPr>
          <p:cNvPr id="4" name="dp42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11783B45-BB4A-4466-9678-5B9ED279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2AFDE198-771F-4EDF-8794-DA41C7A1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background / n6">
            <a:extLst xmlns:a="http://schemas.openxmlformats.org/drawingml/2006/main">
              <a:ext uri="{FF2B5EF4-FFF2-40B4-BE49-F238E27FC236}">
                <a16:creationId xmlns:a16="http://schemas.microsoft.com/office/drawing/2014/main" id="{EC3BFB97-F687-44E6-839F-BF87076C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2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527C1393-5D94-4520-AA7D-95365286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완료와 Task 완료의 혼동 위험</a:t>
            </a:r>
          </a:p>
        </p:txBody>
      </p:sp>
      <p:sp>
        <p:nvSpPr>
          <p:cNvPr id="8" name="dp42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48613E8B-653B-47AA-9E64-28A08282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2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B68C53EC-7043-40F1-8947-350F5053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2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A9032738-2ECC-4871-A2A5-A64E2BE7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2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886EA7F7-9266-4974-AC40-384ECFE3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2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6ACC1C0D-ED37-4CE7-BB99-C391145B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Conversation과 Task 상태의 관리 책임 및 실행 경계 설계</a:t>
            </a:r>
          </a:p>
        </p:txBody>
      </p:sp>
      <p:sp>
        <p:nvSpPr>
          <p:cNvPr id="13" name="dp42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CBB5C0BD-17ED-437E-B819-0BB5CC65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Delegation / Downstream Agent에 작업 전달     Agent Execution / 개별 작업 실행</a:t>
            </a:r>
          </a:p>
        </p:txBody>
      </p:sp>
      <p:sp>
        <p:nvSpPr>
          <p:cNvPr id="14" name="dp42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3BC2BFB7-3D38-442E-BF2E-770591F5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변경 용이성 / 복구성</a:t>
            </a:r>
          </a:p>
        </p:txBody>
      </p:sp>
      <p:sp>
        <p:nvSpPr>
          <p:cNvPr id="15" name="dp42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740EE63D-B0A4-4B30-BF7D-F45B5783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2-background / n16">
            <a:extLst xmlns:a="http://schemas.openxmlformats.org/drawingml/2006/main">
              <a:ext uri="{FF2B5EF4-FFF2-40B4-BE49-F238E27FC236}">
                <a16:creationId xmlns:a16="http://schemas.microsoft.com/office/drawing/2014/main" id="{530956A1-06F0-4F4D-A5B9-C3B4CF16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2600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background / n17">
            <a:extLst xmlns:a="http://schemas.openxmlformats.org/drawingml/2006/main">
              <a:ext uri="{FF2B5EF4-FFF2-40B4-BE49-F238E27FC236}">
                <a16:creationId xmlns:a16="http://schemas.microsoft.com/office/drawing/2014/main" id="{D708FEAA-67CE-4B80-A3EB-06060C9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57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p42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7CDC5422-C069-46F1-A662-07CAF875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95575"/>
            <a:ext cx="72390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Conversation / 입력과 Response 기록</a:t>
            </a:r>
          </a:p>
        </p:txBody>
      </p:sp>
      <p:sp>
        <p:nvSpPr>
          <p:cNvPr id="19" name="dp42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A612CAF1-BFDF-4932-B827-664B4A86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27622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User Turn / 한 번의 발화</a:t>
            </a:r>
          </a:p>
        </p:txBody>
      </p:sp>
      <p:sp>
        <p:nvSpPr>
          <p:cNvPr id="20" name="dp42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124CFEBB-3622-4BC6-943E-534532AC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처음 발화</a:t>
            </a:r>
          </a:p>
        </p:txBody>
      </p:sp>
      <p:sp>
        <p:nvSpPr>
          <p:cNvPr id="21" name="dp42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981A0628-193F-4B81-AC5E-04DECC64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“이번 달 매출보고서</a:t>
            </a:r>
          </a:p>
        </p:txBody>
      </p:sp>
      <p:sp>
        <p:nvSpPr>
          <p:cNvPr id="22" name="dp42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E92505B3-7D8D-458C-A1B4-82898493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만들어주고, 내일 회의 안내</a:t>
            </a:r>
          </a:p>
        </p:txBody>
      </p:sp>
      <p:sp>
        <p:nvSpPr>
          <p:cNvPr id="23" name="dp42-background / n21 / text 3">
            <a:extLst xmlns:a="http://schemas.openxmlformats.org/drawingml/2006/main">
              <a:ext uri="{FF2B5EF4-FFF2-40B4-BE49-F238E27FC236}">
                <a16:creationId xmlns:a16="http://schemas.microsoft.com/office/drawing/2014/main" id="{630E873A-79A2-42FC-9B9A-A6BCED00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초안도 만들어줘.”</a:t>
            </a:r>
          </a:p>
        </p:txBody>
      </p:sp>
      <p:sp>
        <p:nvSpPr>
          <p:cNvPr id="24" name="dp42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CA096C4C-5985-45B6-8587-BB54DB0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2개</a:t>
            </a:r>
          </a:p>
        </p:txBody>
      </p:sp>
      <p:sp>
        <p:nvSpPr>
          <p:cNvPr id="25" name="dp42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E1C92C18-4074-4C9A-ABCB-C2E0AFF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잠시 뒤 / 진행 확인</a:t>
            </a:r>
          </a:p>
        </p:txBody>
      </p:sp>
      <p:sp>
        <p:nvSpPr>
          <p:cNvPr id="26" name="dp42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C96E9941-5423-4130-AA5D-E54C983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어디까지</a:t>
            </a:r>
          </a:p>
        </p:txBody>
      </p:sp>
      <p:sp>
        <p:nvSpPr>
          <p:cNvPr id="27" name="dp42-background / n24 / text 2">
            <a:extLst xmlns:a="http://schemas.openxmlformats.org/drawingml/2006/main">
              <a:ext uri="{FF2B5EF4-FFF2-40B4-BE49-F238E27FC236}">
                <a16:creationId xmlns:a16="http://schemas.microsoft.com/office/drawing/2014/main" id="{46800816-7E1A-4612-86C4-802D1545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됐어?”</a:t>
            </a:r>
          </a:p>
        </p:txBody>
      </p:sp>
      <p:sp>
        <p:nvSpPr>
          <p:cNvPr id="28" name="dp42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6C23A5E7-26A6-4820-8E54-F1EAEDCC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29" name="dp42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258B39C1-5081-4B91-A552-B21546B9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완료 후 / 수정</a:t>
            </a:r>
          </a:p>
        </p:txBody>
      </p:sp>
      <p:sp>
        <p:nvSpPr>
          <p:cNvPr id="30" name="dp42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04B07F39-5F27-4481-8183-6DD9F244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575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“결론 부분만 짧게</a:t>
            </a:r>
          </a:p>
        </p:txBody>
      </p:sp>
      <p:sp>
        <p:nvSpPr>
          <p:cNvPr id="31" name="dp42-background / n27 / text 2">
            <a:extLst xmlns:a="http://schemas.openxmlformats.org/drawingml/2006/main">
              <a:ext uri="{FF2B5EF4-FFF2-40B4-BE49-F238E27FC236}">
                <a16:creationId xmlns:a16="http://schemas.microsoft.com/office/drawing/2014/main" id="{4726D6A8-DAF5-4147-8F30-30FFAB4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95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바꿔줘.”</a:t>
            </a:r>
          </a:p>
        </p:txBody>
      </p:sp>
      <p:sp>
        <p:nvSpPr>
          <p:cNvPr id="32" name="dp42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301F12F8-913B-4964-8DAD-8A823999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95775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1개</a:t>
            </a:r>
          </a:p>
        </p:txBody>
      </p:sp>
      <p:sp>
        <p:nvSpPr>
          <p:cNvPr id="33" name="dp42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3564C200-B966-4D76-A999-45C4EDD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4" name="dp42-background / n29 / arrow">
            <a:extLst xmlns:a="http://schemas.openxmlformats.org/drawingml/2006/main">
              <a:ext uri="{FF2B5EF4-FFF2-40B4-BE49-F238E27FC236}">
                <a16:creationId xmlns:a16="http://schemas.microsoft.com/office/drawing/2014/main" id="{AB088B78-D1F0-4718-AF1F-42F3064F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5" name="dp42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C1B7A767-FCAD-4A4E-A6A6-6C72C55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6" name="dp42-background / n30 / arrow">
            <a:extLst xmlns:a="http://schemas.openxmlformats.org/drawingml/2006/main">
              <a:ext uri="{FF2B5EF4-FFF2-40B4-BE49-F238E27FC236}">
                <a16:creationId xmlns:a16="http://schemas.microsoft.com/office/drawing/2014/main" id="{4BA3B34D-D3E8-4E7D-B118-F44E80F4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1489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37" name="dp42-background / n31">
            <a:extLst xmlns:a="http://schemas.openxmlformats.org/drawingml/2006/main">
              <a:ext uri="{FF2B5EF4-FFF2-40B4-BE49-F238E27FC236}">
                <a16:creationId xmlns:a16="http://schemas.microsoft.com/office/drawing/2014/main" id="{2EBBB2A0-0BF1-43EF-BA96-F48772A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p42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9022BBAC-80AC-45F8-B671-AAF47953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1238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작성</a:t>
            </a:r>
          </a:p>
        </p:txBody>
      </p:sp>
      <p:sp>
        <p:nvSpPr>
          <p:cNvPr id="39" name="dp42-background / n33">
            <a:extLst xmlns:a="http://schemas.openxmlformats.org/drawingml/2006/main">
              <a:ext uri="{FF2B5EF4-FFF2-40B4-BE49-F238E27FC236}">
                <a16:creationId xmlns:a16="http://schemas.microsoft.com/office/drawing/2014/main" id="{1957F70E-66BD-42AB-B263-88E356B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1409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p42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91BA468F-2206-424C-9030-8951CFF7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00575"/>
            <a:ext cx="1219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</a:t>
            </a:r>
          </a:p>
        </p:txBody>
      </p:sp>
      <p:sp>
        <p:nvSpPr>
          <p:cNvPr id="41" name="dp42-background / n35">
            <a:extLst xmlns:a="http://schemas.openxmlformats.org/drawingml/2006/main">
              <a:ext uri="{FF2B5EF4-FFF2-40B4-BE49-F238E27FC236}">
                <a16:creationId xmlns:a16="http://schemas.microsoft.com/office/drawing/2014/main" id="{DCA64A7B-4552-4A95-8F64-7280E5A4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p42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3D272F8B-7A95-4780-BD38-F78665D2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진행 확인</a:t>
            </a:r>
          </a:p>
        </p:txBody>
      </p:sp>
      <p:sp>
        <p:nvSpPr>
          <p:cNvPr id="43" name="dp42-background / n37">
            <a:extLst xmlns:a="http://schemas.openxmlformats.org/drawingml/2006/main">
              <a:ext uri="{FF2B5EF4-FFF2-40B4-BE49-F238E27FC236}">
                <a16:creationId xmlns:a16="http://schemas.microsoft.com/office/drawing/2014/main" id="{00BBD120-FE10-4E3C-94D0-E34C214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43425"/>
            <a:ext cx="2952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2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8D6D9C90-05FF-4084-969A-CDEF0513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00575"/>
            <a:ext cx="27622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결론 수정</a:t>
            </a:r>
          </a:p>
        </p:txBody>
      </p:sp>
      <p:sp>
        <p:nvSpPr>
          <p:cNvPr id="45" name="dp42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FF6648B7-A7E6-4C57-BF63-3FDC9EAD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접수 확인 후</a:t>
            </a:r>
          </a:p>
        </p:txBody>
      </p:sp>
      <p:sp>
        <p:nvSpPr>
          <p:cNvPr id="46" name="dp42-background / n39 / text 2">
            <a:extLst xmlns:a="http://schemas.openxmlformats.org/drawingml/2006/main">
              <a:ext uri="{FF2B5EF4-FFF2-40B4-BE49-F238E27FC236}">
                <a16:creationId xmlns:a16="http://schemas.microsoft.com/office/drawing/2014/main" id="{55D5CBB6-F66E-478C-B277-A2A820D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7" name="dp42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D1BE7134-44F1-4FBE-808A-AF7FEBFF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상태 답변 후</a:t>
            </a:r>
          </a:p>
        </p:txBody>
      </p:sp>
      <p:sp>
        <p:nvSpPr>
          <p:cNvPr id="48" name="dp42-background / n40 / text 2">
            <a:extLst xmlns:a="http://schemas.openxmlformats.org/drawingml/2006/main">
              <a:ext uri="{FF2B5EF4-FFF2-40B4-BE49-F238E27FC236}">
                <a16:creationId xmlns:a16="http://schemas.microsoft.com/office/drawing/2014/main" id="{93B96BB3-9A0B-4679-88F6-E060E1A4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49" name="dp42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F584CB28-164D-4CDE-841C-D6FB6364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6727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Downstream Agent 수정 접수 후</a:t>
            </a:r>
          </a:p>
        </p:txBody>
      </p:sp>
      <p:sp>
        <p:nvSpPr>
          <p:cNvPr id="50" name="dp42-background / n41 / text 2">
            <a:extLst xmlns:a="http://schemas.openxmlformats.org/drawingml/2006/main">
              <a:ext uri="{FF2B5EF4-FFF2-40B4-BE49-F238E27FC236}">
                <a16:creationId xmlns:a16="http://schemas.microsoft.com/office/drawing/2014/main" id="{E91CBBE6-8A9F-49FF-8B49-681A88E1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2952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처리 완료</a:t>
            </a:r>
          </a:p>
        </p:txBody>
      </p:sp>
      <p:sp>
        <p:nvSpPr>
          <p:cNvPr id="51" name="dp42-background / n42">
            <a:extLst xmlns:a="http://schemas.openxmlformats.org/drawingml/2006/main">
              <a:ext uri="{FF2B5EF4-FFF2-40B4-BE49-F238E27FC236}">
                <a16:creationId xmlns:a16="http://schemas.microsoft.com/office/drawing/2014/main" id="{DC3931C7-EC59-45F5-A2AD-114DCCCE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5727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52" name="dp42-background / n43">
            <a:extLst xmlns:a="http://schemas.openxmlformats.org/drawingml/2006/main">
              <a:ext uri="{FF2B5EF4-FFF2-40B4-BE49-F238E27FC236}">
                <a16:creationId xmlns:a16="http://schemas.microsoft.com/office/drawing/2014/main" id="{FA1B79EB-4FBD-455D-9B5F-E3F927FD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95975"/>
            <a:ext cx="32575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p42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491749BB-B2DC-4E06-83C5-FB347A5D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9052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54" name="dp42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3B3A296D-93C6-4842-898F-4A63FAB6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600700"/>
            <a:ext cx="590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/ 목표, 상태와 결과의 추적</a:t>
            </a:r>
          </a:p>
        </p:txBody>
      </p:sp>
      <p:sp>
        <p:nvSpPr>
          <p:cNvPr id="55" name="dp42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47F952BE-30D9-4179-9E0F-0C48D58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생성 후 Delegation</a:t>
            </a:r>
          </a:p>
        </p:txBody>
      </p:sp>
      <p:sp>
        <p:nvSpPr>
          <p:cNvPr id="56" name="dp42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D68A11EE-0E1F-4690-B775-49682028C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Execution 1</a:t>
            </a:r>
          </a:p>
        </p:txBody>
      </p:sp>
      <p:sp>
        <p:nvSpPr>
          <p:cNvPr id="57" name="dp42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7B84CC35-9214-46E0-89F9-1B0FC77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작성 시작</a:t>
            </a:r>
          </a:p>
        </p:txBody>
      </p:sp>
      <p:sp>
        <p:nvSpPr>
          <p:cNvPr id="58" name="dp42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099D4278-51E4-46BA-85F6-72A5B6B8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03885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Task와 실행 계속</a:t>
            </a:r>
          </a:p>
        </p:txBody>
      </p:sp>
      <p:sp>
        <p:nvSpPr>
          <p:cNvPr id="59" name="dp42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ABCD5C9B-6926-43C6-9DFE-8DC01B23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86525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상태 조회 / 새 실행 없음</a:t>
            </a:r>
          </a:p>
        </p:txBody>
      </p:sp>
      <p:sp>
        <p:nvSpPr>
          <p:cNvPr id="60" name="dp42-background / n51 / text 1">
            <a:extLst xmlns:a="http://schemas.openxmlformats.org/drawingml/2006/main">
              <a:ext uri="{FF2B5EF4-FFF2-40B4-BE49-F238E27FC236}">
                <a16:creationId xmlns:a16="http://schemas.microsoft.com/office/drawing/2014/main" id="{E05279B7-939F-4D92-AFD6-6A5E46FA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721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작성 종료 후 수정 Delegation</a:t>
            </a:r>
          </a:p>
        </p:txBody>
      </p:sp>
      <p:sp>
        <p:nvSpPr>
          <p:cNvPr id="61" name="dp42-background / n52 / text 1">
            <a:extLst xmlns:a="http://schemas.openxmlformats.org/drawingml/2006/main">
              <a:ext uri="{FF2B5EF4-FFF2-40B4-BE49-F238E27FC236}">
                <a16:creationId xmlns:a16="http://schemas.microsoft.com/office/drawing/2014/main" id="{2B0A9EB7-445F-4C1F-A75A-FDD86DD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3246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Agent Execution 2 시작</a:t>
            </a:r>
          </a:p>
        </p:txBody>
      </p:sp>
      <p:sp>
        <p:nvSpPr>
          <p:cNvPr id="62" name="dp42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75968BAC-80BC-4528-8AEF-DBB53B69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484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결론 수정</a:t>
            </a:r>
          </a:p>
        </p:txBody>
      </p:sp>
      <p:sp>
        <p:nvSpPr>
          <p:cNvPr id="63" name="dp42-background / n54">
            <a:extLst xmlns:a="http://schemas.openxmlformats.org/drawingml/2006/main">
              <a:ext uri="{FF2B5EF4-FFF2-40B4-BE49-F238E27FC236}">
                <a16:creationId xmlns:a16="http://schemas.microsoft.com/office/drawing/2014/main" id="{2C944625-CFE5-48B5-AC63-683B59D4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05650"/>
            <a:ext cx="10572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64" name="dp42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0341A60A-530C-45FF-8F55-9DFEC19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81850"/>
            <a:ext cx="101727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65" name="dp42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D1AB5B7E-78D8-4D7F-9CDA-AD3816F7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81900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/ 초안 작성 시작</a:t>
            </a:r>
          </a:p>
        </p:txBody>
      </p:sp>
      <p:sp>
        <p:nvSpPr>
          <p:cNvPr id="66" name="dp42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2173EF1C-4C22-4E14-9598-91652B04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96225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67" name="dp42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1F5C8C3A-3045-47EF-A55F-F1FC8232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초안 완료 / 결과 보관</a:t>
            </a:r>
          </a:p>
        </p:txBody>
      </p:sp>
      <p:sp>
        <p:nvSpPr>
          <p:cNvPr id="68" name="dp42-background / n59 / text 1">
            <a:extLst xmlns:a="http://schemas.openxmlformats.org/drawingml/2006/main">
              <a:ext uri="{FF2B5EF4-FFF2-40B4-BE49-F238E27FC236}">
                <a16:creationId xmlns:a16="http://schemas.microsoft.com/office/drawing/2014/main" id="{03F96458-94E3-43BD-8312-BBA540BF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962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완료 상태와 결과 유지</a:t>
            </a:r>
          </a:p>
        </p:txBody>
      </p:sp>
      <p:sp>
        <p:nvSpPr>
          <p:cNvPr id="69" name="dp42-background / n60 / path">
            <a:extLst xmlns:a="http://schemas.openxmlformats.org/drawingml/2006/main">
              <a:ext uri="{FF2B5EF4-FFF2-40B4-BE49-F238E27FC236}">
                <a16:creationId xmlns:a16="http://schemas.microsoft.com/office/drawing/2014/main" id="{73522AB0-6C7A-4126-B9C4-3450A47A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0" name="dp42-background / n61 / path">
            <a:extLst xmlns:a="http://schemas.openxmlformats.org/drawingml/2006/main">
              <a:ext uri="{FF2B5EF4-FFF2-40B4-BE49-F238E27FC236}">
                <a16:creationId xmlns:a16="http://schemas.microsoft.com/office/drawing/2014/main" id="{FA09C495-DE26-4749-A741-4F2BFE64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1" name="dp42-background / n62 / path">
            <a:extLst xmlns:a="http://schemas.openxmlformats.org/drawingml/2006/main">
              <a:ext uri="{FF2B5EF4-FFF2-40B4-BE49-F238E27FC236}">
                <a16:creationId xmlns:a16="http://schemas.microsoft.com/office/drawing/2014/main" id="{715597C0-A2C8-495B-A2DE-049E42C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2" name="dp42-background / n63 / path">
            <a:extLst xmlns:a="http://schemas.openxmlformats.org/drawingml/2006/main">
              <a:ext uri="{FF2B5EF4-FFF2-40B4-BE49-F238E27FC236}">
                <a16:creationId xmlns:a16="http://schemas.microsoft.com/office/drawing/2014/main" id="{A49B6245-81FB-411F-85C6-40AE55FB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76575"/>
            <a:ext cx="953" cy="2057400"/>
          </a:xfrm>
          <a:custGeom xmlns:a="http://schemas.openxmlformats.org/drawingml/2006/main">
            <a:pathLst>
              <a:path w="953" h="2057400">
                <a:moveTo>
                  <a:pt x="0" y="0"/>
                </a:moveTo>
                <a:lnTo>
                  <a:pt x="0" y="20574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3" name="dp42-background / n64 / path">
            <a:extLst xmlns:a="http://schemas.openxmlformats.org/drawingml/2006/main">
              <a:ext uri="{FF2B5EF4-FFF2-40B4-BE49-F238E27FC236}">
                <a16:creationId xmlns:a16="http://schemas.microsoft.com/office/drawing/2014/main" id="{B7AF53B9-0DFB-4FAF-A51C-DD17B535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934075"/>
            <a:ext cx="953" cy="847725"/>
          </a:xfrm>
          <a:custGeom xmlns:a="http://schemas.openxmlformats.org/drawingml/2006/main">
            <a:pathLst>
              <a:path w="953" h="847725">
                <a:moveTo>
                  <a:pt x="0" y="0"/>
                </a:moveTo>
                <a:lnTo>
                  <a:pt x="0" y="8477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4" name="dp42-background / n65 / path">
            <a:extLst xmlns:a="http://schemas.openxmlformats.org/drawingml/2006/main">
              <a:ext uri="{FF2B5EF4-FFF2-40B4-BE49-F238E27FC236}">
                <a16:creationId xmlns:a16="http://schemas.microsoft.com/office/drawing/2014/main" id="{A10E77C7-751F-49BC-B8CB-33B89BD9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524750"/>
            <a:ext cx="953" cy="571500"/>
          </a:xfrm>
          <a:custGeom xmlns:a="http://schemas.openxmlformats.org/drawingml/2006/main"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75" name="dp42-background / n66 / text 1">
            <a:extLst xmlns:a="http://schemas.openxmlformats.org/drawingml/2006/main">
              <a:ext uri="{FF2B5EF4-FFF2-40B4-BE49-F238E27FC236}">
                <a16:creationId xmlns:a16="http://schemas.microsoft.com/office/drawing/2014/main" id="{9757F3FE-6AF1-4472-8811-788129FB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서로 다른 완료 시점</a:t>
            </a:r>
          </a:p>
        </p:txBody>
      </p:sp>
      <p:sp>
        <p:nvSpPr>
          <p:cNvPr id="76" name="dp42-background / n67 / text 1">
            <a:extLst xmlns:a="http://schemas.openxmlformats.org/drawingml/2006/main">
              <a:ext uri="{FF2B5EF4-FFF2-40B4-BE49-F238E27FC236}">
                <a16:creationId xmlns:a16="http://schemas.microsoft.com/office/drawing/2014/main" id="{39D3FB81-C0B4-49F3-88D5-8327DA39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접수와 답변 완료, Task 목표 완료의 구분</a:t>
            </a:r>
          </a:p>
        </p:txBody>
      </p:sp>
      <p:sp>
        <p:nvSpPr>
          <p:cNvPr id="77" name="dp42-background / n68 / text 1">
            <a:extLst xmlns:a="http://schemas.openxmlformats.org/drawingml/2006/main">
              <a:ext uri="{FF2B5EF4-FFF2-40B4-BE49-F238E27FC236}">
                <a16:creationId xmlns:a16="http://schemas.microsoft.com/office/drawing/2014/main" id="{E0CE9424-7414-497A-94D0-11E9127A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Request와 실행 연결</a:t>
            </a:r>
          </a:p>
        </p:txBody>
      </p:sp>
      <p:sp>
        <p:nvSpPr>
          <p:cNvPr id="78" name="dp42-background / n69 / text 1">
            <a:extLst xmlns:a="http://schemas.openxmlformats.org/drawingml/2006/main">
              <a:ext uri="{FF2B5EF4-FFF2-40B4-BE49-F238E27FC236}">
                <a16:creationId xmlns:a16="http://schemas.microsoft.com/office/drawing/2014/main" id="{11E591BD-38D1-4E7C-BDEF-7E6D39FA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같은 Task의 상태 조회와 새 수정 실행 연결</a:t>
            </a:r>
          </a:p>
        </p:txBody>
      </p:sp>
      <p:sp>
        <p:nvSpPr>
          <p:cNvPr id="79" name="dp42-background / n70 / text 1">
            <a:extLst xmlns:a="http://schemas.openxmlformats.org/drawingml/2006/main">
              <a:ext uri="{FF2B5EF4-FFF2-40B4-BE49-F238E27FC236}">
                <a16:creationId xmlns:a16="http://schemas.microsoft.com/office/drawing/2014/main" id="{27439191-AFDE-43BE-A54B-6512C0AB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관리 책임과 복구 범위</a:t>
            </a:r>
          </a:p>
        </p:txBody>
      </p:sp>
      <p:sp>
        <p:nvSpPr>
          <p:cNvPr id="80" name="dp42-background / n71 / text 1">
            <a:extLst xmlns:a="http://schemas.openxmlformats.org/drawingml/2006/main">
              <a:ext uri="{FF2B5EF4-FFF2-40B4-BE49-F238E27FC236}">
                <a16:creationId xmlns:a16="http://schemas.microsoft.com/office/drawing/2014/main" id="{BE5766CF-F7FE-45CA-A478-35A585B0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기록과 상태의 관리 경계 및 중단 후 복구</a:t>
            </a:r>
          </a:p>
        </p:txBody>
      </p:sp>
    </p:spTree>
    <p:extLst>
      <p:ext uri="{BB962C8B-B14F-4D97-AF65-F5344CB8AC3E}">
        <p14:creationId xmlns:p14="http://schemas.microsoft.com/office/powerpoint/2010/main" val="1302481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2" name="dp42-comparison / n1">
            <a:extLst xmlns:a="http://schemas.openxmlformats.org/drawingml/2006/main">
              <a:ext uri="{FF2B5EF4-FFF2-40B4-BE49-F238E27FC236}">
                <a16:creationId xmlns:a16="http://schemas.microsoft.com/office/drawing/2014/main" id="{1850E755-C649-4DB5-A850-F6B16732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2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3ACCDC9A-75C5-453B-A5CF-A7366682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2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0AF55C00-EC0C-46B2-967C-F0033A08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2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F59DAFB1-E273-4924-82D8-01C3A93F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04-42. 변경 용이성을 위한 VIA Conversation과 Task 관리 설계</a:t>
            </a:r>
          </a:p>
        </p:txBody>
      </p:sp>
      <p:sp>
        <p:nvSpPr>
          <p:cNvPr id="5" name="dp42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D9FB9071-2394-427F-BFD2-C3C2FD0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2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250DD369-B438-4B90-8FA4-7D6419F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보고서와 메일 Request 접수 → Task 추적 → 같은 보고서 Task의 후속 수정</a:t>
            </a:r>
          </a:p>
        </p:txBody>
      </p:sp>
      <p:sp>
        <p:nvSpPr>
          <p:cNvPr id="7" name="dp42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3F2429CE-B1AD-49E3-9636-8E24602F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2-comparison / n8">
            <a:extLst xmlns:a="http://schemas.openxmlformats.org/drawingml/2006/main">
              <a:ext uri="{FF2B5EF4-FFF2-40B4-BE49-F238E27FC236}">
                <a16:creationId xmlns:a16="http://schemas.microsoft.com/office/drawing/2014/main" id="{FE6AFB52-8DF4-4718-B14A-5B35E22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2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B3BD9F40-5311-4F8D-A104-A2AA6681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2-comparison / n10">
            <a:extLst xmlns:a="http://schemas.openxmlformats.org/drawingml/2006/main">
              <a:ext uri="{FF2B5EF4-FFF2-40B4-BE49-F238E27FC236}">
                <a16:creationId xmlns:a16="http://schemas.microsoft.com/office/drawing/2014/main" id="{CB4BF2AF-B115-4D88-ABB1-F159C8BA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2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3E13A385-561C-41AB-84BC-5E39463F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2-comparison / n12">
            <a:extLst xmlns:a="http://schemas.openxmlformats.org/drawingml/2006/main">
              <a:ext uri="{FF2B5EF4-FFF2-40B4-BE49-F238E27FC236}">
                <a16:creationId xmlns:a16="http://schemas.microsoft.com/office/drawing/2014/main" id="{E0C4681C-F94A-4A16-9040-D08C1C08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2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F767A20D-C80F-41FA-823B-27A93D72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2-comparison / n14">
            <a:extLst xmlns:a="http://schemas.openxmlformats.org/drawingml/2006/main">
              <a:ext uri="{FF2B5EF4-FFF2-40B4-BE49-F238E27FC236}">
                <a16:creationId xmlns:a16="http://schemas.microsoft.com/office/drawing/2014/main" id="{6FE865CE-A24B-4060-A6CC-D49584D7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2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2533D327-7322-4443-8989-6D16CCC5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2-comparison / n16">
            <a:extLst xmlns:a="http://schemas.openxmlformats.org/drawingml/2006/main">
              <a:ext uri="{FF2B5EF4-FFF2-40B4-BE49-F238E27FC236}">
                <a16:creationId xmlns:a16="http://schemas.microsoft.com/office/drawing/2014/main" id="{F47EEC1D-8884-4E06-9FD6-F2A4DB24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2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CCBD1F6B-B794-404E-B3A8-D29B1BB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2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CC8B7981-DCC2-42D2-A073-0BB4705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2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8AF129CC-619E-4A31-A1DC-C7C8DB88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2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A4FB9DC9-6AEF-4D87-A6C5-E34C9E2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2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FDE5AB9F-33B5-4923-B8BC-5648DD45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모듈형 통합 VIA Core</a:t>
            </a:r>
          </a:p>
        </p:txBody>
      </p:sp>
      <p:sp>
        <p:nvSpPr>
          <p:cNvPr id="22" name="dp42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02EA4146-F8CF-4E4F-8D4A-AA4A46AB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상태의 공동 확정으로 완료시간 3.2 s (요청 완료 신속성 ↑)</a:t>
            </a:r>
          </a:p>
        </p:txBody>
      </p:sp>
      <p:sp>
        <p:nvSpPr>
          <p:cNvPr id="23" name="dp42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E00CA4DB-A34E-4A91-8080-6E7E43BE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추가 서비스 heap 축소로 전체 메모리 13.2 GB (메모리 효율성 ↑)</a:t>
            </a:r>
          </a:p>
        </p:txBody>
      </p:sp>
      <p:sp>
        <p:nvSpPr>
          <p:cNvPr id="24" name="dp42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1D85FD28-5252-45B6-BDB0-989C5463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공동 저장과 복구 경로의 변경 전파, 평균 4.0개 (변경 용이성 ↓)</a:t>
            </a:r>
          </a:p>
        </p:txBody>
      </p:sp>
      <p:sp>
        <p:nvSpPr>
          <p:cNvPr id="25" name="dp42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72932C48-9FF1-4F43-9EDA-7F1FF5C9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26" name="dp42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30C2DD04-7D4B-42AD-9CBF-4A272B5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2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3B0D38AF-22DF-4908-BC5D-54019863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3.2 s</a:t>
            </a:r>
          </a:p>
        </p:txBody>
      </p:sp>
      <p:sp>
        <p:nvSpPr>
          <p:cNvPr id="28" name="dp42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AFAFC618-998D-4E6E-ABFB-C6D355CB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29" name="dp42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DD5B3A1D-38FD-4778-A528-032B8184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0" name="dp42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3C049710-A640-4C02-98C7-95B6D16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2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67687CE7-9735-4A92-99C0-E3CA4BF4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2" name="dp42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C370416E-54F7-4BEB-A47A-AF91567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3" name="dp42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FAB9608E-7162-4F64-813F-6FC611D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2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7E7DC9C8-BF1B-494A-A58A-2DD7998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2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485604E5-DCAE-4A40-BE64-D1DF12C4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2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5A0824F5-73BC-4541-B65D-5D901336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2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98596C2D-047A-4F31-8519-51EFE62F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독립 대화 서비스와 업무 서비스</a:t>
            </a:r>
          </a:p>
        </p:txBody>
      </p:sp>
      <p:sp>
        <p:nvSpPr>
          <p:cNvPr id="38" name="dp42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7BF448AB-AD9A-4DD2-87D9-597492C2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업무 상태와 실행 경계의 독립 변경, 평균 2.5개 (변경 용이성 ↑)</a:t>
            </a:r>
          </a:p>
        </p:txBody>
      </p:sp>
      <p:sp>
        <p:nvSpPr>
          <p:cNvPr id="39" name="dp42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86CC1EE2-638E-4A67-B422-CA9A77AA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명령 접수와 대화 반영의 왕복으로 3.8 s (요청 완료 신속성 ↓)</a:t>
            </a:r>
          </a:p>
        </p:txBody>
      </p:sp>
      <p:sp>
        <p:nvSpPr>
          <p:cNvPr id="40" name="dp42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BFA434BF-21A0-4FDC-825C-08E03833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별도 heap과 대기열로 전체 메모리 13.6 GB (메모리 효율성 ↓)</a:t>
            </a:r>
          </a:p>
        </p:txBody>
      </p:sp>
      <p:sp>
        <p:nvSpPr>
          <p:cNvPr id="41" name="dp42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71F63214-2BF8-41CE-AF28-2947B1BB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2" name="dp42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CDBAB889-E94B-4808-9226-8D729A3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2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9F2793EB-41B9-4735-B49D-73F4012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3.8 s</a:t>
            </a:r>
          </a:p>
        </p:txBody>
      </p:sp>
      <p:sp>
        <p:nvSpPr>
          <p:cNvPr id="44" name="dp42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4EA4B79D-6AC3-484C-BC1A-B8022E2B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5" name="dp42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03A1EB6B-9C6D-4FEE-8591-E40F137C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6" name="dp42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35F0840A-85DB-46A2-A315-234D26EB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2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285E3CE8-C9CA-4E8E-B876-297BF91C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8" name="dp42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A4EEEC2A-6535-4D37-B00C-781B70E4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49" name="dp42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A3D86046-CB28-4AC2-8361-9D8099C7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2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5AB13950-89EC-4EF5-9659-ACD652E9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2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D66C7202-54AA-448A-92B3-2CD163DE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13.6 GB</a:t>
            </a:r>
          </a:p>
        </p:txBody>
      </p:sp>
      <p:sp>
        <p:nvSpPr>
          <p:cNvPr id="52" name="dp42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99836DF9-E349-485F-B925-E4C526F8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2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C350BD72-20F7-45DC-B8C3-0327E903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업무 저장과 실행 수명의 독립 변경 / 일반 Agent adapter 변경은 제외</a:t>
            </a:r>
          </a:p>
        </p:txBody>
      </p:sp>
      <p:sp>
        <p:nvSpPr>
          <p:cNvPr id="54" name="dp42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4E8405B4-0DC4-49B6-8D5B-31D40A0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2-comparison / n58 / path">
            <a:extLst xmlns:a="http://schemas.openxmlformats.org/drawingml/2006/main">
              <a:ext uri="{FF2B5EF4-FFF2-40B4-BE49-F238E27FC236}">
                <a16:creationId xmlns:a16="http://schemas.microsoft.com/office/drawing/2014/main" id="{3FCE1CE4-962B-40DC-9573-E2484D61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6" name="dp42-comparison / n63 / path">
            <a:extLst xmlns:a="http://schemas.openxmlformats.org/drawingml/2006/main">
              <a:ext uri="{FF2B5EF4-FFF2-40B4-BE49-F238E27FC236}">
                <a16:creationId xmlns:a16="http://schemas.microsoft.com/office/drawing/2014/main" id="{096064A5-B96B-4149-B1DA-BC57612C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7" name="dp42-comparison / n66 / path">
            <a:extLst xmlns:a="http://schemas.openxmlformats.org/drawingml/2006/main">
              <a:ext uri="{FF2B5EF4-FFF2-40B4-BE49-F238E27FC236}">
                <a16:creationId xmlns:a16="http://schemas.microsoft.com/office/drawing/2014/main" id="{FDD1C5AC-61AE-4FF4-8056-6EBD038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8" name="dp42-comparison / n71 / path">
            <a:extLst xmlns:a="http://schemas.openxmlformats.org/drawingml/2006/main">
              <a:ext uri="{FF2B5EF4-FFF2-40B4-BE49-F238E27FC236}">
                <a16:creationId xmlns:a16="http://schemas.microsoft.com/office/drawing/2014/main" id="{FAF6D5B5-BE02-4A2B-8A11-36430C2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59" name="dp42-comparison / n76 / path">
            <a:extLst xmlns:a="http://schemas.openxmlformats.org/drawingml/2006/main">
              <a:ext uri="{FF2B5EF4-FFF2-40B4-BE49-F238E27FC236}">
                <a16:creationId xmlns:a16="http://schemas.microsoft.com/office/drawing/2014/main" id="{A5B61873-3419-4BA9-B505-C704C291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0" name="dp42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99D6D89D-B26B-4ED8-9303-D08E2123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1" name="dp42-comparison / n84">
            <a:extLst xmlns:a="http://schemas.openxmlformats.org/drawingml/2006/main">
              <a:ext uri="{FF2B5EF4-FFF2-40B4-BE49-F238E27FC236}">
                <a16:creationId xmlns:a16="http://schemas.microsoft.com/office/drawing/2014/main" id="{C28079F6-DFC1-4C4C-BA6B-E743F412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67175"/>
            <a:ext cx="78009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2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BB0CB81D-234E-4184-8B38-30B9F715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62425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VIA Core</a:t>
            </a:r>
          </a:p>
        </p:txBody>
      </p:sp>
      <p:sp>
        <p:nvSpPr>
          <p:cNvPr id="63" name="dp42-comparison / n88">
            <a:extLst xmlns:a="http://schemas.openxmlformats.org/drawingml/2006/main">
              <a:ext uri="{FF2B5EF4-FFF2-40B4-BE49-F238E27FC236}">
                <a16:creationId xmlns:a16="http://schemas.microsoft.com/office/drawing/2014/main" id="{44CA17FD-A3EC-4F15-971D-8E3BD111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43425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2-comparison / n89 / text 1">
            <a:extLst xmlns:a="http://schemas.openxmlformats.org/drawingml/2006/main">
              <a:ext uri="{FF2B5EF4-FFF2-40B4-BE49-F238E27FC236}">
                <a16:creationId xmlns:a16="http://schemas.microsoft.com/office/drawing/2014/main" id="{3FA74335-4EB7-4A59-8834-13640E82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4619625"/>
            <a:ext cx="2305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65" name="dp42-comparison / n90">
            <a:extLst xmlns:a="http://schemas.openxmlformats.org/drawingml/2006/main">
              <a:ext uri="{FF2B5EF4-FFF2-40B4-BE49-F238E27FC236}">
                <a16:creationId xmlns:a16="http://schemas.microsoft.com/office/drawing/2014/main" id="{2D4A0F54-BA85-4E90-B9A4-C12646AD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43425"/>
            <a:ext cx="2781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2-comparison / n91 / text 1">
            <a:extLst xmlns:a="http://schemas.openxmlformats.org/drawingml/2006/main">
              <a:ext uri="{FF2B5EF4-FFF2-40B4-BE49-F238E27FC236}">
                <a16:creationId xmlns:a16="http://schemas.microsoft.com/office/drawing/2014/main" id="{8CDEF5B7-FBE7-40AB-8E5B-E3F08A1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26098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67" name="dp42-comparison / n92">
            <a:extLst xmlns:a="http://schemas.openxmlformats.org/drawingml/2006/main">
              <a:ext uri="{FF2B5EF4-FFF2-40B4-BE49-F238E27FC236}">
                <a16:creationId xmlns:a16="http://schemas.microsoft.com/office/drawing/2014/main" id="{AFBD9EFF-DF24-4FC2-BD84-A110718D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4292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8" name="dp42-comparison / n93 / text 1">
            <a:extLst xmlns:a="http://schemas.openxmlformats.org/drawingml/2006/main">
              <a:ext uri="{FF2B5EF4-FFF2-40B4-BE49-F238E27FC236}">
                <a16:creationId xmlns:a16="http://schemas.microsoft.com/office/drawing/2014/main" id="{EDA7E79C-8244-48AC-BFB8-A91F08C0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511641"/>
            <a:ext cx="19716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트랜잭션 관리자</a:t>
            </a:r>
          </a:p>
        </p:txBody>
      </p:sp>
      <p:sp>
        <p:nvSpPr>
          <p:cNvPr id="69" name="dp42-comparison / n94">
            <a:extLst xmlns:a="http://schemas.openxmlformats.org/drawingml/2006/main">
              <a:ext uri="{FF2B5EF4-FFF2-40B4-BE49-F238E27FC236}">
                <a16:creationId xmlns:a16="http://schemas.microsoft.com/office/drawing/2014/main" id="{76982E4A-CE2E-45CE-9F78-76266ACB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210300"/>
            <a:ext cx="2924175" cy="4572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0" name="dp42-comparison / n95 / text 1">
            <a:extLst xmlns:a="http://schemas.openxmlformats.org/drawingml/2006/main">
              <a:ext uri="{FF2B5EF4-FFF2-40B4-BE49-F238E27FC236}">
                <a16:creationId xmlns:a16="http://schemas.microsoft.com/office/drawing/2014/main" id="{9BFD87BA-EB9A-477A-98F4-B223F1AB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6372225"/>
            <a:ext cx="27527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통합 상태 저장소</a:t>
            </a:r>
          </a:p>
        </p:txBody>
      </p:sp>
      <p:sp>
        <p:nvSpPr>
          <p:cNvPr id="71" name="dp42-comparison / n100 / path">
            <a:extLst xmlns:a="http://schemas.openxmlformats.org/drawingml/2006/main">
              <a:ext uri="{FF2B5EF4-FFF2-40B4-BE49-F238E27FC236}">
                <a16:creationId xmlns:a16="http://schemas.microsoft.com/office/drawing/2014/main" id="{8A1399EF-E1DA-4770-AD12-EA47E233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2133600" cy="953"/>
          </a:xfrm>
          <a:custGeom xmlns:a="http://schemas.openxmlformats.org/drawingml/2006/main">
            <a:pathLst>
              <a:path w="2133600" h="953">
                <a:moveTo>
                  <a:pt x="0" y="0"/>
                </a:moveTo>
                <a:lnTo>
                  <a:pt x="2133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2-comparison / n100 / arrow">
            <a:extLst xmlns:a="http://schemas.openxmlformats.org/drawingml/2006/main">
              <a:ext uri="{FF2B5EF4-FFF2-40B4-BE49-F238E27FC236}">
                <a16:creationId xmlns:a16="http://schemas.microsoft.com/office/drawing/2014/main" id="{8424B0F8-1F39-4349-A734-99F19FA4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780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2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4578D9D7-31DF-4E16-A67D-06201F64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943475"/>
            <a:ext cx="2671763" cy="485775"/>
          </a:xfrm>
          <a:custGeom xmlns:a="http://schemas.openxmlformats.org/drawingml/2006/main">
            <a:pathLst>
              <a:path w="2671763" h="485775">
                <a:moveTo>
                  <a:pt x="0" y="0"/>
                </a:moveTo>
                <a:lnTo>
                  <a:pt x="0" y="381000"/>
                </a:lnTo>
                <a:lnTo>
                  <a:pt x="2667000" y="381000"/>
                </a:lnTo>
                <a:lnTo>
                  <a:pt x="2671763" y="485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2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30876F22-DDA5-4EED-AACE-24143A2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79" y="5304688"/>
            <a:ext cx="121794" cy="124562"/>
          </a:xfrm>
          <a:custGeom xmlns:a="http://schemas.openxmlformats.org/drawingml/2006/main">
            <a:pathLst>
              <a:path w="121794" h="124562">
                <a:moveTo>
                  <a:pt x="0" y="5536"/>
                </a:moveTo>
                <a:lnTo>
                  <a:pt x="66433" y="124562"/>
                </a:lnTo>
                <a:lnTo>
                  <a:pt x="1217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2-comparison / n104 / path">
            <a:extLst xmlns:a="http://schemas.openxmlformats.org/drawingml/2006/main">
              <a:ext uri="{FF2B5EF4-FFF2-40B4-BE49-F238E27FC236}">
                <a16:creationId xmlns:a16="http://schemas.microsoft.com/office/drawing/2014/main" id="{CB8FEA63-5D78-4346-8A7A-D0CFF08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43475"/>
            <a:ext cx="2095500" cy="1047750"/>
          </a:xfrm>
          <a:custGeom xmlns:a="http://schemas.openxmlformats.org/drawingml/2006/main">
            <a:pathLst>
              <a:path w="2095500" h="1047750">
                <a:moveTo>
                  <a:pt x="2095500" y="0"/>
                </a:moveTo>
                <a:lnTo>
                  <a:pt x="2095500" y="1047750"/>
                </a:lnTo>
                <a:lnTo>
                  <a:pt x="0" y="1047750"/>
                </a:lnTo>
                <a:lnTo>
                  <a:pt x="4763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6" name="dp42-comparison / n104 / arrow">
            <a:extLst xmlns:a="http://schemas.openxmlformats.org/drawingml/2006/main">
              <a:ext uri="{FF2B5EF4-FFF2-40B4-BE49-F238E27FC236}">
                <a16:creationId xmlns:a16="http://schemas.microsoft.com/office/drawing/2014/main" id="{A3A2C49A-F593-4B50-AADC-3E90CE1C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095" y="5829300"/>
            <a:ext cx="121867" cy="123659"/>
          </a:xfrm>
          <a:custGeom xmlns:a="http://schemas.openxmlformats.org/drawingml/2006/main">
            <a:pathLst>
              <a:path w="121867" h="123659">
                <a:moveTo>
                  <a:pt x="121867" y="123659"/>
                </a:moveTo>
                <a:lnTo>
                  <a:pt x="64518" y="0"/>
                </a:lnTo>
                <a:lnTo>
                  <a:pt x="0" y="12007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2-comparison / n105 / path">
            <a:extLst xmlns:a="http://schemas.openxmlformats.org/drawingml/2006/main">
              <a:ext uri="{FF2B5EF4-FFF2-40B4-BE49-F238E27FC236}">
                <a16:creationId xmlns:a16="http://schemas.microsoft.com/office/drawing/2014/main" id="{5C123A51-39EF-43F2-8F1E-32F2A705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829300"/>
            <a:ext cx="9525" cy="381000"/>
          </a:xfrm>
          <a:custGeom xmlns:a="http://schemas.openxmlformats.org/drawingml/2006/main">
            <a:pathLst>
              <a:path w="9525" h="381000">
                <a:moveTo>
                  <a:pt x="0" y="0"/>
                </a:moveTo>
                <a:lnTo>
                  <a:pt x="9525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2-comparison / n105 / arrow">
            <a:extLst xmlns:a="http://schemas.openxmlformats.org/drawingml/2006/main">
              <a:ext uri="{FF2B5EF4-FFF2-40B4-BE49-F238E27FC236}">
                <a16:creationId xmlns:a16="http://schemas.microsoft.com/office/drawing/2014/main" id="{73DED790-4CE4-41F0-A017-C84684EA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149" y="6086895"/>
            <a:ext cx="121882" cy="123405"/>
          </a:xfrm>
          <a:custGeom xmlns:a="http://schemas.openxmlformats.org/drawingml/2006/main">
            <a:pathLst>
              <a:path w="121882" h="123405">
                <a:moveTo>
                  <a:pt x="0" y="3047"/>
                </a:moveTo>
                <a:lnTo>
                  <a:pt x="63988" y="123405"/>
                </a:lnTo>
                <a:lnTo>
                  <a:pt x="1218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2-comparison / n110 / path">
            <a:extLst xmlns:a="http://schemas.openxmlformats.org/drawingml/2006/main">
              <a:ext uri="{FF2B5EF4-FFF2-40B4-BE49-F238E27FC236}">
                <a16:creationId xmlns:a16="http://schemas.microsoft.com/office/drawing/2014/main" id="{FE6686D6-5854-4C5D-B6AF-8B51BD33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943475"/>
            <a:ext cx="657225" cy="1495425"/>
          </a:xfrm>
          <a:custGeom xmlns:a="http://schemas.openxmlformats.org/drawingml/2006/main">
            <a:pathLst>
              <a:path w="657225" h="1495425">
                <a:moveTo>
                  <a:pt x="0" y="1495425"/>
                </a:moveTo>
                <a:lnTo>
                  <a:pt x="657225" y="1495425"/>
                </a:lnTo>
                <a:lnTo>
                  <a:pt x="657225" y="0"/>
                </a:ln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2-comparison / n110 / arrow">
            <a:extLst xmlns:a="http://schemas.openxmlformats.org/drawingml/2006/main">
              <a:ext uri="{FF2B5EF4-FFF2-40B4-BE49-F238E27FC236}">
                <a16:creationId xmlns:a16="http://schemas.microsoft.com/office/drawing/2014/main" id="{41B4D9DB-6408-48CB-8306-756FD941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825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2-comparison / n113">
            <a:extLst xmlns:a="http://schemas.openxmlformats.org/drawingml/2006/main">
              <a:ext uri="{FF2B5EF4-FFF2-40B4-BE49-F238E27FC236}">
                <a16:creationId xmlns:a16="http://schemas.microsoft.com/office/drawing/2014/main" id="{22B2D0BD-83A1-4E91-98A3-E78E916F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2-comparison / n114 / text 1">
            <a:extLst xmlns:a="http://schemas.openxmlformats.org/drawingml/2006/main">
              <a:ext uri="{FF2B5EF4-FFF2-40B4-BE49-F238E27FC236}">
                <a16:creationId xmlns:a16="http://schemas.microsoft.com/office/drawing/2014/main" id="{7794795D-E0C0-4D67-AAE7-8AD9377D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83" name="dp42-comparison / n115">
            <a:extLst xmlns:a="http://schemas.openxmlformats.org/drawingml/2006/main">
              <a:ext uri="{FF2B5EF4-FFF2-40B4-BE49-F238E27FC236}">
                <a16:creationId xmlns:a16="http://schemas.microsoft.com/office/drawing/2014/main" id="{39BA1D36-4EF3-4DF5-B308-D8332BD1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4" name="dp42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7B8BB904-9C5E-465B-8661-A836F7DE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85" name="dp42-comparison / n117">
            <a:extLst xmlns:a="http://schemas.openxmlformats.org/drawingml/2006/main">
              <a:ext uri="{FF2B5EF4-FFF2-40B4-BE49-F238E27FC236}">
                <a16:creationId xmlns:a16="http://schemas.microsoft.com/office/drawing/2014/main" id="{500D97DF-2EA0-4A68-9A35-1A606A86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6" name="dp42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1676439E-C8D9-466E-9B20-42A5BECA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87" name="dp42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2EBA2EC8-5932-4CF8-9C01-5D970F7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10200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2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00ABDBD2-3E53-4D2F-9457-3CD858B5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2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5754A040-8EDE-43CD-8AB3-727E5B9C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10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0" name="dp42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BAC19907-5DE3-4243-AE18-65E1874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1" name="dp42-comparison / n121 / path">
            <a:extLst xmlns:a="http://schemas.openxmlformats.org/drawingml/2006/main">
              <a:ext uri="{FF2B5EF4-FFF2-40B4-BE49-F238E27FC236}">
                <a16:creationId xmlns:a16="http://schemas.microsoft.com/office/drawing/2014/main" id="{4C7CC283-066F-452C-B791-969B7D1E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2" name="dp42-comparison / n121 / arrow">
            <a:extLst xmlns:a="http://schemas.openxmlformats.org/drawingml/2006/main">
              <a:ext uri="{FF2B5EF4-FFF2-40B4-BE49-F238E27FC236}">
                <a16:creationId xmlns:a16="http://schemas.microsoft.com/office/drawing/2014/main" id="{39F2943F-AB75-462F-A168-8E3FF265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3" name="dp42-comparison / n122 / path">
            <a:extLst xmlns:a="http://schemas.openxmlformats.org/drawingml/2006/main">
              <a:ext uri="{FF2B5EF4-FFF2-40B4-BE49-F238E27FC236}">
                <a16:creationId xmlns:a16="http://schemas.microsoft.com/office/drawing/2014/main" id="{0B54126E-F34D-4641-A65B-A8466C2F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94" name="dp42-comparison / n122 / arrow">
            <a:extLst xmlns:a="http://schemas.openxmlformats.org/drawingml/2006/main">
              <a:ext uri="{FF2B5EF4-FFF2-40B4-BE49-F238E27FC236}">
                <a16:creationId xmlns:a16="http://schemas.microsoft.com/office/drawing/2014/main" id="{07ED203C-53FC-4DA5-9676-D1729551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95" name="dp42-comparison / n54">
            <a:extLst xmlns:a="http://schemas.openxmlformats.org/drawingml/2006/main">
              <a:ext uri="{FF2B5EF4-FFF2-40B4-BE49-F238E27FC236}">
                <a16:creationId xmlns:a16="http://schemas.microsoft.com/office/drawing/2014/main" id="{10EF5279-750F-49AE-954F-21A7EBA5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2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25D13A8B-ADA3-4CD3-A7DE-7B3B2789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97" name="dp42-comparison / n56">
            <a:extLst xmlns:a="http://schemas.openxmlformats.org/drawingml/2006/main">
              <a:ext uri="{FF2B5EF4-FFF2-40B4-BE49-F238E27FC236}">
                <a16:creationId xmlns:a16="http://schemas.microsoft.com/office/drawing/2014/main" id="{325FB0A1-8929-49D1-9EEF-C9CD8C0D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2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894D51A1-F955-4AC3-8ED9-465ABE4B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99" name="dp42-comparison / n59">
            <a:extLst xmlns:a="http://schemas.openxmlformats.org/drawingml/2006/main">
              <a:ext uri="{FF2B5EF4-FFF2-40B4-BE49-F238E27FC236}">
                <a16:creationId xmlns:a16="http://schemas.microsoft.com/office/drawing/2014/main" id="{47AAF06A-2586-42AC-8EA4-222F4299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2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33D4AF6B-29A0-48DA-9760-FA08E3D8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01" name="dp42-comparison / n61">
            <a:extLst xmlns:a="http://schemas.openxmlformats.org/drawingml/2006/main">
              <a:ext uri="{FF2B5EF4-FFF2-40B4-BE49-F238E27FC236}">
                <a16:creationId xmlns:a16="http://schemas.microsoft.com/office/drawing/2014/main" id="{6985CA83-7EB4-4094-BBCE-AB684BE4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2-comparison / n62 / text 1">
            <a:extLst xmlns:a="http://schemas.openxmlformats.org/drawingml/2006/main">
              <a:ext uri="{FF2B5EF4-FFF2-40B4-BE49-F238E27FC236}">
                <a16:creationId xmlns:a16="http://schemas.microsoft.com/office/drawing/2014/main" id="{C1F5BFFB-4FC9-4521-9973-F06B2BC5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03" name="dp42-comparison / n64">
            <a:extLst xmlns:a="http://schemas.openxmlformats.org/drawingml/2006/main">
              <a:ext uri="{FF2B5EF4-FFF2-40B4-BE49-F238E27FC236}">
                <a16:creationId xmlns:a16="http://schemas.microsoft.com/office/drawing/2014/main" id="{BCC18A80-3032-4C7F-B6DC-4E2267A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2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38E69E46-1BED-484F-8137-637A53D9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05" name="dp42-comparison / n67">
            <a:extLst xmlns:a="http://schemas.openxmlformats.org/drawingml/2006/main">
              <a:ext uri="{FF2B5EF4-FFF2-40B4-BE49-F238E27FC236}">
                <a16:creationId xmlns:a16="http://schemas.microsoft.com/office/drawing/2014/main" id="{0BD5A641-2B7F-4380-8B53-7BD45323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2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71C04C10-7358-4548-8E7B-BD66A92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07" name="dp42-comparison / n69">
            <a:extLst xmlns:a="http://schemas.openxmlformats.org/drawingml/2006/main">
              <a:ext uri="{FF2B5EF4-FFF2-40B4-BE49-F238E27FC236}">
                <a16:creationId xmlns:a16="http://schemas.microsoft.com/office/drawing/2014/main" id="{86FB7D2C-4945-430F-8944-B9DD28A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2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BF74DAA1-C439-4A92-98EB-81020E6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09" name="dp42-comparison / n72">
            <a:extLst xmlns:a="http://schemas.openxmlformats.org/drawingml/2006/main">
              <a:ext uri="{FF2B5EF4-FFF2-40B4-BE49-F238E27FC236}">
                <a16:creationId xmlns:a16="http://schemas.microsoft.com/office/drawing/2014/main" id="{39EE2E06-A4B4-4DCD-B665-E945C05C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2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2EE52740-4979-4745-B4D4-BECA66D5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11" name="dp42-comparison / n74">
            <a:extLst xmlns:a="http://schemas.openxmlformats.org/drawingml/2006/main">
              <a:ext uri="{FF2B5EF4-FFF2-40B4-BE49-F238E27FC236}">
                <a16:creationId xmlns:a16="http://schemas.microsoft.com/office/drawing/2014/main" id="{7F240551-4A20-4F53-B77F-6B138E40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2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59331E46-3444-44CD-A644-200DCF9B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113" name="dp42-comparison / n77">
            <a:extLst xmlns:a="http://schemas.openxmlformats.org/drawingml/2006/main">
              <a:ext uri="{FF2B5EF4-FFF2-40B4-BE49-F238E27FC236}">
                <a16:creationId xmlns:a16="http://schemas.microsoft.com/office/drawing/2014/main" id="{82502793-E823-457A-9C5E-25361B3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2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7D24FDC3-A200-4ABE-8CFE-0D030A5A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115" name="dp42-comparison / n79">
            <a:extLst xmlns:a="http://schemas.openxmlformats.org/drawingml/2006/main">
              <a:ext uri="{FF2B5EF4-FFF2-40B4-BE49-F238E27FC236}">
                <a16:creationId xmlns:a16="http://schemas.microsoft.com/office/drawing/2014/main" id="{17CC0182-685F-4C8E-9B6D-550C0D1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2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2FC3AAD1-DA5A-4AB8-9B89-29A3583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117" name="dp42-comparison / n82">
            <a:extLst xmlns:a="http://schemas.openxmlformats.org/drawingml/2006/main">
              <a:ext uri="{FF2B5EF4-FFF2-40B4-BE49-F238E27FC236}">
                <a16:creationId xmlns:a16="http://schemas.microsoft.com/office/drawing/2014/main" id="{E05843AF-9538-4053-BCDA-7B4468FF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2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15E6CF81-B952-4A51-8BB2-750689E8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119" name="dp42-comparison / n86">
            <a:extLst xmlns:a="http://schemas.openxmlformats.org/drawingml/2006/main">
              <a:ext uri="{FF2B5EF4-FFF2-40B4-BE49-F238E27FC236}">
                <a16:creationId xmlns:a16="http://schemas.microsoft.com/office/drawing/2014/main" id="{4EE1C9C2-2522-4EA4-9F77-12BDC437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28386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2-comparison / n87 / text 1">
            <a:extLst xmlns:a="http://schemas.openxmlformats.org/drawingml/2006/main">
              <a:ext uri="{FF2B5EF4-FFF2-40B4-BE49-F238E27FC236}">
                <a16:creationId xmlns:a16="http://schemas.microsoft.com/office/drawing/2014/main" id="{D668F624-BB95-437B-8D95-6F57AF4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5572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동일 실행 경계 / 모듈별 처리 책임</a:t>
            </a:r>
          </a:p>
        </p:txBody>
      </p:sp>
      <p:sp>
        <p:nvSpPr>
          <p:cNvPr id="121" name="dp42-comparison / n96">
            <a:extLst xmlns:a="http://schemas.openxmlformats.org/drawingml/2006/main">
              <a:ext uri="{FF2B5EF4-FFF2-40B4-BE49-F238E27FC236}">
                <a16:creationId xmlns:a16="http://schemas.microsoft.com/office/drawing/2014/main" id="{87136B8B-73FB-495E-8BE1-78FA3DA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2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232E7FAD-1CD5-430E-9F9C-A4ECD398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387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123" name="dp42-comparison / n98">
            <a:extLst xmlns:a="http://schemas.openxmlformats.org/drawingml/2006/main">
              <a:ext uri="{FF2B5EF4-FFF2-40B4-BE49-F238E27FC236}">
                <a16:creationId xmlns:a16="http://schemas.microsoft.com/office/drawing/2014/main" id="{CF7EF425-89A4-4A51-83BB-BB1E642B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29200"/>
            <a:ext cx="180879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2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68EFBB64-0FDE-4709-BAFE-1038B7F6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725"/>
            <a:ext cx="2714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명령</a:t>
            </a:r>
          </a:p>
        </p:txBody>
      </p:sp>
      <p:sp>
        <p:nvSpPr>
          <p:cNvPr id="125" name="dp42-comparison / n101">
            <a:extLst xmlns:a="http://schemas.openxmlformats.org/drawingml/2006/main">
              <a:ext uri="{FF2B5EF4-FFF2-40B4-BE49-F238E27FC236}">
                <a16:creationId xmlns:a16="http://schemas.microsoft.com/office/drawing/2014/main" id="{77F5E0F3-A434-4A73-81AE-8AB7479B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142341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2-comparison / n102 / text 1">
            <a:extLst xmlns:a="http://schemas.openxmlformats.org/drawingml/2006/main">
              <a:ext uri="{FF2B5EF4-FFF2-40B4-BE49-F238E27FC236}">
                <a16:creationId xmlns:a16="http://schemas.microsoft.com/office/drawing/2014/main" id="{9293A703-72A5-4605-B2A2-D19142B6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48175"/>
            <a:ext cx="17240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검증 변경 제안</a:t>
            </a:r>
          </a:p>
        </p:txBody>
      </p:sp>
      <p:sp>
        <p:nvSpPr>
          <p:cNvPr id="127" name="dp42-comparison / n106">
            <a:extLst xmlns:a="http://schemas.openxmlformats.org/drawingml/2006/main">
              <a:ext uri="{FF2B5EF4-FFF2-40B4-BE49-F238E27FC236}">
                <a16:creationId xmlns:a16="http://schemas.microsoft.com/office/drawing/2014/main" id="{14B8B536-FA7C-4106-8321-4AFFD2E4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00700"/>
            <a:ext cx="1845564" cy="4305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p42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F091189F-53D2-436E-B0C5-2940E533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1022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답변 연결과 명령의</a:t>
            </a:r>
          </a:p>
        </p:txBody>
      </p:sp>
      <p:sp>
        <p:nvSpPr>
          <p:cNvPr id="129" name="dp42-comparison / n107 / text 2">
            <a:extLst xmlns:a="http://schemas.openxmlformats.org/drawingml/2006/main">
              <a:ext uri="{FF2B5EF4-FFF2-40B4-BE49-F238E27FC236}">
                <a16:creationId xmlns:a16="http://schemas.microsoft.com/office/drawing/2014/main" id="{2475D545-2B6A-4F38-AD2E-3C1285B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15965"/>
            <a:ext cx="26574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하나의 로컬 확정</a:t>
            </a:r>
          </a:p>
        </p:txBody>
      </p:sp>
      <p:sp>
        <p:nvSpPr>
          <p:cNvPr id="130" name="dp42-comparison / n108">
            <a:extLst xmlns:a="http://schemas.openxmlformats.org/drawingml/2006/main">
              <a:ext uri="{FF2B5EF4-FFF2-40B4-BE49-F238E27FC236}">
                <a16:creationId xmlns:a16="http://schemas.microsoft.com/office/drawing/2014/main" id="{E29B2D8C-17FE-429A-924F-48918A79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534025"/>
            <a:ext cx="131978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2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BB7391CA-F8EB-46AF-89FF-18931EF4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4355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모델과 네트워크</a:t>
            </a:r>
          </a:p>
        </p:txBody>
      </p:sp>
      <p:sp>
        <p:nvSpPr>
          <p:cNvPr id="132" name="dp42-comparison / n109 / text 2">
            <a:extLst xmlns:a="http://schemas.openxmlformats.org/drawingml/2006/main">
              <a:ext uri="{FF2B5EF4-FFF2-40B4-BE49-F238E27FC236}">
                <a16:creationId xmlns:a16="http://schemas.microsoft.com/office/drawing/2014/main" id="{82173CAC-16C4-42C7-9CFB-E11261A1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26430"/>
            <a:ext cx="18288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밖 트랜잭션</a:t>
            </a:r>
          </a:p>
        </p:txBody>
      </p:sp>
      <p:sp>
        <p:nvSpPr>
          <p:cNvPr id="133" name="dp42-comparison / n111">
            <a:extLst xmlns:a="http://schemas.openxmlformats.org/drawingml/2006/main">
              <a:ext uri="{FF2B5EF4-FFF2-40B4-BE49-F238E27FC236}">
                <a16:creationId xmlns:a16="http://schemas.microsoft.com/office/drawing/2014/main" id="{1D03BD7B-7677-4E77-92DF-D55C571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105525"/>
            <a:ext cx="126149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p42-comparison / n112 / text 1">
            <a:extLst xmlns:a="http://schemas.openxmlformats.org/drawingml/2006/main">
              <a:ext uri="{FF2B5EF4-FFF2-40B4-BE49-F238E27FC236}">
                <a16:creationId xmlns:a16="http://schemas.microsoft.com/office/drawing/2014/main" id="{57E2B576-4D11-41E1-A885-99C2AF63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61150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3 저장 후 전송</a:t>
            </a:r>
          </a:p>
        </p:txBody>
      </p:sp>
      <p:sp>
        <p:nvSpPr>
          <p:cNvPr id="135" name="dp42-comparison / n123">
            <a:extLst xmlns:a="http://schemas.openxmlformats.org/drawingml/2006/main">
              <a:ext uri="{FF2B5EF4-FFF2-40B4-BE49-F238E27FC236}">
                <a16:creationId xmlns:a16="http://schemas.microsoft.com/office/drawing/2014/main" id="{0592F952-9AF1-4317-A54F-B832241B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p42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04A80DB6-6E76-4D11-9C2B-98158DC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137" name="dp42-comparison / n125">
            <a:extLst xmlns:a="http://schemas.openxmlformats.org/drawingml/2006/main">
              <a:ext uri="{FF2B5EF4-FFF2-40B4-BE49-F238E27FC236}">
                <a16:creationId xmlns:a16="http://schemas.microsoft.com/office/drawing/2014/main" id="{955ACD2C-5758-4C3D-8CC6-94B48F6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p42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228989E4-EDFA-4FF7-9A54-418BD369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139" name="dp42-comparison / n127">
            <a:extLst xmlns:a="http://schemas.openxmlformats.org/drawingml/2006/main">
              <a:ext uri="{FF2B5EF4-FFF2-40B4-BE49-F238E27FC236}">
                <a16:creationId xmlns:a16="http://schemas.microsoft.com/office/drawing/2014/main" id="{63AF5A23-AAD8-47DA-921F-89D169A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p42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D83E322D-0420-491F-A2EF-C48BE9E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141" name="dp42-comparison / n129">
            <a:extLst xmlns:a="http://schemas.openxmlformats.org/drawingml/2006/main">
              <a:ext uri="{FF2B5EF4-FFF2-40B4-BE49-F238E27FC236}">
                <a16:creationId xmlns:a16="http://schemas.microsoft.com/office/drawing/2014/main" id="{2B3E9F45-6FD8-431F-B07B-F0DBBEDA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00850"/>
            <a:ext cx="7762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p42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CC786D91-5EDE-4E8F-A545-A1E207F7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Core 소속</a:t>
            </a:r>
          </a:p>
        </p:txBody>
      </p:sp>
      <p:sp>
        <p:nvSpPr>
          <p:cNvPr id="143" name="dp42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234EA0AE-3AC7-4C18-BCF5-4F685C2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90512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4" name="dp42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9E00A598-2C75-4E76-8FAC-609ABEB5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5" name="dp42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6066DD79-D837-44C8-AED5-987ED92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3143250"/>
            <a:ext cx="1428750" cy="953"/>
          </a:xfrm>
          <a:custGeom xmlns:a="http://schemas.openxmlformats.org/drawingml/2006/main">
            <a:pathLst>
              <a:path w="1428750" h="953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6" name="dp42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A2675A7C-3D2C-4232-8B7E-EA06996B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381375"/>
            <a:ext cx="5400675" cy="953"/>
          </a:xfrm>
          <a:custGeom xmlns:a="http://schemas.openxmlformats.org/drawingml/2006/main">
            <a:pathLst>
              <a:path w="5400675" h="953">
                <a:moveTo>
                  <a:pt x="0" y="0"/>
                </a:moveTo>
                <a:lnTo>
                  <a:pt x="5400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7" name="dp42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76A6D570-8243-4448-99BD-2DF874B5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619500"/>
            <a:ext cx="3810000" cy="953"/>
          </a:xfrm>
          <a:custGeom xmlns:a="http://schemas.openxmlformats.org/drawingml/2006/main">
            <a:pathLst>
              <a:path w="3810000" h="953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2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998D8C6C-5703-463D-A76A-AA3AE66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857625"/>
            <a:ext cx="2247900" cy="953"/>
          </a:xfrm>
          <a:custGeom xmlns:a="http://schemas.openxmlformats.org/drawingml/2006/main">
            <a:pathLst>
              <a:path w="2247900" h="953">
                <a:moveTo>
                  <a:pt x="0" y="0"/>
                </a:moveTo>
                <a:lnTo>
                  <a:pt x="2247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9" name="dp42-comparison / n161">
            <a:extLst xmlns:a="http://schemas.openxmlformats.org/drawingml/2006/main">
              <a:ext uri="{FF2B5EF4-FFF2-40B4-BE49-F238E27FC236}">
                <a16:creationId xmlns:a16="http://schemas.microsoft.com/office/drawing/2014/main" id="{2666BF69-2E53-4951-A8A8-8D669390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67175"/>
            <a:ext cx="3371850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0" name="dp42-comparison / n162 / text 1">
            <a:extLst xmlns:a="http://schemas.openxmlformats.org/drawingml/2006/main">
              <a:ext uri="{FF2B5EF4-FFF2-40B4-BE49-F238E27FC236}">
                <a16:creationId xmlns:a16="http://schemas.microsoft.com/office/drawing/2014/main" id="{225EF800-FE2E-4BC9-B5F1-8772EEE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162425"/>
            <a:ext cx="31242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서비스</a:t>
            </a:r>
          </a:p>
        </p:txBody>
      </p:sp>
      <p:sp>
        <p:nvSpPr>
          <p:cNvPr id="151" name="dp42-comparison / n163">
            <a:extLst xmlns:a="http://schemas.openxmlformats.org/drawingml/2006/main">
              <a:ext uri="{FF2B5EF4-FFF2-40B4-BE49-F238E27FC236}">
                <a16:creationId xmlns:a16="http://schemas.microsoft.com/office/drawing/2014/main" id="{54DF33CE-1EBB-45BD-8888-DF369079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067175"/>
            <a:ext cx="3838575" cy="279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2" name="dp42-comparison / n164 / text 1">
            <a:extLst xmlns:a="http://schemas.openxmlformats.org/drawingml/2006/main">
              <a:ext uri="{FF2B5EF4-FFF2-40B4-BE49-F238E27FC236}">
                <a16:creationId xmlns:a16="http://schemas.microsoft.com/office/drawing/2014/main" id="{5E3EA34B-DD22-4653-86BD-5225AD2B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162425"/>
            <a:ext cx="35909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서비스</a:t>
            </a:r>
          </a:p>
        </p:txBody>
      </p:sp>
      <p:sp>
        <p:nvSpPr>
          <p:cNvPr id="153" name="dp42-comparison / n169">
            <a:extLst xmlns:a="http://schemas.openxmlformats.org/drawingml/2006/main">
              <a:ext uri="{FF2B5EF4-FFF2-40B4-BE49-F238E27FC236}">
                <a16:creationId xmlns:a16="http://schemas.microsoft.com/office/drawing/2014/main" id="{1B88746B-42C0-4902-9C76-0A27B026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43425"/>
            <a:ext cx="2990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4" name="dp42-comparison / n170 / text 1">
            <a:extLst xmlns:a="http://schemas.openxmlformats.org/drawingml/2006/main">
              <a:ext uri="{FF2B5EF4-FFF2-40B4-BE49-F238E27FC236}">
                <a16:creationId xmlns:a16="http://schemas.microsoft.com/office/drawing/2014/main" id="{EF44CDE1-EB98-42F2-A0D6-5A518621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19625"/>
            <a:ext cx="2819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처리기</a:t>
            </a:r>
          </a:p>
        </p:txBody>
      </p:sp>
      <p:sp>
        <p:nvSpPr>
          <p:cNvPr id="155" name="dp42-comparison / n171">
            <a:extLst xmlns:a="http://schemas.openxmlformats.org/drawingml/2006/main">
              <a:ext uri="{FF2B5EF4-FFF2-40B4-BE49-F238E27FC236}">
                <a16:creationId xmlns:a16="http://schemas.microsoft.com/office/drawing/2014/main" id="{670E0ECD-B00D-4851-A0EA-029DFCC9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45434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6" name="dp42-comparison / n172 / text 1">
            <a:extLst xmlns:a="http://schemas.openxmlformats.org/drawingml/2006/main">
              <a:ext uri="{FF2B5EF4-FFF2-40B4-BE49-F238E27FC236}">
                <a16:creationId xmlns:a16="http://schemas.microsoft.com/office/drawing/2014/main" id="{25612796-EDB2-4911-A2B4-9DA252AC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4619625"/>
            <a:ext cx="3295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업무 관리기</a:t>
            </a:r>
          </a:p>
        </p:txBody>
      </p:sp>
      <p:sp>
        <p:nvSpPr>
          <p:cNvPr id="157" name="dp42-comparison / n173">
            <a:extLst xmlns:a="http://schemas.openxmlformats.org/drawingml/2006/main">
              <a:ext uri="{FF2B5EF4-FFF2-40B4-BE49-F238E27FC236}">
                <a16:creationId xmlns:a16="http://schemas.microsoft.com/office/drawing/2014/main" id="{74E5D6CF-A01B-462D-8D10-06A6C263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115050"/>
            <a:ext cx="299085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58" name="dp42-comparison / n174 / text 1">
            <a:extLst xmlns:a="http://schemas.openxmlformats.org/drawingml/2006/main">
              <a:ext uri="{FF2B5EF4-FFF2-40B4-BE49-F238E27FC236}">
                <a16:creationId xmlns:a16="http://schemas.microsoft.com/office/drawing/2014/main" id="{0B84C6F0-9817-4275-9305-7D4E480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6276975"/>
            <a:ext cx="2819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대화 상태 저장소</a:t>
            </a:r>
          </a:p>
        </p:txBody>
      </p:sp>
      <p:sp>
        <p:nvSpPr>
          <p:cNvPr id="159" name="dp42-comparison / n175">
            <a:extLst xmlns:a="http://schemas.openxmlformats.org/drawingml/2006/main">
              <a:ext uri="{FF2B5EF4-FFF2-40B4-BE49-F238E27FC236}">
                <a16:creationId xmlns:a16="http://schemas.microsoft.com/office/drawing/2014/main" id="{EE7E916A-222D-4090-8E39-DE531306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6115050"/>
            <a:ext cx="3467100" cy="5429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0" name="dp42-comparison / n176 / text 1">
            <a:extLst xmlns:a="http://schemas.openxmlformats.org/drawingml/2006/main">
              <a:ext uri="{FF2B5EF4-FFF2-40B4-BE49-F238E27FC236}">
                <a16:creationId xmlns:a16="http://schemas.microsoft.com/office/drawing/2014/main" id="{1B96D9A6-4BBA-4F01-B736-7A8C8447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6276975"/>
            <a:ext cx="32956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업무 상태 저장소</a:t>
            </a:r>
          </a:p>
        </p:txBody>
      </p:sp>
      <p:sp>
        <p:nvSpPr>
          <p:cNvPr id="161" name="dp42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33BBE49C-52E8-4CF1-A5FE-99BDBCFD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2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2278E189-C72D-46A5-AC82-481B3A58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2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64798CC4-D0F0-4983-8527-F551637B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4943475"/>
            <a:ext cx="953" cy="1171575"/>
          </a:xfrm>
          <a:custGeom xmlns:a="http://schemas.openxmlformats.org/drawingml/2006/main">
            <a:pathLst>
              <a:path w="953" h="1171575">
                <a:moveTo>
                  <a:pt x="0" y="0"/>
                </a:moveTo>
                <a:lnTo>
                  <a:pt x="0" y="1171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4" name="dp42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5A9DDBBB-5913-4745-9352-35DB2F3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4815" y="59931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2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FFCE898F-AB56-4BE3-ACFE-498EC494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4743450"/>
            <a:ext cx="962025" cy="953"/>
          </a:xfrm>
          <a:custGeom xmlns:a="http://schemas.openxmlformats.org/drawingml/2006/main">
            <a:pathLst>
              <a:path w="962025" h="953">
                <a:moveTo>
                  <a:pt x="0" y="0"/>
                </a:moveTo>
                <a:lnTo>
                  <a:pt x="962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6" name="dp42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A358F7BC-C1A2-4A97-B1D3-194E44BA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0305" y="46824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2-comparison / n186 / path">
            <a:extLst xmlns:a="http://schemas.openxmlformats.org/drawingml/2006/main">
              <a:ext uri="{FF2B5EF4-FFF2-40B4-BE49-F238E27FC236}">
                <a16:creationId xmlns:a16="http://schemas.microsoft.com/office/drawing/2014/main" id="{939C5E2D-324F-43EE-9A15-08F1B5AF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943475"/>
            <a:ext cx="2457450" cy="1447800"/>
          </a:xfrm>
          <a:custGeom xmlns:a="http://schemas.openxmlformats.org/drawingml/2006/main">
            <a:pathLst>
              <a:path w="2457450" h="1447800">
                <a:moveTo>
                  <a:pt x="2457450" y="1443038"/>
                </a:moveTo>
                <a:lnTo>
                  <a:pt x="2019300" y="1447800"/>
                </a:lnTo>
                <a:lnTo>
                  <a:pt x="20193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8" name="dp42-comparison / n186 / arrow">
            <a:extLst xmlns:a="http://schemas.openxmlformats.org/drawingml/2006/main">
              <a:ext uri="{FF2B5EF4-FFF2-40B4-BE49-F238E27FC236}">
                <a16:creationId xmlns:a16="http://schemas.microsoft.com/office/drawing/2014/main" id="{9A454D72-8BED-4A4F-BEB6-9045C00B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3815" y="4943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9" name="dp42-comparison / n193">
            <a:extLst xmlns:a="http://schemas.openxmlformats.org/drawingml/2006/main">
              <a:ext uri="{FF2B5EF4-FFF2-40B4-BE49-F238E27FC236}">
                <a16:creationId xmlns:a16="http://schemas.microsoft.com/office/drawing/2014/main" id="{400CF833-C501-40F3-8AA6-C6867AC5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972300"/>
            <a:ext cx="2000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0" name="dp42-comparison / n194 / text 1">
            <a:extLst xmlns:a="http://schemas.openxmlformats.org/drawingml/2006/main">
              <a:ext uri="{FF2B5EF4-FFF2-40B4-BE49-F238E27FC236}">
                <a16:creationId xmlns:a16="http://schemas.microsoft.com/office/drawing/2014/main" id="{0DB34201-A46D-4CCC-A3FA-56B5490A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7046595"/>
            <a:ext cx="1828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Agent Gateway</a:t>
            </a:r>
          </a:p>
        </p:txBody>
      </p:sp>
      <p:sp>
        <p:nvSpPr>
          <p:cNvPr id="171" name="dp42-comparison / n195">
            <a:extLst xmlns:a="http://schemas.openxmlformats.org/drawingml/2006/main">
              <a:ext uri="{FF2B5EF4-FFF2-40B4-BE49-F238E27FC236}">
                <a16:creationId xmlns:a16="http://schemas.microsoft.com/office/drawing/2014/main" id="{9D0B77BC-0F9F-4E8F-A5CA-E2489E73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972300"/>
            <a:ext cx="23526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2" name="dp42-comparison / n196 / text 1">
            <a:extLst xmlns:a="http://schemas.openxmlformats.org/drawingml/2006/main">
              <a:ext uri="{FF2B5EF4-FFF2-40B4-BE49-F238E27FC236}">
                <a16:creationId xmlns:a16="http://schemas.microsoft.com/office/drawing/2014/main" id="{BD560F84-A27A-4135-9475-A45F6B3C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7046595"/>
            <a:ext cx="218122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Downstream Agent</a:t>
            </a:r>
          </a:p>
        </p:txBody>
      </p:sp>
      <p:sp>
        <p:nvSpPr>
          <p:cNvPr id="173" name="dp42-comparison / n197">
            <a:extLst xmlns:a="http://schemas.openxmlformats.org/drawingml/2006/main">
              <a:ext uri="{FF2B5EF4-FFF2-40B4-BE49-F238E27FC236}">
                <a16:creationId xmlns:a16="http://schemas.microsoft.com/office/drawing/2014/main" id="{BA86B438-330E-4DCA-99E2-D014FFF9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972300"/>
            <a:ext cx="16668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4" name="dp42-comparison / n198 / text 1">
            <a:extLst xmlns:a="http://schemas.openxmlformats.org/drawingml/2006/main">
              <a:ext uri="{FF2B5EF4-FFF2-40B4-BE49-F238E27FC236}">
                <a16:creationId xmlns:a16="http://schemas.microsoft.com/office/drawing/2014/main" id="{DCD26C85-4463-46BC-99AB-A7E5F9B0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7052786"/>
            <a:ext cx="14954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75" name="dp42-comparison / n199 / path">
            <a:extLst xmlns:a="http://schemas.openxmlformats.org/drawingml/2006/main">
              <a:ext uri="{FF2B5EF4-FFF2-40B4-BE49-F238E27FC236}">
                <a16:creationId xmlns:a16="http://schemas.microsoft.com/office/drawing/2014/main" id="{4A8D51AE-63A4-45A2-9EB7-FCADA8B8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4743450"/>
            <a:ext cx="5705475" cy="2419350"/>
          </a:xfrm>
          <a:custGeom xmlns:a="http://schemas.openxmlformats.org/drawingml/2006/main">
            <a:pathLst>
              <a:path w="5705475" h="2419350">
                <a:moveTo>
                  <a:pt x="5438775" y="0"/>
                </a:moveTo>
                <a:lnTo>
                  <a:pt x="5705475" y="0"/>
                </a:lnTo>
                <a:lnTo>
                  <a:pt x="5705475" y="2133600"/>
                </a:lnTo>
                <a:lnTo>
                  <a:pt x="133350" y="2133600"/>
                </a:lnTo>
                <a:lnTo>
                  <a:pt x="133350" y="2419350"/>
                </a:lnTo>
                <a:lnTo>
                  <a:pt x="0" y="24145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6" name="dp42-comparison / n199 / arrow">
            <a:extLst xmlns:a="http://schemas.openxmlformats.org/drawingml/2006/main">
              <a:ext uri="{FF2B5EF4-FFF2-40B4-BE49-F238E27FC236}">
                <a16:creationId xmlns:a16="http://schemas.microsoft.com/office/drawing/2014/main" id="{549F4C86-90AE-49BB-BFA3-25C05A28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01468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24018" y="0"/>
                </a:moveTo>
                <a:lnTo>
                  <a:pt x="0" y="56570"/>
                </a:lnTo>
                <a:lnTo>
                  <a:pt x="119667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7" name="dp42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F490F5EC-D62A-4D99-AEEE-DA51D735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857750"/>
            <a:ext cx="6581775" cy="2114550"/>
          </a:xfrm>
          <a:custGeom xmlns:a="http://schemas.openxmlformats.org/drawingml/2006/main">
            <a:pathLst>
              <a:path w="6581775" h="2114550">
                <a:moveTo>
                  <a:pt x="0" y="2114550"/>
                </a:moveTo>
                <a:lnTo>
                  <a:pt x="0" y="2038350"/>
                </a:lnTo>
                <a:lnTo>
                  <a:pt x="6581775" y="2038350"/>
                </a:lnTo>
                <a:lnTo>
                  <a:pt x="6581775" y="0"/>
                </a:lnTo>
                <a:lnTo>
                  <a:pt x="6438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2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75CE4844-1161-4091-85C8-29250C4E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7967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9" name="dp42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FD358647-BE27-4C4B-8A59-5FD14FA7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081838"/>
            <a:ext cx="923925" cy="953"/>
          </a:xfrm>
          <a:custGeom xmlns:a="http://schemas.openxmlformats.org/drawingml/2006/main">
            <a:pathLst>
              <a:path w="923925" h="953">
                <a:moveTo>
                  <a:pt x="0" y="0"/>
                </a:moveTo>
                <a:lnTo>
                  <a:pt x="923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0" name="dp42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883DC826-B99F-4E88-B3E4-E6956231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70208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1" name="dp42-comparison / n202 / path">
            <a:extLst xmlns:a="http://schemas.openxmlformats.org/drawingml/2006/main">
              <a:ext uri="{FF2B5EF4-FFF2-40B4-BE49-F238E27FC236}">
                <a16:creationId xmlns:a16="http://schemas.microsoft.com/office/drawing/2014/main" id="{BEC0FC10-6E6E-4EF8-A8F3-6F69D13B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253288"/>
            <a:ext cx="923925" cy="953"/>
          </a:xfrm>
          <a:custGeom xmlns:a="http://schemas.openxmlformats.org/drawingml/2006/main">
            <a:pathLst>
              <a:path w="923925" h="953">
                <a:moveTo>
                  <a:pt x="9239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2" name="dp42-comparison / n202 / arrow">
            <a:extLst xmlns:a="http://schemas.openxmlformats.org/drawingml/2006/main">
              <a:ext uri="{FF2B5EF4-FFF2-40B4-BE49-F238E27FC236}">
                <a16:creationId xmlns:a16="http://schemas.microsoft.com/office/drawing/2014/main" id="{89C0AC68-BC47-42B2-B807-1688ADA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719232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83" name="dp42-comparison / n131">
            <a:extLst xmlns:a="http://schemas.openxmlformats.org/drawingml/2006/main">
              <a:ext uri="{FF2B5EF4-FFF2-40B4-BE49-F238E27FC236}">
                <a16:creationId xmlns:a16="http://schemas.microsoft.com/office/drawing/2014/main" id="{AAF8A734-D7B1-4A61-9ACF-678306D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00300"/>
            <a:ext cx="49630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p42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CE34F3C4-C8B6-4DEE-B87B-C44FE4FC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09825"/>
            <a:ext cx="7810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C1 최초 R1 보고서와 R2 메일 → 후속 R3 “보고서만 상반기로”</a:t>
            </a:r>
          </a:p>
        </p:txBody>
      </p:sp>
      <p:sp>
        <p:nvSpPr>
          <p:cNvPr id="185" name="dp42-comparison / n133">
            <a:extLst xmlns:a="http://schemas.openxmlformats.org/drawingml/2006/main">
              <a:ext uri="{FF2B5EF4-FFF2-40B4-BE49-F238E27FC236}">
                <a16:creationId xmlns:a16="http://schemas.microsoft.com/office/drawing/2014/main" id="{3CCEBE8A-1260-41B0-B4FE-2D63D935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05100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p42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B8005A19-C100-46D7-872C-200156BD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146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Conversation C1</a:t>
            </a:r>
          </a:p>
        </p:txBody>
      </p:sp>
      <p:sp>
        <p:nvSpPr>
          <p:cNvPr id="187" name="dp42-comparison / n136">
            <a:extLst xmlns:a="http://schemas.openxmlformats.org/drawingml/2006/main">
              <a:ext uri="{FF2B5EF4-FFF2-40B4-BE49-F238E27FC236}">
                <a16:creationId xmlns:a16="http://schemas.microsoft.com/office/drawing/2014/main" id="{5BE31B88-BA54-49EE-8F2F-70220061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86050"/>
            <a:ext cx="171297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p42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888BDB69-317C-4630-85A0-AF5BB616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69557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대화 기록과 연결 유지</a:t>
            </a:r>
          </a:p>
        </p:txBody>
      </p:sp>
      <p:sp>
        <p:nvSpPr>
          <p:cNvPr id="189" name="dp42-comparison / n138">
            <a:extLst xmlns:a="http://schemas.openxmlformats.org/drawingml/2006/main">
              <a:ext uri="{FF2B5EF4-FFF2-40B4-BE49-F238E27FC236}">
                <a16:creationId xmlns:a16="http://schemas.microsoft.com/office/drawing/2014/main" id="{41FD5367-914E-416B-9356-21643E4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43225"/>
            <a:ext cx="195453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p42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D0B68B50-9957-4958-B259-21804C4E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R1 / R2 / R3</a:t>
            </a:r>
          </a:p>
        </p:txBody>
      </p:sp>
      <p:sp>
        <p:nvSpPr>
          <p:cNvPr id="191" name="dp42-comparison / n141">
            <a:extLst xmlns:a="http://schemas.openxmlformats.org/drawingml/2006/main">
              <a:ext uri="{FF2B5EF4-FFF2-40B4-BE49-F238E27FC236}">
                <a16:creationId xmlns:a16="http://schemas.microsoft.com/office/drawing/2014/main" id="{14868C7D-3BD0-46BD-B45D-3B1AFC2A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924175"/>
            <a:ext cx="1481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p42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D1A43E01-2593-4987-A7EF-EE7FF1B7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337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R1 / R2 접수 완료</a:t>
            </a:r>
          </a:p>
        </p:txBody>
      </p:sp>
      <p:sp>
        <p:nvSpPr>
          <p:cNvPr id="193" name="dp42-comparison / n144">
            <a:extLst xmlns:a="http://schemas.openxmlformats.org/drawingml/2006/main">
              <a:ext uri="{FF2B5EF4-FFF2-40B4-BE49-F238E27FC236}">
                <a16:creationId xmlns:a16="http://schemas.microsoft.com/office/drawing/2014/main" id="{EC15CF6F-5417-453B-92A2-17D0B263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3375" y="2943225"/>
            <a:ext cx="10393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2-comparison / n145 / text 1">
            <a:extLst xmlns:a="http://schemas.openxmlformats.org/drawingml/2006/main">
              <a:ext uri="{FF2B5EF4-FFF2-40B4-BE49-F238E27FC236}">
                <a16:creationId xmlns:a16="http://schemas.microsoft.com/office/drawing/2014/main" id="{6844BBB5-FBB6-4CD5-8D9F-22BE4F05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2425" y="2952750"/>
            <a:ext cx="2066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R3 후속 수정</a:t>
            </a:r>
          </a:p>
        </p:txBody>
      </p:sp>
      <p:sp>
        <p:nvSpPr>
          <p:cNvPr id="195" name="dp42-comparison / n146">
            <a:extLst xmlns:a="http://schemas.openxmlformats.org/drawingml/2006/main">
              <a:ext uri="{FF2B5EF4-FFF2-40B4-BE49-F238E27FC236}">
                <a16:creationId xmlns:a16="http://schemas.microsoft.com/office/drawing/2014/main" id="{88CA97D4-1ED6-4B5C-A851-CCF78BAD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12031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2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4A6DB4D9-C4BC-40AA-8BE8-FFE5741C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9087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T1 / T2</a:t>
            </a:r>
          </a:p>
        </p:txBody>
      </p:sp>
      <p:sp>
        <p:nvSpPr>
          <p:cNvPr id="197" name="dp42-comparison / n149">
            <a:extLst xmlns:a="http://schemas.openxmlformats.org/drawingml/2006/main">
              <a:ext uri="{FF2B5EF4-FFF2-40B4-BE49-F238E27FC236}">
                <a16:creationId xmlns:a16="http://schemas.microsoft.com/office/drawing/2014/main" id="{FBD8219E-CA57-4279-A3DB-DCF20844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62300"/>
            <a:ext cx="242011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2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43BE3F5F-994F-421C-8D5B-64A5FBB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71825"/>
            <a:ext cx="51720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보고서 T1 수정 / 메일 T2 계속</a:t>
            </a:r>
          </a:p>
        </p:txBody>
      </p:sp>
      <p:sp>
        <p:nvSpPr>
          <p:cNvPr id="199" name="dp42-comparison / n151">
            <a:extLst xmlns:a="http://schemas.openxmlformats.org/drawingml/2006/main">
              <a:ext uri="{FF2B5EF4-FFF2-40B4-BE49-F238E27FC236}">
                <a16:creationId xmlns:a16="http://schemas.microsoft.com/office/drawing/2014/main" id="{E6E225AC-D378-4BF4-95F3-098F3D4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1947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2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D2B49421-AB3D-40E3-9D82-32088A85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29000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</a:t>
            </a:r>
          </a:p>
        </p:txBody>
      </p:sp>
      <p:sp>
        <p:nvSpPr>
          <p:cNvPr id="201" name="dp42-comparison / n154">
            <a:extLst xmlns:a="http://schemas.openxmlformats.org/drawingml/2006/main">
              <a:ext uri="{FF2B5EF4-FFF2-40B4-BE49-F238E27FC236}">
                <a16:creationId xmlns:a16="http://schemas.microsoft.com/office/drawing/2014/main" id="{69E1C782-D663-49F7-9813-D8F4B48D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400425"/>
            <a:ext cx="223723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2-comparison / n155 / text 1">
            <a:extLst xmlns:a="http://schemas.openxmlformats.org/drawingml/2006/main">
              <a:ext uri="{FF2B5EF4-FFF2-40B4-BE49-F238E27FC236}">
                <a16:creationId xmlns:a16="http://schemas.microsoft.com/office/drawing/2014/main" id="{64D682D4-6B63-40D3-AA79-DE90637E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09950"/>
            <a:ext cx="35814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T1: X1 종료 → X2 / T2: Y1</a:t>
            </a:r>
          </a:p>
        </p:txBody>
      </p:sp>
      <p:sp>
        <p:nvSpPr>
          <p:cNvPr id="203" name="dp42-comparison / n156">
            <a:extLst xmlns:a="http://schemas.openxmlformats.org/drawingml/2006/main">
              <a:ext uri="{FF2B5EF4-FFF2-40B4-BE49-F238E27FC236}">
                <a16:creationId xmlns:a16="http://schemas.microsoft.com/office/drawing/2014/main" id="{CF59C883-0C0E-424C-A260-562043B4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57600"/>
            <a:ext cx="68180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2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0F3810ED-CC61-4FC0-B75D-D356423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67125"/>
            <a:ext cx="2095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질문 Q1</a:t>
            </a:r>
          </a:p>
        </p:txBody>
      </p:sp>
      <p:sp>
        <p:nvSpPr>
          <p:cNvPr id="205" name="dp42-comparison / n159">
            <a:extLst xmlns:a="http://schemas.openxmlformats.org/drawingml/2006/main">
              <a:ext uri="{FF2B5EF4-FFF2-40B4-BE49-F238E27FC236}">
                <a16:creationId xmlns:a16="http://schemas.microsoft.com/office/drawing/2014/main" id="{7874FB3B-43B5-4212-AB9A-564BB9C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638550"/>
            <a:ext cx="1914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2-comparison / n160 / text 1">
            <a:extLst xmlns:a="http://schemas.openxmlformats.org/drawingml/2006/main">
              <a:ext uri="{FF2B5EF4-FFF2-40B4-BE49-F238E27FC236}">
                <a16:creationId xmlns:a16="http://schemas.microsoft.com/office/drawing/2014/main" id="{E0F10A98-BC45-414E-BBBC-59CF8BB0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48075"/>
            <a:ext cx="2019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제시 → 답변 연결 → 해소</a:t>
            </a:r>
          </a:p>
        </p:txBody>
      </p:sp>
      <p:sp>
        <p:nvSpPr>
          <p:cNvPr id="207" name="dp42-comparison / n165">
            <a:extLst xmlns:a="http://schemas.openxmlformats.org/drawingml/2006/main">
              <a:ext uri="{FF2B5EF4-FFF2-40B4-BE49-F238E27FC236}">
                <a16:creationId xmlns:a16="http://schemas.microsoft.com/office/drawing/2014/main" id="{3F37ABFA-535A-4463-A323-920645E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2-comparison / n166 / text 1">
            <a:extLst xmlns:a="http://schemas.openxmlformats.org/drawingml/2006/main">
              <a:ext uri="{FF2B5EF4-FFF2-40B4-BE49-F238E27FC236}">
                <a16:creationId xmlns:a16="http://schemas.microsoft.com/office/drawing/2014/main" id="{04A2BE26-967E-4653-92AE-5F2DF70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4191000"/>
            <a:ext cx="1638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09" name="dp42-comparison / n167">
            <a:extLst xmlns:a="http://schemas.openxmlformats.org/drawingml/2006/main">
              <a:ext uri="{FF2B5EF4-FFF2-40B4-BE49-F238E27FC236}">
                <a16:creationId xmlns:a16="http://schemas.microsoft.com/office/drawing/2014/main" id="{C84E3857-C0B6-414A-8DCB-48C5DC7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4181475"/>
            <a:ext cx="116738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2-comparison / n168 / text 1">
            <a:extLst xmlns:a="http://schemas.openxmlformats.org/drawingml/2006/main">
              <a:ext uri="{FF2B5EF4-FFF2-40B4-BE49-F238E27FC236}">
                <a16:creationId xmlns:a16="http://schemas.microsoft.com/office/drawing/2014/main" id="{1DE3544A-6C50-4CC3-ADDB-AEFD8194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5300" y="4191000"/>
            <a:ext cx="18954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독립 실행 경계</a:t>
            </a:r>
          </a:p>
        </p:txBody>
      </p:sp>
      <p:sp>
        <p:nvSpPr>
          <p:cNvPr id="211" name="dp42-comparison / n177">
            <a:extLst xmlns:a="http://schemas.openxmlformats.org/drawingml/2006/main">
              <a:ext uri="{FF2B5EF4-FFF2-40B4-BE49-F238E27FC236}">
                <a16:creationId xmlns:a16="http://schemas.microsoft.com/office/drawing/2014/main" id="{19D9FD6A-BB46-4B81-ACE7-5F1F4FCF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029200"/>
            <a:ext cx="19027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2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7362FA82-A081-4E34-BA86-9EDF285B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38725"/>
            <a:ext cx="29337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C1 / R1~R3 / Q1 연결</a:t>
            </a:r>
          </a:p>
        </p:txBody>
      </p:sp>
      <p:sp>
        <p:nvSpPr>
          <p:cNvPr id="213" name="dp42-comparison / n179">
            <a:extLst xmlns:a="http://schemas.openxmlformats.org/drawingml/2006/main">
              <a:ext uri="{FF2B5EF4-FFF2-40B4-BE49-F238E27FC236}">
                <a16:creationId xmlns:a16="http://schemas.microsoft.com/office/drawing/2014/main" id="{5235AC17-C273-4A00-829B-8EAF8B4B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5029200"/>
            <a:ext cx="242411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2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27A401A3-E059-4E42-9A0E-4357EBC5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5038725"/>
            <a:ext cx="32861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T1 / T2 / Q1 / command ID</a:t>
            </a:r>
          </a:p>
        </p:txBody>
      </p:sp>
      <p:sp>
        <p:nvSpPr>
          <p:cNvPr id="215" name="dp42-comparison / n184">
            <a:extLst xmlns:a="http://schemas.openxmlformats.org/drawingml/2006/main">
              <a:ext uri="{FF2B5EF4-FFF2-40B4-BE49-F238E27FC236}">
                <a16:creationId xmlns:a16="http://schemas.microsoft.com/office/drawing/2014/main" id="{9C3EE56F-9D2E-4FBC-A602-64B6A640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925" y="4448175"/>
            <a:ext cx="58788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2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F8F3923B-5D91-4898-A79F-7996CE01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4457700"/>
            <a:ext cx="1162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1 명령</a:t>
            </a:r>
          </a:p>
        </p:txBody>
      </p:sp>
      <p:sp>
        <p:nvSpPr>
          <p:cNvPr id="217" name="dp42-comparison / n187">
            <a:extLst xmlns:a="http://schemas.openxmlformats.org/drawingml/2006/main">
              <a:ext uri="{FF2B5EF4-FFF2-40B4-BE49-F238E27FC236}">
                <a16:creationId xmlns:a16="http://schemas.microsoft.com/office/drawing/2014/main" id="{3E16ECA1-CBCE-473B-910D-0E721D94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381625"/>
            <a:ext cx="2287905" cy="224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2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4D23F46A-F821-434A-9D6B-AAE06358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8425" y="5391150"/>
            <a:ext cx="32575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업무의 로컬 접수와 확정</a:t>
            </a:r>
          </a:p>
        </p:txBody>
      </p:sp>
      <p:sp>
        <p:nvSpPr>
          <p:cNvPr id="219" name="dp42-comparison / n189">
            <a:extLst xmlns:a="http://schemas.openxmlformats.org/drawingml/2006/main">
              <a:ext uri="{FF2B5EF4-FFF2-40B4-BE49-F238E27FC236}">
                <a16:creationId xmlns:a16="http://schemas.microsoft.com/office/drawing/2014/main" id="{0B371AE2-9A1B-46ED-B74E-776CCA43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00700"/>
            <a:ext cx="2174748" cy="4076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2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DE8A373E-1FF3-4442-AF8F-A094C77F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61022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3 내부 접수의 대화 반영</a:t>
            </a:r>
          </a:p>
        </p:txBody>
      </p:sp>
      <p:sp>
        <p:nvSpPr>
          <p:cNvPr id="221" name="dp42-comparison / n190 / text 2">
            <a:extLst xmlns:a="http://schemas.openxmlformats.org/drawingml/2006/main">
              <a:ext uri="{FF2B5EF4-FFF2-40B4-BE49-F238E27FC236}">
                <a16:creationId xmlns:a16="http://schemas.microsoft.com/office/drawing/2014/main" id="{AF306A4D-4D31-4778-BCB9-87F21BA2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804535"/>
            <a:ext cx="28575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command ID의 재시도</a:t>
            </a:r>
          </a:p>
        </p:txBody>
      </p:sp>
      <p:sp>
        <p:nvSpPr>
          <p:cNvPr id="222" name="dp42-comparison / n191">
            <a:extLst xmlns:a="http://schemas.openxmlformats.org/drawingml/2006/main">
              <a:ext uri="{FF2B5EF4-FFF2-40B4-BE49-F238E27FC236}">
                <a16:creationId xmlns:a16="http://schemas.microsoft.com/office/drawing/2014/main" id="{9282FF40-83D6-408C-877F-5218667A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0325" y="5791200"/>
            <a:ext cx="22433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p42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702FE151-AEA8-47ED-A659-B078333B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5800725"/>
            <a:ext cx="33909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Agent 접수와 별도 사실</a:t>
            </a:r>
          </a:p>
        </p:txBody>
      </p:sp>
      <p:sp>
        <p:nvSpPr>
          <p:cNvPr id="224" name="dp42-comparison / n203">
            <a:extLst xmlns:a="http://schemas.openxmlformats.org/drawingml/2006/main">
              <a:ext uri="{FF2B5EF4-FFF2-40B4-BE49-F238E27FC236}">
                <a16:creationId xmlns:a16="http://schemas.microsoft.com/office/drawing/2014/main" id="{C1E610E7-F19F-47BB-B341-AAF52425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8961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2-comparison / n204 / text 1">
            <a:extLst xmlns:a="http://schemas.openxmlformats.org/drawingml/2006/main">
              <a:ext uri="{FF2B5EF4-FFF2-40B4-BE49-F238E27FC236}">
                <a16:creationId xmlns:a16="http://schemas.microsoft.com/office/drawing/2014/main" id="{7A7DB0D3-99E8-40B9-98AA-43630334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905625"/>
            <a:ext cx="8763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명령</a:t>
            </a:r>
          </a:p>
        </p:txBody>
      </p:sp>
      <p:sp>
        <p:nvSpPr>
          <p:cNvPr id="226" name="dp42-comparison / n205">
            <a:extLst xmlns:a="http://schemas.openxmlformats.org/drawingml/2006/main">
              <a:ext uri="{FF2B5EF4-FFF2-40B4-BE49-F238E27FC236}">
                <a16:creationId xmlns:a16="http://schemas.microsoft.com/office/drawing/2014/main" id="{16B23557-4725-4AE5-AAD6-024AF296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334250"/>
            <a:ext cx="244449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2-comparison / n206 / text 1">
            <a:extLst xmlns:a="http://schemas.openxmlformats.org/drawingml/2006/main">
              <a:ext uri="{FF2B5EF4-FFF2-40B4-BE49-F238E27FC236}">
                <a16:creationId xmlns:a16="http://schemas.microsoft.com/office/drawing/2014/main" id="{B9FFD290-3E73-4DC3-8415-A3F7D239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7343775"/>
            <a:ext cx="36195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외부 접수 / X1 질문 / X2 결과</a:t>
            </a:r>
          </a:p>
        </p:txBody>
      </p:sp>
      <p:sp>
        <p:nvSpPr>
          <p:cNvPr id="228" name="dp42-comparison / n207">
            <a:extLst xmlns:a="http://schemas.openxmlformats.org/drawingml/2006/main">
              <a:ext uri="{FF2B5EF4-FFF2-40B4-BE49-F238E27FC236}">
                <a16:creationId xmlns:a16="http://schemas.microsoft.com/office/drawing/2014/main" id="{DE0742C2-6D11-4B98-835C-E2440389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7343775"/>
            <a:ext cx="115214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2-comparison / n208 / text 1">
            <a:extLst xmlns:a="http://schemas.openxmlformats.org/drawingml/2006/main">
              <a:ext uri="{FF2B5EF4-FFF2-40B4-BE49-F238E27FC236}">
                <a16:creationId xmlns:a16="http://schemas.microsoft.com/office/drawing/2014/main" id="{B750A556-52E6-4991-8730-78A750E6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75" y="7353300"/>
            <a:ext cx="16668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</a:t>
            </a:r>
          </a:p>
        </p:txBody>
      </p:sp>
      <p:sp>
        <p:nvSpPr>
          <p:cNvPr id="230" name="dp42-comparison / n209">
            <a:extLst xmlns:a="http://schemas.openxmlformats.org/drawingml/2006/main">
              <a:ext uri="{FF2B5EF4-FFF2-40B4-BE49-F238E27FC236}">
                <a16:creationId xmlns:a16="http://schemas.microsoft.com/office/drawing/2014/main" id="{8A742B93-A92F-431C-AFA0-52D559CA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6800850"/>
            <a:ext cx="124206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2-comparison / n210 / text 1">
            <a:extLst xmlns:a="http://schemas.openxmlformats.org/drawingml/2006/main">
              <a:ext uri="{FF2B5EF4-FFF2-40B4-BE49-F238E27FC236}">
                <a16:creationId xmlns:a16="http://schemas.microsoft.com/office/drawing/2014/main" id="{63B48250-1929-40A5-8C22-688A9BB3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6810375"/>
            <a:ext cx="21907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업무 서비스 소속</a:t>
            </a:r>
          </a:p>
        </p:txBody>
      </p:sp>
    </p:spTree>
    <p:extLst>
      <p:ext uri="{BB962C8B-B14F-4D97-AF65-F5344CB8AC3E}">
        <p14:creationId xmlns:p14="http://schemas.microsoft.com/office/powerpoint/2010/main" val="1896642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dp43-background / n1">
            <a:extLst xmlns:a="http://schemas.openxmlformats.org/drawingml/2006/main">
              <a:ext uri="{FF2B5EF4-FFF2-40B4-BE49-F238E27FC236}">
                <a16:creationId xmlns:a16="http://schemas.microsoft.com/office/drawing/2014/main" id="{131AA446-2767-4D65-9DB2-38C9AB21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C06E109C-695F-4F3A-8DF9-49A4E426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3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BDCCC1A4-0EC4-4692-8531-C3F0C85C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04-43</a:t>
            </a:r>
          </a:p>
        </p:txBody>
      </p:sp>
      <p:sp>
        <p:nvSpPr>
          <p:cNvPr id="4" name="dp43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3E22B6C8-EEA3-4D3D-B83B-A1F00E52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6BD7A585-A703-4F36-A919-AD30B433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background / n6">
            <a:extLst xmlns:a="http://schemas.openxmlformats.org/drawingml/2006/main">
              <a:ext uri="{FF2B5EF4-FFF2-40B4-BE49-F238E27FC236}">
                <a16:creationId xmlns:a16="http://schemas.microsoft.com/office/drawing/2014/main" id="{71F73F3F-B644-4D31-9392-C6052A6C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3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4878C15B-EE3A-4AA0-822B-41FCBC16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정정에 따른 관련 참조 오류와 기존 조건 누락 위험</a:t>
            </a:r>
          </a:p>
        </p:txBody>
      </p:sp>
      <p:sp>
        <p:nvSpPr>
          <p:cNvPr id="8" name="dp43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EBEEFCB3-E4B7-4EC0-A884-4435747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3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EB83A94C-E136-4366-900F-EEA08A3D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3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A67F5CA2-6252-4CAD-9709-E8A0599E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3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91557A72-04FF-46E0-A9F5-9DB9236B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3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A7D39539-A20C-4DD1-A25D-6663C81A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연관된 의미 판단의 생산 책임과 조정 방식 설계</a:t>
            </a:r>
          </a:p>
        </p:txBody>
      </p:sp>
      <p:sp>
        <p:nvSpPr>
          <p:cNvPr id="13" name="dp43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73540E1E-BAFE-4379-A5CD-38394FF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기능 지원 범위 / 변경 용이성</a:t>
            </a:r>
          </a:p>
        </p:txBody>
      </p:sp>
      <p:sp>
        <p:nvSpPr>
          <p:cNvPr id="14" name="dp43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0F1272DC-F312-49D2-A1BB-132D28BD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3-background / n15">
            <a:extLst xmlns:a="http://schemas.openxmlformats.org/drawingml/2006/main">
              <a:ext uri="{FF2B5EF4-FFF2-40B4-BE49-F238E27FC236}">
                <a16:creationId xmlns:a16="http://schemas.microsoft.com/office/drawing/2014/main" id="{F6FCA804-DB5F-41B6-AFB0-70A6F391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14350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p43-background / n16">
            <a:extLst xmlns:a="http://schemas.openxmlformats.org/drawingml/2006/main">
              <a:ext uri="{FF2B5EF4-FFF2-40B4-BE49-F238E27FC236}">
                <a16:creationId xmlns:a16="http://schemas.microsoft.com/office/drawing/2014/main" id="{284F846A-BF00-4F4E-847C-1A2794A2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49720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p43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A78ADDE3-1CAF-4800-A1D5-1B4CAAFD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3367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진행 중인 두 Task의 조건 지정</a:t>
            </a:r>
          </a:p>
        </p:txBody>
      </p:sp>
      <p:sp>
        <p:nvSpPr>
          <p:cNvPr id="18" name="dp43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73933A01-A425-48D2-ACAC-CE2E7DFE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</a:t>
            </a:r>
          </a:p>
        </p:txBody>
      </p:sp>
      <p:sp>
        <p:nvSpPr>
          <p:cNvPr id="19" name="dp43-background / n18 / text 2">
            <a:extLst xmlns:a="http://schemas.openxmlformats.org/drawingml/2006/main">
              <a:ext uri="{FF2B5EF4-FFF2-40B4-BE49-F238E27FC236}">
                <a16:creationId xmlns:a16="http://schemas.microsoft.com/office/drawing/2014/main" id="{52E2E4D7-E877-4784-AF7D-42E0CE31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625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그 보고서의 결론을 넣어줘.”</a:t>
            </a:r>
          </a:p>
        </p:txBody>
      </p:sp>
      <p:sp>
        <p:nvSpPr>
          <p:cNvPr id="20" name="dp43-background / n19 / text 1">
            <a:extLst xmlns:a="http://schemas.openxmlformats.org/drawingml/2006/main">
              <a:ext uri="{FF2B5EF4-FFF2-40B4-BE49-F238E27FC236}">
                <a16:creationId xmlns:a16="http://schemas.microsoft.com/office/drawing/2014/main" id="{EA2253D0-41E7-473C-8A19-41190C0D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24275"/>
            <a:ext cx="476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PDF 조건과 메일 내용</a:t>
            </a:r>
          </a:p>
        </p:txBody>
      </p:sp>
      <p:sp>
        <p:nvSpPr>
          <p:cNvPr id="21" name="dp43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F39AE669-61B1-4224-B0FC-DD00E475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33675"/>
            <a:ext cx="4591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잠시 뒤 / 메일 내용 정정</a:t>
            </a:r>
          </a:p>
        </p:txBody>
      </p:sp>
      <p:sp>
        <p:nvSpPr>
          <p:cNvPr id="22" name="dp43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A3A96DE5-241A-4CB7-98F4-AA36BB72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861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“메일에는 결론 대신</a:t>
            </a:r>
          </a:p>
        </p:txBody>
      </p:sp>
      <p:sp>
        <p:nvSpPr>
          <p:cNvPr id="23" name="dp43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987FC539-96B5-47E3-95FB-991CB555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5910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표만 넣어줘.”</a:t>
            </a:r>
          </a:p>
        </p:txBody>
      </p:sp>
      <p:sp>
        <p:nvSpPr>
          <p:cNvPr id="24" name="dp43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46F98692-3B96-461B-85D5-5C160A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24275"/>
            <a:ext cx="45910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Request / 메일 내용 교체</a:t>
            </a:r>
          </a:p>
        </p:txBody>
      </p:sp>
      <p:sp>
        <p:nvSpPr>
          <p:cNvPr id="25" name="dp43-background / n23 / path">
            <a:extLst xmlns:a="http://schemas.openxmlformats.org/drawingml/2006/main">
              <a:ext uri="{FF2B5EF4-FFF2-40B4-BE49-F238E27FC236}">
                <a16:creationId xmlns:a16="http://schemas.microsoft.com/office/drawing/2014/main" id="{759EDED0-A6C5-40EB-9590-DFEB90D4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95650"/>
            <a:ext cx="228600" cy="953"/>
          </a:xfrm>
          <a:custGeom xmlns:a="http://schemas.openxmlformats.org/drawingml/2006/main">
            <a:pathLst>
              <a:path w="228600" h="953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6" name="dp43-background / n23 / arrow">
            <a:extLst xmlns:a="http://schemas.openxmlformats.org/drawingml/2006/main">
              <a:ext uri="{FF2B5EF4-FFF2-40B4-BE49-F238E27FC236}">
                <a16:creationId xmlns:a16="http://schemas.microsoft.com/office/drawing/2014/main" id="{D10EAA91-1D4E-4250-9648-6507EDC4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2346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7" name="dp43-background / n24">
            <a:extLst xmlns:a="http://schemas.openxmlformats.org/drawingml/2006/main">
              <a:ext uri="{FF2B5EF4-FFF2-40B4-BE49-F238E27FC236}">
                <a16:creationId xmlns:a16="http://schemas.microsoft.com/office/drawing/2014/main" id="{88678EDA-8153-4106-BF5F-A132D43F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857500" cy="1943100"/>
          </a:xfrm>
          <a:custGeom xmlns:a="http://schemas.openxmlformats.org/drawingml/2006/main">
            <a:pathLst>
              <a:path w="2857500" h="1943100">
                <a:moveTo>
                  <a:pt x="0" y="0"/>
                </a:moveTo>
                <a:lnTo>
                  <a:pt x="2686050" y="0"/>
                </a:lnTo>
                <a:lnTo>
                  <a:pt x="2857500" y="171450"/>
                </a:lnTo>
                <a:lnTo>
                  <a:pt x="285750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7F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8" name="dp43-background / n24 / fold">
            <a:extLst xmlns:a="http://schemas.openxmlformats.org/drawingml/2006/main">
              <a:ext uri="{FF2B5EF4-FFF2-40B4-BE49-F238E27FC236}">
                <a16:creationId xmlns:a16="http://schemas.microsoft.com/office/drawing/2014/main" id="{381E8CED-C8EB-4172-9F0C-AB5087C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9" name="dp43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0A2DE23E-0A24-4A7C-9047-536C044A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24765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Task</a:t>
            </a:r>
          </a:p>
        </p:txBody>
      </p:sp>
      <p:sp>
        <p:nvSpPr>
          <p:cNvPr id="30" name="dp43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A6F1CDFB-1340-4C24-935A-FD29EA14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247650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PDF 조건 유지</a:t>
            </a:r>
          </a:p>
        </p:txBody>
      </p:sp>
      <p:sp>
        <p:nvSpPr>
          <p:cNvPr id="31" name="dp43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329359B3-30E2-41BC-B6DD-3910D77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47650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결과 / 결론과 표</a:t>
            </a:r>
          </a:p>
        </p:txBody>
      </p:sp>
      <p:sp>
        <p:nvSpPr>
          <p:cNvPr id="32" name="dp43-background / n28">
            <a:extLst xmlns:a="http://schemas.openxmlformats.org/drawingml/2006/main">
              <a:ext uri="{FF2B5EF4-FFF2-40B4-BE49-F238E27FC236}">
                <a16:creationId xmlns:a16="http://schemas.microsoft.com/office/drawing/2014/main" id="{DA314A7D-FE0F-4D15-9DB1-5DD557D3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019550" cy="1943100"/>
          </a:xfrm>
          <a:custGeom xmlns:a="http://schemas.openxmlformats.org/drawingml/2006/main">
            <a:pathLst>
              <a:path w="4019550" h="1943100">
                <a:moveTo>
                  <a:pt x="0" y="0"/>
                </a:moveTo>
                <a:lnTo>
                  <a:pt x="3848100" y="0"/>
                </a:lnTo>
                <a:lnTo>
                  <a:pt x="4019550" y="171450"/>
                </a:lnTo>
                <a:lnTo>
                  <a:pt x="4019550" y="1943100"/>
                </a:lnTo>
                <a:lnTo>
                  <a:pt x="0" y="1943100"/>
                </a:lnTo>
                <a:close/>
              </a:path>
            </a:pathLst>
          </a:custGeom>
          <a:solidFill xmlns:a="http://schemas.openxmlformats.org/drawingml/2006/main">
            <a:srgbClr val="F3F6FA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3" name="dp43-background / n28 / fold">
            <a:extLst xmlns:a="http://schemas.openxmlformats.org/drawingml/2006/main">
              <a:ext uri="{FF2B5EF4-FFF2-40B4-BE49-F238E27FC236}">
                <a16:creationId xmlns:a16="http://schemas.microsoft.com/office/drawing/2014/main" id="{81ABAC08-B32F-45FF-BC16-2E9BF5F3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533900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34" name="dp43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91CF3F4D-BFEC-4D97-AC3A-68794227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57725"/>
            <a:ext cx="36385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35" name="dp43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B5106D6F-19CB-4C8A-9098-A58DE8B1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14925"/>
            <a:ext cx="36385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기존 / 보고서 결론</a:t>
            </a:r>
          </a:p>
        </p:txBody>
      </p:sp>
      <p:sp>
        <p:nvSpPr>
          <p:cNvPr id="36" name="dp43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C9E6DD04-5F48-4416-ABB8-83ABB1E0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5267325"/>
            <a:ext cx="1666875" cy="953"/>
          </a:xfrm>
          <a:custGeom xmlns:a="http://schemas.openxmlformats.org/drawingml/2006/main">
            <a:pathLst>
              <a:path w="1666875" h="953">
                <a:moveTo>
                  <a:pt x="0" y="0"/>
                </a:moveTo>
                <a:lnTo>
                  <a:pt x="1666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37" name="dp43-background / n32 / text 1">
            <a:extLst xmlns:a="http://schemas.openxmlformats.org/drawingml/2006/main">
              <a:ext uri="{FF2B5EF4-FFF2-40B4-BE49-F238E27FC236}">
                <a16:creationId xmlns:a16="http://schemas.microsoft.com/office/drawing/2014/main" id="{A2C7B6F6-120C-4762-A237-044D69D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62625"/>
            <a:ext cx="36385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같은 보고서의 표만 사용</a:t>
            </a:r>
          </a:p>
        </p:txBody>
      </p:sp>
      <p:sp>
        <p:nvSpPr>
          <p:cNvPr id="38" name="dp43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609EBFC5-CBE7-4EEE-9B07-CDC757E2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505450"/>
            <a:ext cx="3333750" cy="953"/>
          </a:xfrm>
          <a:custGeom xmlns:a="http://schemas.openxmlformats.org/drawingml/2006/main"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39" name="dp43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A01CC44E-095B-4933-AC30-708BFC68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70" y="5414010"/>
            <a:ext cx="182880" cy="182880"/>
          </a:xfrm>
          <a:custGeom xmlns:a="http://schemas.openxmlformats.org/drawingml/2006/main">
            <a:pathLst>
              <a:path w="182880" h="182880">
                <a:moveTo>
                  <a:pt x="0" y="182880"/>
                </a:moveTo>
                <a:lnTo>
                  <a:pt x="182880" y="9144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087E8B"/>
            </a:solidFill>
            <a:prstDash val="solid"/>
          </a:ln>
        </p:spPr>
      </p:sp>
      <p:sp>
        <p:nvSpPr>
          <p:cNvPr id="40" name="dp43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B58ADC53-8DFA-478A-B586-C374AF13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14875"/>
            <a:ext cx="30670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메일의 보고서 참조 변경</a:t>
            </a:r>
          </a:p>
        </p:txBody>
      </p:sp>
      <p:sp>
        <p:nvSpPr>
          <p:cNvPr id="41" name="dp43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FD032509-83D9-4368-A891-33158E20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962650"/>
            <a:ext cx="30670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보고서 결과 준비 후 사용</a:t>
            </a:r>
          </a:p>
        </p:txBody>
      </p:sp>
      <p:sp>
        <p:nvSpPr>
          <p:cNvPr id="42" name="dp43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AEC7701C-0D3C-421E-BCE8-5F7E18DF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시 함께 맞춰야 할 판단</a:t>
            </a:r>
          </a:p>
        </p:txBody>
      </p:sp>
      <p:sp>
        <p:nvSpPr>
          <p:cNvPr id="43" name="dp43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C82A73ED-90EF-4C8F-90AF-1EDE46C0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Referent</a:t>
            </a:r>
          </a:p>
        </p:txBody>
      </p:sp>
      <p:sp>
        <p:nvSpPr>
          <p:cNvPr id="44" name="dp43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ED54957E-81F4-4C36-B318-CCB6F92F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같은 보고서의 표</a:t>
            </a:r>
          </a:p>
        </p:txBody>
      </p:sp>
      <p:sp>
        <p:nvSpPr>
          <p:cNvPr id="45" name="dp43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E604EC8B-FB03-491D-8E67-42DBC2F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Task Association</a:t>
            </a:r>
          </a:p>
        </p:txBody>
      </p:sp>
      <p:sp>
        <p:nvSpPr>
          <p:cNvPr id="46" name="dp43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0B589E91-1649-4638-AAC9-A1CA237B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</a:t>
            </a:r>
          </a:p>
        </p:txBody>
      </p:sp>
      <p:sp>
        <p:nvSpPr>
          <p:cNvPr id="47" name="dp43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50D7326B-955A-442E-9DE7-2F6039F1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26757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범위</a:t>
            </a:r>
          </a:p>
        </p:txBody>
      </p:sp>
      <p:sp>
        <p:nvSpPr>
          <p:cNvPr id="48" name="dp43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B2BEFB11-A7B6-48F1-BFF5-BDD37931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6581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내용만 교체</a:t>
            </a:r>
          </a:p>
        </p:txBody>
      </p:sp>
      <p:sp>
        <p:nvSpPr>
          <p:cNvPr id="49" name="dp43-background / n43 / path">
            <a:extLst xmlns:a="http://schemas.openxmlformats.org/drawingml/2006/main">
              <a:ext uri="{FF2B5EF4-FFF2-40B4-BE49-F238E27FC236}">
                <a16:creationId xmlns:a16="http://schemas.microsoft.com/office/drawing/2014/main" id="{486225EF-AB64-490A-93BA-B5A14420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800975"/>
            <a:ext cx="419100" cy="953"/>
          </a:xfrm>
          <a:custGeom xmlns:a="http://schemas.openxmlformats.org/drawingml/2006/main">
            <a:pathLst>
              <a:path w="419100" h="953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0" name="dp43-background / n44 / path">
            <a:extLst xmlns:a="http://schemas.openxmlformats.org/drawingml/2006/main">
              <a:ext uri="{FF2B5EF4-FFF2-40B4-BE49-F238E27FC236}">
                <a16:creationId xmlns:a16="http://schemas.microsoft.com/office/drawing/2014/main" id="{9B723628-B109-41EC-A582-371E82C2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00975"/>
            <a:ext cx="438150" cy="953"/>
          </a:xfrm>
          <a:custGeom xmlns:a="http://schemas.openxmlformats.org/drawingml/2006/main">
            <a:pathLst>
              <a:path w="438150" h="953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51" name="dp43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F5F3C4CF-2B05-4308-9772-27B6EF2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의도와 처리 방향</a:t>
            </a:r>
          </a:p>
        </p:txBody>
      </p:sp>
      <p:sp>
        <p:nvSpPr>
          <p:cNvPr id="52" name="dp43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6306ED7D-9F57-473D-9590-EEDD1C66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요청 목표와 Delegation 및 자료 대기의 판단</a:t>
            </a:r>
          </a:p>
        </p:txBody>
      </p:sp>
      <p:sp>
        <p:nvSpPr>
          <p:cNvPr id="53" name="dp43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07D9CA09-9561-46D3-BC6F-5177077C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Referent와 Task Association</a:t>
            </a:r>
          </a:p>
        </p:txBody>
      </p:sp>
      <p:sp>
        <p:nvSpPr>
          <p:cNvPr id="54" name="dp43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BF7E445A-13AF-45D6-BB50-D93ABBBE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자료와 관련 Task 및 결과 사용 관계의 일치</a:t>
            </a:r>
          </a:p>
        </p:txBody>
      </p:sp>
      <p:sp>
        <p:nvSpPr>
          <p:cNvPr id="55" name="dp43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CD455D21-251E-4794-9CB3-AE37FAAE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정정 범위와 기존 조건</a:t>
            </a:r>
          </a:p>
        </p:txBody>
      </p:sp>
      <p:sp>
        <p:nvSpPr>
          <p:cNvPr id="56" name="dp43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84A9F938-10C8-4AC9-A704-EBC87DDC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메일 내용만 교체하고 PDF 조건 유지</a:t>
            </a:r>
          </a:p>
        </p:txBody>
      </p:sp>
    </p:spTree>
    <p:extLst>
      <p:ext uri="{BB962C8B-B14F-4D97-AF65-F5344CB8AC3E}">
        <p14:creationId xmlns:p14="http://schemas.microsoft.com/office/powerpoint/2010/main" val="18899352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7" name="dp43-comparison / n1">
            <a:extLst xmlns:a="http://schemas.openxmlformats.org/drawingml/2006/main">
              <a:ext uri="{FF2B5EF4-FFF2-40B4-BE49-F238E27FC236}">
                <a16:creationId xmlns:a16="http://schemas.microsoft.com/office/drawing/2014/main" id="{194A871E-E862-46BC-9FBF-5C5C3F3A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3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A88CA57F-5237-4564-9408-B61C4643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3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F8144AEB-76CE-4560-8129-C77C453D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3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A13C422E-8D63-4A88-A487-B6502FD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04-43. 기능 정확성을 위한 VIA Request 의미 판단 설계</a:t>
            </a:r>
          </a:p>
        </p:txBody>
      </p:sp>
      <p:sp>
        <p:nvSpPr>
          <p:cNvPr id="5" name="dp43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F40AD60A-51B7-4A04-B03B-203F7648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3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FC4C88DE-32E5-4D91-85D6-BB555782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“보고서는 PDF로, 메일에는 결론을 넣어줘.” → “메일에는 결론 대신 표만 넣어줘.”</a:t>
            </a:r>
          </a:p>
        </p:txBody>
      </p:sp>
      <p:sp>
        <p:nvSpPr>
          <p:cNvPr id="7" name="dp43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6ABD3ED3-2570-4B03-B9EF-D6BC5FE1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3-comparison / n8">
            <a:extLst xmlns:a="http://schemas.openxmlformats.org/drawingml/2006/main">
              <a:ext uri="{FF2B5EF4-FFF2-40B4-BE49-F238E27FC236}">
                <a16:creationId xmlns:a16="http://schemas.microsoft.com/office/drawing/2014/main" id="{606CE6DA-B82F-492F-9618-663876DC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3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894FBC6B-17F7-4C5A-9FE4-C58CFA05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3-comparison / n10">
            <a:extLst xmlns:a="http://schemas.openxmlformats.org/drawingml/2006/main">
              <a:ext uri="{FF2B5EF4-FFF2-40B4-BE49-F238E27FC236}">
                <a16:creationId xmlns:a16="http://schemas.microsoft.com/office/drawing/2014/main" id="{92510CC9-224D-4D6C-9E66-D50B45F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3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8F12CCEE-60B7-4AAC-9EF6-F523B275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3-comparison / n12">
            <a:extLst xmlns:a="http://schemas.openxmlformats.org/drawingml/2006/main">
              <a:ext uri="{FF2B5EF4-FFF2-40B4-BE49-F238E27FC236}">
                <a16:creationId xmlns:a16="http://schemas.microsoft.com/office/drawing/2014/main" id="{1AB1405C-2507-4D48-B111-995E4F98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3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DB1CA77D-C388-45F4-9B14-1D75EB82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3-comparison / n14">
            <a:extLst xmlns:a="http://schemas.openxmlformats.org/drawingml/2006/main">
              <a:ext uri="{FF2B5EF4-FFF2-40B4-BE49-F238E27FC236}">
                <a16:creationId xmlns:a16="http://schemas.microsoft.com/office/drawing/2014/main" id="{1AB04733-E452-4A9D-94D3-4E2765213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3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4452D969-B940-4AB1-8092-CD05416F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3-comparison / n16">
            <a:extLst xmlns:a="http://schemas.openxmlformats.org/drawingml/2006/main">
              <a:ext uri="{FF2B5EF4-FFF2-40B4-BE49-F238E27FC236}">
                <a16:creationId xmlns:a16="http://schemas.microsoft.com/office/drawing/2014/main" id="{D2F269A6-773E-411A-B04D-757FDA5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3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E3473700-FBFF-4B9C-B359-CB6CF860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3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3E2C106E-4F2D-4979-8E8D-7C167C0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3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BAE93AC3-3BAA-4FCA-9D75-41D18562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3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61C21A51-0B0D-4CBD-82B0-3F8B99B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3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813480B2-FBE4-4164-B294-8079E415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통합 의미 생산</a:t>
            </a:r>
          </a:p>
        </p:txBody>
      </p:sp>
      <p:sp>
        <p:nvSpPr>
          <p:cNvPr id="22" name="dp43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15D35FAF-14B5-48FE-BD4D-EEC1900F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관련 의미의 공동 판단으로 정확 처리율 94% (기능 정확성 ↑)</a:t>
            </a:r>
          </a:p>
        </p:txBody>
      </p:sp>
      <p:sp>
        <p:nvSpPr>
          <p:cNvPr id="23" name="dp43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480AEAF6-1380-465E-BFA9-80EC8B92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제안 간 교환 축소로 완료시간 5.5 s (요청 완료 신속성 ↑)</a:t>
            </a:r>
          </a:p>
        </p:txBody>
      </p:sp>
      <p:sp>
        <p:nvSpPr>
          <p:cNvPr id="24" name="dp43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2DADF2AE-8489-4071-9FA4-78BB797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통합 의미 생산 계약의 변경 전파, 평균 4.0개 (변경 용이성 ↓)</a:t>
            </a:r>
          </a:p>
        </p:txBody>
      </p:sp>
      <p:sp>
        <p:nvSpPr>
          <p:cNvPr id="25" name="dp43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D555ADDA-4292-426F-8B04-C3F9B1E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3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5360906B-1E18-4868-9635-C9661996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27" name="dp43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495AA291-E922-4074-A1EE-16D58799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28" name="dp43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895D2EAF-DB9A-4D9B-A398-02C46702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3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AD72AF30-F145-4605-8D80-AF422B64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3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BB1DF645-B92C-4F50-9D8C-7CA319F6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1" name="dp43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19ADDB1F-13DB-4E9E-8B2F-CF6EAB75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5.5 s</a:t>
            </a:r>
          </a:p>
        </p:txBody>
      </p:sp>
      <p:sp>
        <p:nvSpPr>
          <p:cNvPr id="32" name="dp43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DC67306A-59B0-44F2-BB92-23D8CB4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3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79F7A702-C95B-4751-BA88-66728254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4" name="dp43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A93F8CB2-B1D4-4DEF-BF1C-3E2819B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●○○</a:t>
            </a:r>
          </a:p>
        </p:txBody>
      </p:sp>
      <p:sp>
        <p:nvSpPr>
          <p:cNvPr id="35" name="dp43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C1D98B76-E0E3-4900-BF82-3BFAAD21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6" name="dp43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B89E02C2-E05D-41B6-833F-ED8D1C3E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7" name="dp43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73C7325D-F8EC-43A3-A6F2-E9E086FC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 기능별 의미 생산과 코드 조정</a:t>
            </a:r>
          </a:p>
        </p:txBody>
      </p:sp>
      <p:sp>
        <p:nvSpPr>
          <p:cNvPr id="38" name="dp43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C89F076F-CD69-4191-82C9-42A73F8A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특정 기능의 생산 책임 분리로 변경 평균 2.0개 (변경 용이성 ↑)</a:t>
            </a:r>
          </a:p>
        </p:txBody>
      </p:sp>
      <p:sp>
        <p:nvSpPr>
          <p:cNvPr id="39" name="dp43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0D7A44C6-ECA3-4FA3-B43E-A03AC4A5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부분 의미 불일치와 오류 전파로 정확 처리율 91% (기능 정확성 ↓)</a:t>
            </a:r>
          </a:p>
        </p:txBody>
      </p:sp>
      <p:sp>
        <p:nvSpPr>
          <p:cNvPr id="40" name="dp43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D202CAA8-6991-4333-A836-55A8036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제안 교환과 재판단으로 완료시간 7.2 s (요청 완료 신속성 ↓)</a:t>
            </a:r>
          </a:p>
        </p:txBody>
      </p:sp>
      <p:sp>
        <p:nvSpPr>
          <p:cNvPr id="41" name="dp43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1D26A951-AAF7-462C-93A8-5A419402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3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037F4A2B-AC89-4C01-ABB8-3783DED4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3" name="dp43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3110882F-48BC-4358-98B6-2CA15F69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91%</a:t>
            </a:r>
          </a:p>
        </p:txBody>
      </p:sp>
      <p:sp>
        <p:nvSpPr>
          <p:cNvPr id="44" name="dp43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04A23E78-5677-4082-ACAD-CE5B96F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3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9D7F1038-0065-4863-89AD-9E1EDFF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3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D42A50F0-6567-4A13-A71E-90CB7A1F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47" name="dp43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6238EDF1-8454-4F65-B7A2-181943EF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7.2 s</a:t>
            </a:r>
          </a:p>
        </p:txBody>
      </p:sp>
      <p:sp>
        <p:nvSpPr>
          <p:cNvPr id="48" name="dp43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4316DC8E-3B18-4F29-9427-AD45DC5B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3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53EF1E10-60A8-4F3B-B3CC-36333A7C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50" name="dp43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44E1351C-DEC1-42B3-B60F-E2A2EA9C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51" name="dp43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07CBC6E0-101D-4BE4-AABD-0FF2B979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2.0개</a:t>
            </a:r>
          </a:p>
        </p:txBody>
      </p:sp>
      <p:sp>
        <p:nvSpPr>
          <p:cNvPr id="52" name="dp43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81D425F7-094B-43A2-A81F-A9295B3B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3" name="dp43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830942D6-52E7-4C60-A155-74111062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교차 의미 정정 / 특정 지칭 기능의 독립 변경 / 동일한 공유 Omni</a:t>
            </a:r>
          </a:p>
        </p:txBody>
      </p:sp>
      <p:sp>
        <p:nvSpPr>
          <p:cNvPr id="54" name="dp43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B4C877C3-5E85-4D15-AE03-5E3CFE5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3-comparison / n54">
            <a:extLst xmlns:a="http://schemas.openxmlformats.org/drawingml/2006/main">
              <a:ext uri="{FF2B5EF4-FFF2-40B4-BE49-F238E27FC236}">
                <a16:creationId xmlns:a16="http://schemas.microsoft.com/office/drawing/2014/main" id="{B1D5E4C2-EC6A-4112-B283-52D9AB8B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3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CDBF0003-0DD5-4381-AD60-97A028FC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7" name="dp43-comparison / n56">
            <a:extLst xmlns:a="http://schemas.openxmlformats.org/drawingml/2006/main">
              <a:ext uri="{FF2B5EF4-FFF2-40B4-BE49-F238E27FC236}">
                <a16:creationId xmlns:a16="http://schemas.microsoft.com/office/drawing/2014/main" id="{37B7F90B-F0EE-455E-8480-8A0CF9EF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3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90394BB9-AE05-4939-A066-EDF266E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9" name="dp43-comparison / n58">
            <a:extLst xmlns:a="http://schemas.openxmlformats.org/drawingml/2006/main">
              <a:ext uri="{FF2B5EF4-FFF2-40B4-BE49-F238E27FC236}">
                <a16:creationId xmlns:a16="http://schemas.microsoft.com/office/drawing/2014/main" id="{B81B1C9D-C1F0-4564-8EBB-C240E239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3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8AFE7196-92A8-47BE-8B8C-2EDE09D0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61" name="dp43-comparison / n64 / path">
            <a:extLst xmlns:a="http://schemas.openxmlformats.org/drawingml/2006/main">
              <a:ext uri="{FF2B5EF4-FFF2-40B4-BE49-F238E27FC236}">
                <a16:creationId xmlns:a16="http://schemas.microsoft.com/office/drawing/2014/main" id="{68B676B7-EA22-4859-9C5F-B2ECB93A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2" name="dp43-comparison / n64 / arrow">
            <a:extLst xmlns:a="http://schemas.openxmlformats.org/drawingml/2006/main">
              <a:ext uri="{FF2B5EF4-FFF2-40B4-BE49-F238E27FC236}">
                <a16:creationId xmlns:a16="http://schemas.microsoft.com/office/drawing/2014/main" id="{3AA826F1-43B8-49BF-B9A2-A9292664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150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3" name="dp43-comparison / n69">
            <a:extLst xmlns:a="http://schemas.openxmlformats.org/drawingml/2006/main">
              <a:ext uri="{FF2B5EF4-FFF2-40B4-BE49-F238E27FC236}">
                <a16:creationId xmlns:a16="http://schemas.microsoft.com/office/drawing/2014/main" id="{F7490663-B5B4-4945-9AB8-2251D91D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3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21478DFD-A891-4272-A8B8-A33FEE92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65" name="dp43-comparison / n71">
            <a:extLst xmlns:a="http://schemas.openxmlformats.org/drawingml/2006/main">
              <a:ext uri="{FF2B5EF4-FFF2-40B4-BE49-F238E27FC236}">
                <a16:creationId xmlns:a16="http://schemas.microsoft.com/office/drawing/2014/main" id="{DC1B5A76-166F-4385-B3EC-74C2DEAB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14775"/>
            <a:ext cx="527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6" name="dp43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B57F5094-1173-4AAF-9E21-ED4A3300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13359"/>
            <a:ext cx="5105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Integrated Semantic Interpreter</a:t>
            </a:r>
          </a:p>
        </p:txBody>
      </p:sp>
      <p:sp>
        <p:nvSpPr>
          <p:cNvPr id="67" name="dp43-comparison / n73">
            <a:extLst xmlns:a="http://schemas.openxmlformats.org/drawingml/2006/main">
              <a:ext uri="{FF2B5EF4-FFF2-40B4-BE49-F238E27FC236}">
                <a16:creationId xmlns:a16="http://schemas.microsoft.com/office/drawing/2014/main" id="{CC5C2E1F-86FD-4986-9FDB-396C12E3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5875"/>
            <a:ext cx="3124200" cy="50482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3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BC8D007A-A033-4F6C-B767-6BB94FDE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257800"/>
            <a:ext cx="2952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 Attempt State</a:t>
            </a:r>
          </a:p>
        </p:txBody>
      </p:sp>
      <p:sp>
        <p:nvSpPr>
          <p:cNvPr id="69" name="dp43-comparison / n75 / path">
            <a:extLst xmlns:a="http://schemas.openxmlformats.org/drawingml/2006/main">
              <a:ext uri="{FF2B5EF4-FFF2-40B4-BE49-F238E27FC236}">
                <a16:creationId xmlns:a16="http://schemas.microsoft.com/office/drawing/2014/main" id="{2B67AB39-932C-4E94-BE31-AD7B42E1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38475"/>
            <a:ext cx="1133475" cy="876300"/>
          </a:xfrm>
          <a:custGeom xmlns:a="http://schemas.openxmlformats.org/drawingml/2006/main">
            <a:pathLst>
              <a:path w="1133475" h="876300">
                <a:moveTo>
                  <a:pt x="1133475" y="0"/>
                </a:moveTo>
                <a:lnTo>
                  <a:pt x="1133475" y="266700"/>
                </a:lnTo>
                <a:lnTo>
                  <a:pt x="0" y="266700"/>
                </a:lnTo>
                <a:lnTo>
                  <a:pt x="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3-comparison / n75 / arrow">
            <a:extLst xmlns:a="http://schemas.openxmlformats.org/drawingml/2006/main">
              <a:ext uri="{FF2B5EF4-FFF2-40B4-BE49-F238E27FC236}">
                <a16:creationId xmlns:a16="http://schemas.microsoft.com/office/drawing/2014/main" id="{34ED0666-3508-4D10-9B0D-AD970291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865" y="37928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3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319F0D61-2F66-461A-924B-E58F1A8F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71975"/>
            <a:ext cx="9525" cy="723900"/>
          </a:xfrm>
          <a:custGeom xmlns:a="http://schemas.openxmlformats.org/drawingml/2006/main">
            <a:pathLst>
              <a:path w="9525" h="723900">
                <a:moveTo>
                  <a:pt x="9525" y="0"/>
                </a:moveTo>
                <a:lnTo>
                  <a:pt x="0" y="7239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2" name="dp43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A0F9A2F4-9D50-4CF8-AA82-3F857A77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8949" y="4973164"/>
            <a:ext cx="121909" cy="122711"/>
          </a:xfrm>
          <a:custGeom xmlns:a="http://schemas.openxmlformats.org/drawingml/2006/main">
            <a:pathLst>
              <a:path w="121909" h="122711">
                <a:moveTo>
                  <a:pt x="0" y="0"/>
                </a:moveTo>
                <a:lnTo>
                  <a:pt x="59351" y="122711"/>
                </a:lnTo>
                <a:lnTo>
                  <a:pt x="121909" y="160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3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20F12148-B544-4325-AE22-0A366AD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43375"/>
            <a:ext cx="1266825" cy="1209675"/>
          </a:xfrm>
          <a:custGeom xmlns:a="http://schemas.openxmlformats.org/drawingml/2006/main">
            <a:pathLst>
              <a:path w="1266825" h="1209675">
                <a:moveTo>
                  <a:pt x="1266825" y="1204913"/>
                </a:moveTo>
                <a:lnTo>
                  <a:pt x="0" y="1209675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4" name="dp43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ACA6C74B-733E-491E-8FA6-EF858E5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0824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3-comparison / n84 / path">
            <a:extLst xmlns:a="http://schemas.openxmlformats.org/drawingml/2006/main">
              <a:ext uri="{FF2B5EF4-FFF2-40B4-BE49-F238E27FC236}">
                <a16:creationId xmlns:a16="http://schemas.microsoft.com/office/drawing/2014/main" id="{DA8B06F0-3219-4B56-B28F-DFE1F9CB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38475"/>
            <a:ext cx="1114425" cy="1104900"/>
          </a:xfrm>
          <a:custGeom xmlns:a="http://schemas.openxmlformats.org/drawingml/2006/main">
            <a:pathLst>
              <a:path w="1114425" h="1104900">
                <a:moveTo>
                  <a:pt x="0" y="1104900"/>
                </a:moveTo>
                <a:lnTo>
                  <a:pt x="1114425" y="1104900"/>
                </a:lnTo>
                <a:lnTo>
                  <a:pt x="1114425" y="266700"/>
                </a:lnTo>
                <a:lnTo>
                  <a:pt x="304800" y="266700"/>
                </a:ln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76" name="dp43-comparison / n84 / arrow">
            <a:extLst xmlns:a="http://schemas.openxmlformats.org/drawingml/2006/main">
              <a:ext uri="{FF2B5EF4-FFF2-40B4-BE49-F238E27FC236}">
                <a16:creationId xmlns:a16="http://schemas.microsoft.com/office/drawing/2014/main" id="{371E3549-3607-46DC-A4DF-B5B3BA1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77" name="dp43-comparison / n87">
            <a:extLst xmlns:a="http://schemas.openxmlformats.org/drawingml/2006/main">
              <a:ext uri="{FF2B5EF4-FFF2-40B4-BE49-F238E27FC236}">
                <a16:creationId xmlns:a16="http://schemas.microsoft.com/office/drawing/2014/main" id="{FCDC2EA2-5A85-46FD-9C6E-E9D5AA41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8" name="dp43-comparison / n88 / text 1">
            <a:extLst xmlns:a="http://schemas.openxmlformats.org/drawingml/2006/main">
              <a:ext uri="{FF2B5EF4-FFF2-40B4-BE49-F238E27FC236}">
                <a16:creationId xmlns:a16="http://schemas.microsoft.com/office/drawing/2014/main" id="{35C15281-9324-48EF-AD69-3A1D033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9" name="dp43-comparison / n89">
            <a:extLst xmlns:a="http://schemas.openxmlformats.org/drawingml/2006/main">
              <a:ext uri="{FF2B5EF4-FFF2-40B4-BE49-F238E27FC236}">
                <a16:creationId xmlns:a16="http://schemas.microsoft.com/office/drawing/2014/main" id="{2ADB2DA7-748F-4478-A545-A7E9877E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0" name="dp43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2CA3AD24-5FC2-49E9-B0DA-95477D9E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81" name="dp43-comparison / n91">
            <a:extLst xmlns:a="http://schemas.openxmlformats.org/drawingml/2006/main">
              <a:ext uri="{FF2B5EF4-FFF2-40B4-BE49-F238E27FC236}">
                <a16:creationId xmlns:a16="http://schemas.microsoft.com/office/drawing/2014/main" id="{4D6D3D72-91C9-4E98-9819-78A1184F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3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D4097CA5-F4BA-4635-B7D4-06412E3B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83" name="dp43-comparison / n93 / path">
            <a:extLst xmlns:a="http://schemas.openxmlformats.org/drawingml/2006/main">
              <a:ext uri="{FF2B5EF4-FFF2-40B4-BE49-F238E27FC236}">
                <a16:creationId xmlns:a16="http://schemas.microsoft.com/office/drawing/2014/main" id="{72E8C237-2102-4FEE-8009-19925917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600700"/>
            <a:ext cx="2638425" cy="923925"/>
          </a:xfrm>
          <a:custGeom xmlns:a="http://schemas.openxmlformats.org/drawingml/2006/main">
            <a:pathLst>
              <a:path w="2638425" h="923925">
                <a:moveTo>
                  <a:pt x="2638425" y="0"/>
                </a:moveTo>
                <a:lnTo>
                  <a:pt x="2638425" y="857250"/>
                </a:lnTo>
                <a:lnTo>
                  <a:pt x="0" y="857250"/>
                </a:lnTo>
                <a:lnTo>
                  <a:pt x="0" y="923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4" name="dp43-comparison / n93 / arrow">
            <a:extLst xmlns:a="http://schemas.openxmlformats.org/drawingml/2006/main">
              <a:ext uri="{FF2B5EF4-FFF2-40B4-BE49-F238E27FC236}">
                <a16:creationId xmlns:a16="http://schemas.microsoft.com/office/drawing/2014/main" id="{F0A11225-55A4-4004-A67B-3413C95E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3-comparison / n94 / path">
            <a:extLst xmlns:a="http://schemas.openxmlformats.org/drawingml/2006/main">
              <a:ext uri="{FF2B5EF4-FFF2-40B4-BE49-F238E27FC236}">
                <a16:creationId xmlns:a16="http://schemas.microsoft.com/office/drawing/2014/main" id="{E184B9A0-70A4-4EBE-8521-CCE2BF44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86" name="dp43-comparison / n94 / arrow">
            <a:extLst xmlns:a="http://schemas.openxmlformats.org/drawingml/2006/main">
              <a:ext uri="{FF2B5EF4-FFF2-40B4-BE49-F238E27FC236}">
                <a16:creationId xmlns:a16="http://schemas.microsoft.com/office/drawing/2014/main" id="{03E6320C-4880-42FA-A2AC-5C8B3E0E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7" name="dp43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C1C35509-4E8D-44B7-9F8C-7C248273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8" name="dp43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721FFDA9-69DA-4584-976D-3857D669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0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9" name="dp43-comparison / n60">
            <a:extLst xmlns:a="http://schemas.openxmlformats.org/drawingml/2006/main">
              <a:ext uri="{FF2B5EF4-FFF2-40B4-BE49-F238E27FC236}">
                <a16:creationId xmlns:a16="http://schemas.microsoft.com/office/drawing/2014/main" id="{E1518392-75B2-4D8C-92C4-288A4555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p43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1C8E0B4D-C231-4000-AEA4-888DDFA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91" name="dp43-comparison / n62">
            <a:extLst xmlns:a="http://schemas.openxmlformats.org/drawingml/2006/main">
              <a:ext uri="{FF2B5EF4-FFF2-40B4-BE49-F238E27FC236}">
                <a16:creationId xmlns:a16="http://schemas.microsoft.com/office/drawing/2014/main" id="{C7548849-BDFE-40DB-9225-7225766C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p43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770FAA0D-A976-4951-8BEE-B3D28E81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93" name="dp43-comparison / n65">
            <a:extLst xmlns:a="http://schemas.openxmlformats.org/drawingml/2006/main">
              <a:ext uri="{FF2B5EF4-FFF2-40B4-BE49-F238E27FC236}">
                <a16:creationId xmlns:a16="http://schemas.microsoft.com/office/drawing/2014/main" id="{5BE5DA57-D21D-4801-AA2E-182EAE5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p43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947AA856-6881-494A-AB0D-7F1B51F6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95" name="dp43-comparison / n67">
            <a:extLst xmlns:a="http://schemas.openxmlformats.org/drawingml/2006/main">
              <a:ext uri="{FF2B5EF4-FFF2-40B4-BE49-F238E27FC236}">
                <a16:creationId xmlns:a16="http://schemas.microsoft.com/office/drawing/2014/main" id="{B351BB16-156A-4346-BE93-60E132BB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p43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8F7232A1-706F-4652-8E6C-A34C84F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97" name="dp43-comparison / n76">
            <a:extLst xmlns:a="http://schemas.openxmlformats.org/drawingml/2006/main">
              <a:ext uri="{FF2B5EF4-FFF2-40B4-BE49-F238E27FC236}">
                <a16:creationId xmlns:a16="http://schemas.microsoft.com/office/drawing/2014/main" id="{8A590226-E3B0-4E13-8E26-2F9B5F6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467225"/>
            <a:ext cx="4531805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p43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C87FB6EE-BAB8-42B7-A254-182EE4E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476750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F1 의도 / F2 Referent / F3 Task Association</a:t>
            </a:r>
          </a:p>
        </p:txBody>
      </p:sp>
      <p:sp>
        <p:nvSpPr>
          <p:cNvPr id="99" name="dp43-comparison / n78">
            <a:extLst xmlns:a="http://schemas.openxmlformats.org/drawingml/2006/main">
              <a:ext uri="{FF2B5EF4-FFF2-40B4-BE49-F238E27FC236}">
                <a16:creationId xmlns:a16="http://schemas.microsoft.com/office/drawing/2014/main" id="{B6026548-6B7F-4D63-BE94-C29AF8C7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724400"/>
            <a:ext cx="4510088" cy="2362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p43-comparison / n79 / text 1">
            <a:extLst xmlns:a="http://schemas.openxmlformats.org/drawingml/2006/main">
              <a:ext uri="{FF2B5EF4-FFF2-40B4-BE49-F238E27FC236}">
                <a16:creationId xmlns:a16="http://schemas.microsoft.com/office/drawing/2014/main" id="{FBBC0BEE-6E2F-431F-8F9A-5988058F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733925"/>
            <a:ext cx="7153275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F4 Request 관계 / F5 정정 범위 / F6 처리 방향</a:t>
            </a:r>
          </a:p>
        </p:txBody>
      </p:sp>
      <p:sp>
        <p:nvSpPr>
          <p:cNvPr id="101" name="dp43-comparison / n82">
            <a:extLst xmlns:a="http://schemas.openxmlformats.org/drawingml/2006/main">
              <a:ext uri="{FF2B5EF4-FFF2-40B4-BE49-F238E27FC236}">
                <a16:creationId xmlns:a16="http://schemas.microsoft.com/office/drawing/2014/main" id="{21075BBB-121A-4F85-B4A8-AA200FE6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76900"/>
            <a:ext cx="42538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p43-comparison / n83 / text 1">
            <a:extLst xmlns:a="http://schemas.openxmlformats.org/drawingml/2006/main">
              <a:ext uri="{FF2B5EF4-FFF2-40B4-BE49-F238E27FC236}">
                <a16:creationId xmlns:a16="http://schemas.microsoft.com/office/drawing/2014/main" id="{5C03BBEE-BA0F-4232-9E7B-8E7A4D4B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6864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이전 조건 유지와 부분 갱신 / 검색과 전문 보조 허용</a:t>
            </a:r>
          </a:p>
        </p:txBody>
      </p:sp>
      <p:sp>
        <p:nvSpPr>
          <p:cNvPr id="103" name="dp43-comparison / n85">
            <a:extLst xmlns:a="http://schemas.openxmlformats.org/drawingml/2006/main">
              <a:ext uri="{FF2B5EF4-FFF2-40B4-BE49-F238E27FC236}">
                <a16:creationId xmlns:a16="http://schemas.microsoft.com/office/drawing/2014/main" id="{9684197A-B327-4F15-9E0D-EE75FA6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3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50FA9233-5DCD-4570-B977-0D309C82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105" name="dp43-comparison / n96">
            <a:extLst xmlns:a="http://schemas.openxmlformats.org/drawingml/2006/main">
              <a:ext uri="{FF2B5EF4-FFF2-40B4-BE49-F238E27FC236}">
                <a16:creationId xmlns:a16="http://schemas.microsoft.com/office/drawing/2014/main" id="{00732EF9-BBEA-46E8-8F2C-D27B315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3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A5B7602F-92F7-4E5C-830B-972FECE0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107" name="dp43-comparison / n98">
            <a:extLst xmlns:a="http://schemas.openxmlformats.org/drawingml/2006/main">
              <a:ext uri="{FF2B5EF4-FFF2-40B4-BE49-F238E27FC236}">
                <a16:creationId xmlns:a16="http://schemas.microsoft.com/office/drawing/2014/main" id="{885A3A72-0FAF-4CD0-BD96-DC52315F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3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B8A320C8-0059-4447-99C6-DA9C170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109" name="dp43-comparison / n100">
            <a:extLst xmlns:a="http://schemas.openxmlformats.org/drawingml/2006/main">
              <a:ext uri="{FF2B5EF4-FFF2-40B4-BE49-F238E27FC236}">
                <a16:creationId xmlns:a16="http://schemas.microsoft.com/office/drawing/2014/main" id="{7EE0562F-FF54-479B-B75F-78AD391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3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5A1B7665-8A64-42D0-9AFB-0C4D6040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111" name="dp43-comparison / n102">
            <a:extLst xmlns:a="http://schemas.openxmlformats.org/drawingml/2006/main">
              <a:ext uri="{FF2B5EF4-FFF2-40B4-BE49-F238E27FC236}">
                <a16:creationId xmlns:a16="http://schemas.microsoft.com/office/drawing/2014/main" id="{D5799484-34C4-42A7-B9C3-64CF1307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3-comparison / n103 / text 1">
            <a:extLst xmlns:a="http://schemas.openxmlformats.org/drawingml/2006/main">
              <a:ext uri="{FF2B5EF4-FFF2-40B4-BE49-F238E27FC236}">
                <a16:creationId xmlns:a16="http://schemas.microsoft.com/office/drawing/2014/main" id="{C1ACA368-6F3A-4B59-9291-FFD49BE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  <p:sp>
        <p:nvSpPr>
          <p:cNvPr id="113" name="dp43-comparison / n104">
            <a:extLst xmlns:a="http://schemas.openxmlformats.org/drawingml/2006/main">
              <a:ext uri="{FF2B5EF4-FFF2-40B4-BE49-F238E27FC236}">
                <a16:creationId xmlns:a16="http://schemas.microsoft.com/office/drawing/2014/main" id="{7BF999E9-0B07-44A2-A579-E277CC6D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765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4" name="dp43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72385EDA-B26A-4C6B-8B20-FD6F28D2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605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15" name="dp43-comparison / n106">
            <a:extLst xmlns:a="http://schemas.openxmlformats.org/drawingml/2006/main">
              <a:ext uri="{FF2B5EF4-FFF2-40B4-BE49-F238E27FC236}">
                <a16:creationId xmlns:a16="http://schemas.microsoft.com/office/drawing/2014/main" id="{6CC92E2B-4E46-48E2-90B8-698BC32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2676525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6" name="dp43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D7D7AF65-C454-4F31-898E-6F94D0A0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746058"/>
            <a:ext cx="20193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17" name="dp43-comparison / n108">
            <a:extLst xmlns:a="http://schemas.openxmlformats.org/drawingml/2006/main">
              <a:ext uri="{FF2B5EF4-FFF2-40B4-BE49-F238E27FC236}">
                <a16:creationId xmlns:a16="http://schemas.microsoft.com/office/drawing/2014/main" id="{FCDDB317-2994-4C5D-94AF-0F0817A1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676525"/>
            <a:ext cx="1962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8" name="dp43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7BE44302-8B08-4139-91BD-4674023F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0" y="2746058"/>
            <a:ext cx="17907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Model Access</a:t>
            </a:r>
          </a:p>
        </p:txBody>
      </p:sp>
      <p:sp>
        <p:nvSpPr>
          <p:cNvPr id="119" name="dp43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CC06DCE4-E3AF-46F8-9F43-FE230439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57500"/>
            <a:ext cx="638175" cy="953"/>
          </a:xfrm>
          <a:custGeom xmlns:a="http://schemas.openxmlformats.org/drawingml/2006/main">
            <a:pathLst>
              <a:path w="638175" h="953">
                <a:moveTo>
                  <a:pt x="0" y="0"/>
                </a:moveTo>
                <a:lnTo>
                  <a:pt x="638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20" name="dp43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1C96E0CF-23B5-4B70-BD46-285BE18B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8255" y="279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21" name="dp43-comparison / n119">
            <a:extLst xmlns:a="http://schemas.openxmlformats.org/drawingml/2006/main">
              <a:ext uri="{FF2B5EF4-FFF2-40B4-BE49-F238E27FC236}">
                <a16:creationId xmlns:a16="http://schemas.microsoft.com/office/drawing/2014/main" id="{C7A83E99-3C28-45C9-BAB5-E8D65FE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78200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2" name="dp43-comparison / n120 / text 1">
            <a:extLst xmlns:a="http://schemas.openxmlformats.org/drawingml/2006/main">
              <a:ext uri="{FF2B5EF4-FFF2-40B4-BE49-F238E27FC236}">
                <a16:creationId xmlns:a16="http://schemas.microsoft.com/office/drawing/2014/main" id="{3FC7A54A-63EF-42A7-B464-E99B3D65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505200"/>
            <a:ext cx="75723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23" name="dp43-comparison / n121">
            <a:extLst xmlns:a="http://schemas.openxmlformats.org/drawingml/2006/main">
              <a:ext uri="{FF2B5EF4-FFF2-40B4-BE49-F238E27FC236}">
                <a16:creationId xmlns:a16="http://schemas.microsoft.com/office/drawing/2014/main" id="{76266EF3-ABDD-4FAA-9ADF-3075CF69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3867150"/>
            <a:ext cx="22860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24" name="dp43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771C435C-D4EC-4F78-B218-201D674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32911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Interpretation</a:t>
            </a:r>
          </a:p>
        </p:txBody>
      </p:sp>
      <p:sp>
        <p:nvSpPr>
          <p:cNvPr id="125" name="dp43-comparison / n122 / text 2">
            <a:extLst xmlns:a="http://schemas.openxmlformats.org/drawingml/2006/main">
              <a:ext uri="{FF2B5EF4-FFF2-40B4-BE49-F238E27FC236}">
                <a16:creationId xmlns:a16="http://schemas.microsoft.com/office/drawing/2014/main" id="{031AF178-0BFD-4097-9D40-B1C0961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576763"/>
            <a:ext cx="2114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Coordinator</a:t>
            </a:r>
          </a:p>
        </p:txBody>
      </p:sp>
      <p:sp>
        <p:nvSpPr>
          <p:cNvPr id="126" name="dp43-comparison / n123">
            <a:extLst xmlns:a="http://schemas.openxmlformats.org/drawingml/2006/main">
              <a:ext uri="{FF2B5EF4-FFF2-40B4-BE49-F238E27FC236}">
                <a16:creationId xmlns:a16="http://schemas.microsoft.com/office/drawing/2014/main" id="{AC0F8173-F7E6-4E77-9384-F14DC469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400675"/>
            <a:ext cx="228600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27" name="dp43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E1E64823-F0F8-482A-8658-AD1FECCB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562600"/>
            <a:ext cx="21145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Partial Interpretation Ledger</a:t>
            </a:r>
          </a:p>
        </p:txBody>
      </p:sp>
      <p:sp>
        <p:nvSpPr>
          <p:cNvPr id="128" name="dp43-comparison / n125">
            <a:extLst xmlns:a="http://schemas.openxmlformats.org/drawingml/2006/main">
              <a:ext uri="{FF2B5EF4-FFF2-40B4-BE49-F238E27FC236}">
                <a16:creationId xmlns:a16="http://schemas.microsoft.com/office/drawing/2014/main" id="{C48D4A35-D0E3-48F3-BFFB-4EEC18C8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29" name="dp43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C632E9A1-C8B3-444E-9394-DE6E45E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Intent</a:t>
            </a:r>
          </a:p>
        </p:txBody>
      </p:sp>
      <p:sp>
        <p:nvSpPr>
          <p:cNvPr id="130" name="dp43-comparison / n126 / text 2">
            <a:extLst xmlns:a="http://schemas.openxmlformats.org/drawingml/2006/main">
              <a:ext uri="{FF2B5EF4-FFF2-40B4-BE49-F238E27FC236}">
                <a16:creationId xmlns:a16="http://schemas.microsoft.com/office/drawing/2014/main" id="{882EFD60-A85B-4691-8BD6-72FF2863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31" name="dp43-comparison / n129 / path">
            <a:extLst xmlns:a="http://schemas.openxmlformats.org/drawingml/2006/main">
              <a:ext uri="{FF2B5EF4-FFF2-40B4-BE49-F238E27FC236}">
                <a16:creationId xmlns:a16="http://schemas.microsoft.com/office/drawing/2014/main" id="{DE3A515C-44C0-4B42-943B-83F19AFB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986213"/>
            <a:ext cx="342900" cy="19050"/>
          </a:xfrm>
          <a:custGeom xmlns:a="http://schemas.openxmlformats.org/drawingml/2006/main">
            <a:pathLst>
              <a:path w="342900" h="19050">
                <a:moveTo>
                  <a:pt x="0" y="0"/>
                </a:moveTo>
                <a:lnTo>
                  <a:pt x="34290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2" name="dp43-comparison / n129 / arrow">
            <a:extLst xmlns:a="http://schemas.openxmlformats.org/drawingml/2006/main">
              <a:ext uri="{FF2B5EF4-FFF2-40B4-BE49-F238E27FC236}">
                <a16:creationId xmlns:a16="http://schemas.microsoft.com/office/drawing/2014/main" id="{939F9846-DD65-431D-B548-007FC69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5036" y="3937633"/>
            <a:ext cx="125114" cy="121732"/>
          </a:xfrm>
          <a:custGeom xmlns:a="http://schemas.openxmlformats.org/drawingml/2006/main">
            <a:pathLst>
              <a:path w="125114" h="121732">
                <a:moveTo>
                  <a:pt x="0" y="121732"/>
                </a:moveTo>
                <a:lnTo>
                  <a:pt x="125114" y="67629"/>
                </a:lnTo>
                <a:lnTo>
                  <a:pt x="67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3" name="dp43-comparison / n130 / path">
            <a:extLst xmlns:a="http://schemas.openxmlformats.org/drawingml/2006/main">
              <a:ext uri="{FF2B5EF4-FFF2-40B4-BE49-F238E27FC236}">
                <a16:creationId xmlns:a16="http://schemas.microsoft.com/office/drawing/2014/main" id="{72061882-CA2B-4E39-A8E0-0A8763AE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57663"/>
            <a:ext cx="342900" cy="19050"/>
          </a:xfrm>
          <a:custGeom xmlns:a="http://schemas.openxmlformats.org/drawingml/2006/main">
            <a:pathLst>
              <a:path w="342900" h="19050">
                <a:moveTo>
                  <a:pt x="342900" y="190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34" name="dp43-comparison / n130 / arrow">
            <a:extLst xmlns:a="http://schemas.openxmlformats.org/drawingml/2006/main">
              <a:ext uri="{FF2B5EF4-FFF2-40B4-BE49-F238E27FC236}">
                <a16:creationId xmlns:a16="http://schemas.microsoft.com/office/drawing/2014/main" id="{EA849432-CF6A-4016-A0CD-4026FEC2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103559"/>
            <a:ext cx="125114" cy="121732"/>
          </a:xfrm>
          <a:custGeom xmlns:a="http://schemas.openxmlformats.org/drawingml/2006/main">
            <a:pathLst>
              <a:path w="125114" h="121732">
                <a:moveTo>
                  <a:pt x="125114" y="0"/>
                </a:moveTo>
                <a:lnTo>
                  <a:pt x="0" y="54103"/>
                </a:lnTo>
                <a:lnTo>
                  <a:pt x="118351" y="12173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5" name="dp43-comparison / n131">
            <a:extLst xmlns:a="http://schemas.openxmlformats.org/drawingml/2006/main">
              <a:ext uri="{FF2B5EF4-FFF2-40B4-BE49-F238E27FC236}">
                <a16:creationId xmlns:a16="http://schemas.microsoft.com/office/drawing/2014/main" id="{13D80015-3156-4C08-B170-AA267079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36" name="dp43-comparison / n132 / text 1">
            <a:extLst xmlns:a="http://schemas.openxmlformats.org/drawingml/2006/main">
              <a:ext uri="{FF2B5EF4-FFF2-40B4-BE49-F238E27FC236}">
                <a16:creationId xmlns:a16="http://schemas.microsoft.com/office/drawing/2014/main" id="{2249EEAA-EB16-44A3-8ED2-461BB654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623911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Referent Resolver</a:t>
            </a:r>
          </a:p>
        </p:txBody>
      </p:sp>
      <p:sp>
        <p:nvSpPr>
          <p:cNvPr id="137" name="dp43-comparison / n135 / path">
            <a:extLst xmlns:a="http://schemas.openxmlformats.org/drawingml/2006/main">
              <a:ext uri="{FF2B5EF4-FFF2-40B4-BE49-F238E27FC236}">
                <a16:creationId xmlns:a16="http://schemas.microsoft.com/office/drawing/2014/main" id="{29311C4E-D39E-446F-BBF1-A6E58C0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9103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0" y="15240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38" name="dp43-comparison / n135 / arrow">
            <a:extLst xmlns:a="http://schemas.openxmlformats.org/drawingml/2006/main">
              <a:ext uri="{FF2B5EF4-FFF2-40B4-BE49-F238E27FC236}">
                <a16:creationId xmlns:a16="http://schemas.microsoft.com/office/drawing/2014/main" id="{D254316B-756D-4991-BFB1-75AF96F9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3980" y="4484848"/>
            <a:ext cx="136170" cy="111412"/>
          </a:xfrm>
          <a:custGeom xmlns:a="http://schemas.openxmlformats.org/drawingml/2006/main">
            <a:pathLst>
              <a:path w="136170" h="111412">
                <a:moveTo>
                  <a:pt x="49516" y="111412"/>
                </a:moveTo>
                <a:lnTo>
                  <a:pt x="136170" y="619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39" name="dp43-comparison / n136 / path">
            <a:extLst xmlns:a="http://schemas.openxmlformats.org/drawingml/2006/main">
              <a:ext uri="{FF2B5EF4-FFF2-40B4-BE49-F238E27FC236}">
                <a16:creationId xmlns:a16="http://schemas.microsoft.com/office/drawing/2014/main" id="{A9561CB6-B41B-4376-B711-2D78B89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62488"/>
            <a:ext cx="342900" cy="152400"/>
          </a:xfrm>
          <a:custGeom xmlns:a="http://schemas.openxmlformats.org/drawingml/2006/main">
            <a:pathLst>
              <a:path w="342900" h="152400">
                <a:moveTo>
                  <a:pt x="3429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0" name="dp43-comparison / n136 / arrow">
            <a:extLst xmlns:a="http://schemas.openxmlformats.org/drawingml/2006/main">
              <a:ext uri="{FF2B5EF4-FFF2-40B4-BE49-F238E27FC236}">
                <a16:creationId xmlns:a16="http://schemas.microsoft.com/office/drawing/2014/main" id="{181E6AE2-5F22-46B2-B097-04E69EF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709665"/>
            <a:ext cx="136170" cy="111412"/>
          </a:xfrm>
          <a:custGeom xmlns:a="http://schemas.openxmlformats.org/drawingml/2006/main">
            <a:pathLst>
              <a:path w="136170" h="111412">
                <a:moveTo>
                  <a:pt x="86654" y="0"/>
                </a:moveTo>
                <a:lnTo>
                  <a:pt x="0" y="105222"/>
                </a:lnTo>
                <a:lnTo>
                  <a:pt x="136170" y="11141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1" name="dp43-comparison / n137">
            <a:extLst xmlns:a="http://schemas.openxmlformats.org/drawingml/2006/main">
              <a:ext uri="{FF2B5EF4-FFF2-40B4-BE49-F238E27FC236}">
                <a16:creationId xmlns:a16="http://schemas.microsoft.com/office/drawing/2014/main" id="{55801D1D-015C-47A8-8685-33D691EB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2" name="dp43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18A606BE-6E4C-481C-8992-6702284B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Association</a:t>
            </a:r>
          </a:p>
        </p:txBody>
      </p:sp>
      <p:sp>
        <p:nvSpPr>
          <p:cNvPr id="143" name="dp43-comparison / n138 / text 2">
            <a:extLst xmlns:a="http://schemas.openxmlformats.org/drawingml/2006/main">
              <a:ext uri="{FF2B5EF4-FFF2-40B4-BE49-F238E27FC236}">
                <a16:creationId xmlns:a16="http://schemas.microsoft.com/office/drawing/2014/main" id="{FA93BF07-0542-46CE-8116-B1A7C03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Resolver</a:t>
            </a:r>
          </a:p>
        </p:txBody>
      </p:sp>
      <p:sp>
        <p:nvSpPr>
          <p:cNvPr id="144" name="dp43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FB5005F8-5313-4D0D-BF5C-33CD608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97681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0" y="32385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45" name="dp43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DA2FCA47-D262-4C4E-8011-98538F0B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656" y="4976813"/>
            <a:ext cx="130494" cy="128032"/>
          </a:xfrm>
          <a:custGeom xmlns:a="http://schemas.openxmlformats.org/drawingml/2006/main">
            <a:pathLst>
              <a:path w="130494" h="128032">
                <a:moveTo>
                  <a:pt x="83713" y="128032"/>
                </a:moveTo>
                <a:lnTo>
                  <a:pt x="130494" y="0"/>
                </a:lnTo>
                <a:lnTo>
                  <a:pt x="0" y="39394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6" name="dp43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746B06DD-2252-46C6-987C-921C1C12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148263"/>
            <a:ext cx="342900" cy="323850"/>
          </a:xfrm>
          <a:custGeom xmlns:a="http://schemas.openxmlformats.org/drawingml/2006/main">
            <a:pathLst>
              <a:path w="342900" h="323850">
                <a:moveTo>
                  <a:pt x="34290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47" name="dp43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0C8FB9A0-A1F6-48CD-B9E7-4E6B0F3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344081"/>
            <a:ext cx="130494" cy="128032"/>
          </a:xfrm>
          <a:custGeom xmlns:a="http://schemas.openxmlformats.org/drawingml/2006/main">
            <a:pathLst>
              <a:path w="130494" h="128032">
                <a:moveTo>
                  <a:pt x="46781" y="0"/>
                </a:moveTo>
                <a:lnTo>
                  <a:pt x="0" y="128032"/>
                </a:lnTo>
                <a:lnTo>
                  <a:pt x="130494" y="8863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48" name="dp43-comparison / n143">
            <a:extLst xmlns:a="http://schemas.openxmlformats.org/drawingml/2006/main">
              <a:ext uri="{FF2B5EF4-FFF2-40B4-BE49-F238E27FC236}">
                <a16:creationId xmlns:a16="http://schemas.microsoft.com/office/drawing/2014/main" id="{56CBAB10-89A8-4553-9EFE-2EABA53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86715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49" name="dp43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AE2091C6-B448-4807-A671-C6B05372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386143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Relation</a:t>
            </a:r>
          </a:p>
        </p:txBody>
      </p:sp>
      <p:sp>
        <p:nvSpPr>
          <p:cNvPr id="150" name="dp43-comparison / n144 / text 2">
            <a:extLst xmlns:a="http://schemas.openxmlformats.org/drawingml/2006/main">
              <a:ext uri="{FF2B5EF4-FFF2-40B4-BE49-F238E27FC236}">
                <a16:creationId xmlns:a16="http://schemas.microsoft.com/office/drawing/2014/main" id="{0449F682-C40C-472D-964D-CB06C4BD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07193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1" name="dp43-comparison / n147 / path">
            <a:extLst xmlns:a="http://schemas.openxmlformats.org/drawingml/2006/main">
              <a:ext uri="{FF2B5EF4-FFF2-40B4-BE49-F238E27FC236}">
                <a16:creationId xmlns:a16="http://schemas.microsoft.com/office/drawing/2014/main" id="{53495428-2EA4-47B4-9131-A98AD3A7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86213"/>
            <a:ext cx="323850" cy="19050"/>
          </a:xfrm>
          <a:custGeom xmlns:a="http://schemas.openxmlformats.org/drawingml/2006/main">
            <a:pathLst>
              <a:path w="323850" h="19050">
                <a:moveTo>
                  <a:pt x="323850" y="0"/>
                </a:moveTo>
                <a:lnTo>
                  <a:pt x="0" y="19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2" name="dp43-comparison / n147 / arrow">
            <a:extLst xmlns:a="http://schemas.openxmlformats.org/drawingml/2006/main">
              <a:ext uri="{FF2B5EF4-FFF2-40B4-BE49-F238E27FC236}">
                <a16:creationId xmlns:a16="http://schemas.microsoft.com/office/drawing/2014/main" id="{AD5CA567-0E7C-4286-AE25-31613F4F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3937248"/>
            <a:ext cx="125289" cy="121710"/>
          </a:xfrm>
          <a:custGeom xmlns:a="http://schemas.openxmlformats.org/drawingml/2006/main">
            <a:pathLst>
              <a:path w="125289" h="121710">
                <a:moveTo>
                  <a:pt x="118130" y="0"/>
                </a:moveTo>
                <a:lnTo>
                  <a:pt x="0" y="68014"/>
                </a:lnTo>
                <a:lnTo>
                  <a:pt x="125289" y="12171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3" name="dp43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77384631-955C-4A3D-B174-EC0CB22C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157663"/>
            <a:ext cx="323850" cy="19050"/>
          </a:xfrm>
          <a:custGeom xmlns:a="http://schemas.openxmlformats.org/drawingml/2006/main">
            <a:pathLst>
              <a:path w="323850" h="19050">
                <a:moveTo>
                  <a:pt x="0" y="1905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54" name="dp43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2D84912F-1AB3-42E5-813D-FE1D086F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4711" y="4103967"/>
            <a:ext cx="125289" cy="121710"/>
          </a:xfrm>
          <a:custGeom xmlns:a="http://schemas.openxmlformats.org/drawingml/2006/main">
            <a:pathLst>
              <a:path w="125289" h="121710">
                <a:moveTo>
                  <a:pt x="7159" y="121710"/>
                </a:moveTo>
                <a:lnTo>
                  <a:pt x="125289" y="536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55" name="dp43-comparison / n149">
            <a:extLst xmlns:a="http://schemas.openxmlformats.org/drawingml/2006/main">
              <a:ext uri="{FF2B5EF4-FFF2-40B4-BE49-F238E27FC236}">
                <a16:creationId xmlns:a16="http://schemas.microsoft.com/office/drawing/2014/main" id="{0E7DEC4D-1EE2-4ACD-983E-D149EEA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24375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56" name="dp43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9F138C1C-A1B5-4F1A-BE42-040CE3C5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518660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Revision</a:t>
            </a:r>
          </a:p>
        </p:txBody>
      </p:sp>
      <p:sp>
        <p:nvSpPr>
          <p:cNvPr id="157" name="dp43-comparison / n150 / text 2">
            <a:extLst xmlns:a="http://schemas.openxmlformats.org/drawingml/2006/main">
              <a:ext uri="{FF2B5EF4-FFF2-40B4-BE49-F238E27FC236}">
                <a16:creationId xmlns:a16="http://schemas.microsoft.com/office/drawing/2014/main" id="{74B022B8-3045-44F1-B577-8E2BD12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4729163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58" name="dp43-comparison / n153 / path">
            <a:extLst xmlns:a="http://schemas.openxmlformats.org/drawingml/2006/main">
              <a:ext uri="{FF2B5EF4-FFF2-40B4-BE49-F238E27FC236}">
                <a16:creationId xmlns:a16="http://schemas.microsoft.com/office/drawing/2014/main" id="{85149EDC-32DB-4E74-BFAC-6603A053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9103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323850" y="1524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59" name="dp43-comparison / n153 / arrow">
            <a:extLst xmlns:a="http://schemas.openxmlformats.org/drawingml/2006/main">
              <a:ext uri="{FF2B5EF4-FFF2-40B4-BE49-F238E27FC236}">
                <a16:creationId xmlns:a16="http://schemas.microsoft.com/office/drawing/2014/main" id="{1C883456-D846-4FAB-907B-D968FD8A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487793"/>
            <a:ext cx="136272" cy="110315"/>
          </a:xfrm>
          <a:custGeom xmlns:a="http://schemas.openxmlformats.org/drawingml/2006/main">
            <a:pathLst>
              <a:path w="136272" h="110315">
                <a:moveTo>
                  <a:pt x="136272" y="0"/>
                </a:moveTo>
                <a:lnTo>
                  <a:pt x="0" y="3245"/>
                </a:lnTo>
                <a:lnTo>
                  <a:pt x="84359" y="110315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0" name="dp43-comparison / n154 / path">
            <a:extLst xmlns:a="http://schemas.openxmlformats.org/drawingml/2006/main">
              <a:ext uri="{FF2B5EF4-FFF2-40B4-BE49-F238E27FC236}">
                <a16:creationId xmlns:a16="http://schemas.microsoft.com/office/drawing/2014/main" id="{FE6D44CF-DDFE-402C-A27D-94E9BAB1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662488"/>
            <a:ext cx="323850" cy="152400"/>
          </a:xfrm>
          <a:custGeom xmlns:a="http://schemas.openxmlformats.org/drawingml/2006/main">
            <a:pathLst>
              <a:path w="323850" h="152400">
                <a:moveTo>
                  <a:pt x="0" y="0"/>
                </a:moveTo>
                <a:lnTo>
                  <a:pt x="3238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1" name="dp43-comparison / n154 / arrow">
            <a:extLst xmlns:a="http://schemas.openxmlformats.org/drawingml/2006/main">
              <a:ext uri="{FF2B5EF4-FFF2-40B4-BE49-F238E27FC236}">
                <a16:creationId xmlns:a16="http://schemas.microsoft.com/office/drawing/2014/main" id="{47C34AD9-EF4C-4D2A-B838-10AF9337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3728" y="4707817"/>
            <a:ext cx="136272" cy="110315"/>
          </a:xfrm>
          <a:custGeom xmlns:a="http://schemas.openxmlformats.org/drawingml/2006/main">
            <a:pathLst>
              <a:path w="136272" h="110315">
                <a:moveTo>
                  <a:pt x="0" y="110315"/>
                </a:moveTo>
                <a:lnTo>
                  <a:pt x="136272" y="107071"/>
                </a:lnTo>
                <a:lnTo>
                  <a:pt x="519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2" name="dp43-comparison / n155">
            <a:extLst xmlns:a="http://schemas.openxmlformats.org/drawingml/2006/main">
              <a:ext uri="{FF2B5EF4-FFF2-40B4-BE49-F238E27FC236}">
                <a16:creationId xmlns:a16="http://schemas.microsoft.com/office/drawing/2014/main" id="{A74D366E-0EEF-4219-AD32-6A6258D9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81600"/>
            <a:ext cx="22479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155A4"/>
            </a:solidFill>
            <a:prstDash val="solid"/>
          </a:ln>
        </p:spPr>
      </p:sp>
      <p:sp>
        <p:nvSpPr>
          <p:cNvPr id="163" name="dp43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2A18DDCB-070C-4E72-B163-1E1F6752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175885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Request Handling</a:t>
            </a:r>
          </a:p>
        </p:txBody>
      </p:sp>
      <p:sp>
        <p:nvSpPr>
          <p:cNvPr id="164" name="dp43-comparison / n156 / text 2">
            <a:extLst xmlns:a="http://schemas.openxmlformats.org/drawingml/2006/main">
              <a:ext uri="{FF2B5EF4-FFF2-40B4-BE49-F238E27FC236}">
                <a16:creationId xmlns:a16="http://schemas.microsoft.com/office/drawing/2014/main" id="{12D5128E-60E5-47CC-98A7-4F3419D1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5725" y="5386388"/>
            <a:ext cx="2076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Interpreter</a:t>
            </a:r>
          </a:p>
        </p:txBody>
      </p:sp>
      <p:sp>
        <p:nvSpPr>
          <p:cNvPr id="165" name="dp43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B6B08032-3061-4EB6-836A-1354008F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323850" y="3238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66" name="dp43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E1071D7D-AF66-418A-BFD2-140C73E0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4976813"/>
            <a:ext cx="129316" cy="129316"/>
          </a:xfrm>
          <a:custGeom xmlns:a="http://schemas.openxmlformats.org/drawingml/2006/main">
            <a:pathLst>
              <a:path w="129316" h="129316">
                <a:moveTo>
                  <a:pt x="129316" y="43105"/>
                </a:moveTo>
                <a:lnTo>
                  <a:pt x="0" y="0"/>
                </a:lnTo>
                <a:lnTo>
                  <a:pt x="43105" y="129316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7" name="dp43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77854BBB-6EFE-492B-BA04-2D73BB18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0" y="5148263"/>
            <a:ext cx="323850" cy="323850"/>
          </a:xfrm>
          <a:custGeom xmlns:a="http://schemas.openxmlformats.org/drawingml/2006/main">
            <a:pathLst>
              <a:path w="323850" h="323850">
                <a:moveTo>
                  <a:pt x="0" y="0"/>
                </a:moveTo>
                <a:lnTo>
                  <a:pt x="3238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dash"/>
          </a:ln>
        </p:spPr>
      </p:sp>
      <p:sp>
        <p:nvSpPr>
          <p:cNvPr id="168" name="dp43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1120DD60-A796-401D-9407-D7A2F26D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10684" y="5342797"/>
            <a:ext cx="129316" cy="129316"/>
          </a:xfrm>
          <a:custGeom xmlns:a="http://schemas.openxmlformats.org/drawingml/2006/main">
            <a:pathLst>
              <a:path w="129316" h="129316">
                <a:moveTo>
                  <a:pt x="0" y="86210"/>
                </a:moveTo>
                <a:lnTo>
                  <a:pt x="129316" y="129316"/>
                </a:lnTo>
                <a:lnTo>
                  <a:pt x="862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69" name="dp43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794D97A2-C432-42C1-9914-BE95605F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038475"/>
            <a:ext cx="1247775" cy="828675"/>
          </a:xfrm>
          <a:custGeom xmlns:a="http://schemas.openxmlformats.org/drawingml/2006/main">
            <a:pathLst>
              <a:path w="1247775" h="828675">
                <a:moveTo>
                  <a:pt x="1104900" y="0"/>
                </a:moveTo>
                <a:lnTo>
                  <a:pt x="1104900" y="266700"/>
                </a:lnTo>
                <a:lnTo>
                  <a:pt x="1247775" y="266700"/>
                </a:lnTo>
                <a:lnTo>
                  <a:pt x="1247775" y="781050"/>
                </a:lnTo>
                <a:lnTo>
                  <a:pt x="0" y="781050"/>
                </a:lnTo>
                <a:lnTo>
                  <a:pt x="0" y="8286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0" name="dp43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C0327362-6433-401D-A2AC-E1C24FF1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37452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1" name="dp43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7B92D5FA-50D3-4352-A1A7-B9A7C6F4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5286375"/>
            <a:ext cx="953" cy="114300"/>
          </a:xfrm>
          <a:custGeom xmlns:a="http://schemas.openxmlformats.org/drawingml/2006/main"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72" name="dp43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0561A06D-B9D5-4BD0-934C-8585561E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2190" y="52787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73" name="dp43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619982AC-D111-4772-BAAE-615FFCC1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038475"/>
            <a:ext cx="7791450" cy="742950"/>
          </a:xfrm>
          <a:custGeom xmlns:a="http://schemas.openxmlformats.org/drawingml/2006/main">
            <a:pathLst>
              <a:path w="7791450" h="742950">
                <a:moveTo>
                  <a:pt x="0" y="742950"/>
                </a:moveTo>
                <a:lnTo>
                  <a:pt x="7791450" y="742950"/>
                </a:lnTo>
                <a:lnTo>
                  <a:pt x="7791450" y="266700"/>
                </a:lnTo>
                <a:lnTo>
                  <a:pt x="6743700" y="266700"/>
                </a:lnTo>
                <a:lnTo>
                  <a:pt x="6743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4" name="dp43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2ECE60D5-0B27-4F4D-B526-A4346235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6840" y="30384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75" name="dp43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517C59E6-1B68-4117-B394-CDBD2AC5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290513"/>
          </a:xfrm>
          <a:custGeom xmlns:a="http://schemas.openxmlformats.org/drawingml/2006/main">
            <a:pathLst>
              <a:path w="95250" h="290513">
                <a:moveTo>
                  <a:pt x="95250" y="290513"/>
                </a:moveTo>
                <a:lnTo>
                  <a:pt x="0" y="29051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6" name="dp43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5109BA44-1FBB-4378-9128-A4BA0010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947738"/>
          </a:xfrm>
          <a:custGeom xmlns:a="http://schemas.openxmlformats.org/drawingml/2006/main">
            <a:pathLst>
              <a:path w="95250" h="947738">
                <a:moveTo>
                  <a:pt x="95250" y="947738"/>
                </a:moveTo>
                <a:lnTo>
                  <a:pt x="0" y="9477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7" name="dp43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02A299C3-2719-4CB2-95F6-8EAB2118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781425"/>
            <a:ext cx="95250" cy="1604963"/>
          </a:xfrm>
          <a:custGeom xmlns:a="http://schemas.openxmlformats.org/drawingml/2006/main">
            <a:pathLst>
              <a:path w="95250" h="1604963">
                <a:moveTo>
                  <a:pt x="95250" y="1604963"/>
                </a:moveTo>
                <a:lnTo>
                  <a:pt x="0" y="160496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8" name="dp43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0CD81CD4-DEB8-4CAC-8BC7-2DEB917C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290513"/>
          </a:xfrm>
          <a:custGeom xmlns:a="http://schemas.openxmlformats.org/drawingml/2006/main">
            <a:pathLst>
              <a:path w="247650" h="290513">
                <a:moveTo>
                  <a:pt x="0" y="290513"/>
                </a:moveTo>
                <a:lnTo>
                  <a:pt x="247650" y="29051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79" name="dp43-comparison / n168 / path">
            <a:extLst xmlns:a="http://schemas.openxmlformats.org/drawingml/2006/main">
              <a:ext uri="{FF2B5EF4-FFF2-40B4-BE49-F238E27FC236}">
                <a16:creationId xmlns:a16="http://schemas.microsoft.com/office/drawing/2014/main" id="{2E29ADFE-94CB-47A3-9138-EAAEDF6A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947738"/>
          </a:xfrm>
          <a:custGeom xmlns:a="http://schemas.openxmlformats.org/drawingml/2006/main">
            <a:pathLst>
              <a:path w="247650" h="947738">
                <a:moveTo>
                  <a:pt x="0" y="947738"/>
                </a:moveTo>
                <a:lnTo>
                  <a:pt x="247650" y="947738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0" name="dp43-comparison / n169 / path">
            <a:extLst xmlns:a="http://schemas.openxmlformats.org/drawingml/2006/main">
              <a:ext uri="{FF2B5EF4-FFF2-40B4-BE49-F238E27FC236}">
                <a16:creationId xmlns:a16="http://schemas.microsoft.com/office/drawing/2014/main" id="{652D0AC7-7577-4E8D-B6BC-879F19C2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7900" y="3781425"/>
            <a:ext cx="247650" cy="1604963"/>
          </a:xfrm>
          <a:custGeom xmlns:a="http://schemas.openxmlformats.org/drawingml/2006/main">
            <a:pathLst>
              <a:path w="247650" h="1604963">
                <a:moveTo>
                  <a:pt x="0" y="1604963"/>
                </a:moveTo>
                <a:lnTo>
                  <a:pt x="247650" y="1604963"/>
                </a:ln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81" name="dp43-comparison / n176">
            <a:extLst xmlns:a="http://schemas.openxmlformats.org/drawingml/2006/main">
              <a:ext uri="{FF2B5EF4-FFF2-40B4-BE49-F238E27FC236}">
                <a16:creationId xmlns:a16="http://schemas.microsoft.com/office/drawing/2014/main" id="{199F5CC2-6948-45C1-B704-DCD91EC6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24625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3-comparison / n177 / text 1">
            <a:extLst xmlns:a="http://schemas.openxmlformats.org/drawingml/2006/main">
              <a:ext uri="{FF2B5EF4-FFF2-40B4-BE49-F238E27FC236}">
                <a16:creationId xmlns:a16="http://schemas.microsoft.com/office/drawing/2014/main" id="{2039EF21-1813-4FD4-BCE8-8E42BDD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598920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3" name="dp43-comparison / n178">
            <a:extLst xmlns:a="http://schemas.openxmlformats.org/drawingml/2006/main">
              <a:ext uri="{FF2B5EF4-FFF2-40B4-BE49-F238E27FC236}">
                <a16:creationId xmlns:a16="http://schemas.microsoft.com/office/drawing/2014/main" id="{D27BB841-9FD8-49A1-8FD0-2AE0FDD2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6505575"/>
            <a:ext cx="2190750" cy="4095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3-comparison / n179 / text 1">
            <a:extLst xmlns:a="http://schemas.openxmlformats.org/drawingml/2006/main">
              <a:ext uri="{FF2B5EF4-FFF2-40B4-BE49-F238E27FC236}">
                <a16:creationId xmlns:a16="http://schemas.microsoft.com/office/drawing/2014/main" id="{69B887C0-3941-470A-BEBE-32B54ABD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6667500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State Store</a:t>
            </a:r>
          </a:p>
        </p:txBody>
      </p:sp>
      <p:sp>
        <p:nvSpPr>
          <p:cNvPr id="185" name="dp43-comparison / n180">
            <a:extLst xmlns:a="http://schemas.openxmlformats.org/drawingml/2006/main">
              <a:ext uri="{FF2B5EF4-FFF2-40B4-BE49-F238E27FC236}">
                <a16:creationId xmlns:a16="http://schemas.microsoft.com/office/drawing/2014/main" id="{3888F41F-A18F-4F23-8230-C1AA5B21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6524625"/>
            <a:ext cx="19812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6" name="dp43-comparison / n181 / text 1">
            <a:extLst xmlns:a="http://schemas.openxmlformats.org/drawingml/2006/main">
              <a:ext uri="{FF2B5EF4-FFF2-40B4-BE49-F238E27FC236}">
                <a16:creationId xmlns:a16="http://schemas.microsoft.com/office/drawing/2014/main" id="{D9F676B5-9113-481D-B865-D303B976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598920"/>
            <a:ext cx="18097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Policy Manager</a:t>
            </a:r>
          </a:p>
        </p:txBody>
      </p:sp>
      <p:sp>
        <p:nvSpPr>
          <p:cNvPr id="187" name="dp43-comparison / n182 / path">
            <a:extLst xmlns:a="http://schemas.openxmlformats.org/drawingml/2006/main">
              <a:ext uri="{FF2B5EF4-FFF2-40B4-BE49-F238E27FC236}">
                <a16:creationId xmlns:a16="http://schemas.microsoft.com/office/drawing/2014/main" id="{7D15D4CC-2D22-4A87-9B2F-86FC23E5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810250"/>
            <a:ext cx="2676525" cy="714375"/>
          </a:xfrm>
          <a:custGeom xmlns:a="http://schemas.openxmlformats.org/drawingml/2006/main">
            <a:pathLst>
              <a:path w="2676525" h="714375">
                <a:moveTo>
                  <a:pt x="2676525" y="0"/>
                </a:moveTo>
                <a:lnTo>
                  <a:pt x="2676525" y="647700"/>
                </a:lnTo>
                <a:lnTo>
                  <a:pt x="0" y="647700"/>
                </a:ln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88" name="dp43-comparison / n182 / arrow">
            <a:extLst xmlns:a="http://schemas.openxmlformats.org/drawingml/2006/main">
              <a:ext uri="{FF2B5EF4-FFF2-40B4-BE49-F238E27FC236}">
                <a16:creationId xmlns:a16="http://schemas.microsoft.com/office/drawing/2014/main" id="{61C5F088-728B-4A47-9944-C0B39B74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5665" y="6402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89" name="dp43-comparison / n183 / path">
            <a:extLst xmlns:a="http://schemas.openxmlformats.org/drawingml/2006/main">
              <a:ext uri="{FF2B5EF4-FFF2-40B4-BE49-F238E27FC236}">
                <a16:creationId xmlns:a16="http://schemas.microsoft.com/office/drawing/2014/main" id="{9AB1FC23-7B56-46A0-86F6-D3CE922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48425"/>
            <a:ext cx="3381375" cy="261938"/>
          </a:xfrm>
          <a:custGeom xmlns:a="http://schemas.openxmlformats.org/drawingml/2006/main">
            <a:pathLst>
              <a:path w="3381375" h="261938">
                <a:moveTo>
                  <a:pt x="3381375" y="261938"/>
                </a:moveTo>
                <a:lnTo>
                  <a:pt x="3181350" y="257175"/>
                </a:lnTo>
                <a:lnTo>
                  <a:pt x="3181350" y="0"/>
                </a:lnTo>
                <a:lnTo>
                  <a:pt x="180975" y="0"/>
                </a:lnTo>
                <a:lnTo>
                  <a:pt x="180975" y="257175"/>
                </a:lnTo>
                <a:lnTo>
                  <a:pt x="0" y="2619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0" name="dp43-comparison / n183 / arrow">
            <a:extLst xmlns:a="http://schemas.openxmlformats.org/drawingml/2006/main">
              <a:ext uri="{FF2B5EF4-FFF2-40B4-BE49-F238E27FC236}">
                <a16:creationId xmlns:a16="http://schemas.microsoft.com/office/drawing/2014/main" id="{21880109-FDF5-46CD-BEFF-606C9B0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646216"/>
            <a:ext cx="123481" cy="121878"/>
          </a:xfrm>
          <a:custGeom xmlns:a="http://schemas.openxmlformats.org/drawingml/2006/main">
            <a:pathLst>
              <a:path w="123481" h="121878">
                <a:moveTo>
                  <a:pt x="120274" y="0"/>
                </a:moveTo>
                <a:lnTo>
                  <a:pt x="0" y="64146"/>
                </a:lnTo>
                <a:lnTo>
                  <a:pt x="123481" y="121878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1" name="dp43-comparison / n184 / path">
            <a:extLst xmlns:a="http://schemas.openxmlformats.org/drawingml/2006/main">
              <a:ext uri="{FF2B5EF4-FFF2-40B4-BE49-F238E27FC236}">
                <a16:creationId xmlns:a16="http://schemas.microsoft.com/office/drawing/2014/main" id="{2C45C60E-A4F7-4EC3-8F95-62B1D9EE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71036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155A4"/>
            </a:solidFill>
            <a:prstDash val="solid"/>
          </a:ln>
        </p:spPr>
      </p:sp>
      <p:sp>
        <p:nvSpPr>
          <p:cNvPr id="192" name="dp43-comparison / n184 / arrow">
            <a:extLst xmlns:a="http://schemas.openxmlformats.org/drawingml/2006/main">
              <a:ext uri="{FF2B5EF4-FFF2-40B4-BE49-F238E27FC236}">
                <a16:creationId xmlns:a16="http://schemas.microsoft.com/office/drawing/2014/main" id="{F4992BCB-F9F6-4604-A0AF-EA80CC1C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4455" y="664940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7155A4"/>
            </a:solidFill>
            <a:prstDash val="solid"/>
          </a:ln>
        </p:spPr>
      </p:sp>
      <p:sp>
        <p:nvSpPr>
          <p:cNvPr id="193" name="dp43-comparison / n110">
            <a:extLst xmlns:a="http://schemas.openxmlformats.org/drawingml/2006/main">
              <a:ext uri="{FF2B5EF4-FFF2-40B4-BE49-F238E27FC236}">
                <a16:creationId xmlns:a16="http://schemas.microsoft.com/office/drawing/2014/main" id="{59E3D6F9-1859-4023-A0C5-FBA35857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00300"/>
            <a:ext cx="253422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3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DA16DB87-9375-4190-8F80-D205C360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09825"/>
            <a:ext cx="26670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확정 User Turn / 새 Request</a:t>
            </a:r>
          </a:p>
        </p:txBody>
      </p:sp>
      <p:sp>
        <p:nvSpPr>
          <p:cNvPr id="195" name="dp43-comparison / n112">
            <a:extLst xmlns:a="http://schemas.openxmlformats.org/drawingml/2006/main">
              <a:ext uri="{FF2B5EF4-FFF2-40B4-BE49-F238E27FC236}">
                <a16:creationId xmlns:a16="http://schemas.microsoft.com/office/drawing/2014/main" id="{18E7C5C9-7475-46F5-B65C-7CCB800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076575"/>
            <a:ext cx="20383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3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C25C2888-18CE-490A-85BA-3B35D650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3086100"/>
            <a:ext cx="2000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공유 Omni 1벌 / 역할별 KV</a:t>
            </a:r>
          </a:p>
        </p:txBody>
      </p:sp>
      <p:sp>
        <p:nvSpPr>
          <p:cNvPr id="197" name="dp43-comparison / n115">
            <a:extLst xmlns:a="http://schemas.openxmlformats.org/drawingml/2006/main">
              <a:ext uri="{FF2B5EF4-FFF2-40B4-BE49-F238E27FC236}">
                <a16:creationId xmlns:a16="http://schemas.microsoft.com/office/drawing/2014/main" id="{B3EFDC7C-9966-44C1-AF60-71574102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438400"/>
            <a:ext cx="381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3-comparison / n116 / text 1">
            <a:extLst xmlns:a="http://schemas.openxmlformats.org/drawingml/2006/main">
              <a:ext uri="{FF2B5EF4-FFF2-40B4-BE49-F238E27FC236}">
                <a16:creationId xmlns:a16="http://schemas.microsoft.com/office/drawing/2014/main" id="{27E9CD83-C673-4D11-950D-FA06F15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2447925"/>
            <a:ext cx="1238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원문</a:t>
            </a:r>
          </a:p>
        </p:txBody>
      </p:sp>
      <p:sp>
        <p:nvSpPr>
          <p:cNvPr id="199" name="dp43-comparison / n117">
            <a:extLst xmlns:a="http://schemas.openxmlformats.org/drawingml/2006/main">
              <a:ext uri="{FF2B5EF4-FFF2-40B4-BE49-F238E27FC236}">
                <a16:creationId xmlns:a16="http://schemas.microsoft.com/office/drawing/2014/main" id="{906721D0-0830-4B2E-B9D2-2BC40D7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95625"/>
            <a:ext cx="49834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3-comparison / n118 / text 1">
            <a:extLst xmlns:a="http://schemas.openxmlformats.org/drawingml/2006/main">
              <a:ext uri="{FF2B5EF4-FFF2-40B4-BE49-F238E27FC236}">
                <a16:creationId xmlns:a16="http://schemas.microsoft.com/office/drawing/2014/main" id="{5C096091-F0C9-411C-B896-C9A68EB4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05150"/>
            <a:ext cx="5334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 읽기: Context Manager 정보 / Task Manager의 Task 후보</a:t>
            </a:r>
          </a:p>
        </p:txBody>
      </p:sp>
      <p:sp>
        <p:nvSpPr>
          <p:cNvPr id="201" name="dp43-comparison / n127">
            <a:extLst xmlns:a="http://schemas.openxmlformats.org/drawingml/2006/main">
              <a:ext uri="{FF2B5EF4-FFF2-40B4-BE49-F238E27FC236}">
                <a16:creationId xmlns:a16="http://schemas.microsoft.com/office/drawing/2014/main" id="{3EF69166-1E93-4887-8A80-09A080B3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3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F363194B-7DDB-4F2E-988C-CF6B403A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F1 목표와 완료 조건</a:t>
            </a:r>
          </a:p>
        </p:txBody>
      </p:sp>
      <p:sp>
        <p:nvSpPr>
          <p:cNvPr id="203" name="dp43-comparison / n133">
            <a:extLst xmlns:a="http://schemas.openxmlformats.org/drawingml/2006/main">
              <a:ext uri="{FF2B5EF4-FFF2-40B4-BE49-F238E27FC236}">
                <a16:creationId xmlns:a16="http://schemas.microsoft.com/office/drawing/2014/main" id="{28AA289A-8779-4251-AAFB-7A86161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943475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3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5909F096-5C10-4318-92A9-D893E377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F2 표와 결론의 범위</a:t>
            </a:r>
          </a:p>
        </p:txBody>
      </p:sp>
      <p:sp>
        <p:nvSpPr>
          <p:cNvPr id="205" name="dp43-comparison / n139">
            <a:extLst xmlns:a="http://schemas.openxmlformats.org/drawingml/2006/main">
              <a:ext uri="{FF2B5EF4-FFF2-40B4-BE49-F238E27FC236}">
                <a16:creationId xmlns:a16="http://schemas.microsoft.com/office/drawing/2014/main" id="{B7824122-9DB2-498F-827D-EDF4A15C7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00700"/>
            <a:ext cx="226790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3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614780CE-0372-449F-9B25-F3E41F50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F3 Conversation / Task 연결</a:t>
            </a:r>
          </a:p>
        </p:txBody>
      </p:sp>
      <p:sp>
        <p:nvSpPr>
          <p:cNvPr id="207" name="dp43-comparison / n145">
            <a:extLst xmlns:a="http://schemas.openxmlformats.org/drawingml/2006/main">
              <a:ext uri="{FF2B5EF4-FFF2-40B4-BE49-F238E27FC236}">
                <a16:creationId xmlns:a16="http://schemas.microsoft.com/office/drawing/2014/main" id="{D2D236D1-AD92-4E06-98F4-45039BB9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286250"/>
            <a:ext cx="14906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p43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2CBD6C8C-E815-4D9B-8F27-857F1CEF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29577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F4 조건과 의존 관계</a:t>
            </a:r>
          </a:p>
        </p:txBody>
      </p:sp>
      <p:sp>
        <p:nvSpPr>
          <p:cNvPr id="209" name="dp43-comparison / n151">
            <a:extLst xmlns:a="http://schemas.openxmlformats.org/drawingml/2006/main">
              <a:ext uri="{FF2B5EF4-FFF2-40B4-BE49-F238E27FC236}">
                <a16:creationId xmlns:a16="http://schemas.microsoft.com/office/drawing/2014/main" id="{60F58148-4DB0-464B-9349-E5A9376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4943475"/>
            <a:ext cx="170211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p43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6193638C-B63B-4451-AA67-C399B1BA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953000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F5 PDF 유지 / 결론→표</a:t>
            </a:r>
          </a:p>
        </p:txBody>
      </p:sp>
      <p:sp>
        <p:nvSpPr>
          <p:cNvPr id="211" name="dp43-comparison / n157">
            <a:extLst xmlns:a="http://schemas.openxmlformats.org/drawingml/2006/main">
              <a:ext uri="{FF2B5EF4-FFF2-40B4-BE49-F238E27FC236}">
                <a16:creationId xmlns:a16="http://schemas.microsoft.com/office/drawing/2014/main" id="{53561FB5-467C-46F1-A9D7-C8D66880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600700"/>
            <a:ext cx="222218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p43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BD8E7D27-8B4F-479F-95A3-C23C36B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610225"/>
            <a:ext cx="2305050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F6 Delegation / 질문 / 대기</a:t>
            </a:r>
          </a:p>
        </p:txBody>
      </p:sp>
      <p:sp>
        <p:nvSpPr>
          <p:cNvPr id="213" name="dp43-comparison / n170">
            <a:extLst xmlns:a="http://schemas.openxmlformats.org/drawingml/2006/main">
              <a:ext uri="{FF2B5EF4-FFF2-40B4-BE49-F238E27FC236}">
                <a16:creationId xmlns:a16="http://schemas.microsoft.com/office/drawing/2014/main" id="{2F018FCF-1D10-4D6B-8024-916BEF2B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3475" y="3514725"/>
            <a:ext cx="264223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p43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521E791C-2631-47A5-B561-71756D8D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524250"/>
            <a:ext cx="49625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각 F1~F6 생산자의 모델 호출 / 반환</a:t>
            </a:r>
          </a:p>
        </p:txBody>
      </p:sp>
      <p:sp>
        <p:nvSpPr>
          <p:cNvPr id="215" name="dp43-comparison / n172">
            <a:extLst xmlns:a="http://schemas.openxmlformats.org/drawingml/2006/main">
              <a:ext uri="{FF2B5EF4-FFF2-40B4-BE49-F238E27FC236}">
                <a16:creationId xmlns:a16="http://schemas.microsoft.com/office/drawing/2014/main" id="{4F19718F-18A0-43B9-B06E-44E87F5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810250"/>
            <a:ext cx="546201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p43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A80319A2-063E-4EB7-B503-51369D1C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819775"/>
            <a:ext cx="75057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실선 제안 / 점선 원생산자 재판단 / Coordinator의 의미 덮어쓰기 금지</a:t>
            </a:r>
          </a:p>
        </p:txBody>
      </p:sp>
      <p:sp>
        <p:nvSpPr>
          <p:cNvPr id="217" name="dp43-comparison / n174">
            <a:extLst xmlns:a="http://schemas.openxmlformats.org/drawingml/2006/main">
              <a:ext uri="{FF2B5EF4-FFF2-40B4-BE49-F238E27FC236}">
                <a16:creationId xmlns:a16="http://schemas.microsoft.com/office/drawing/2014/main" id="{2ACEB2E0-17BC-401C-B012-026BC86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00750"/>
            <a:ext cx="646576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p43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599EBC12-6A81-4C25-B963-61BDD9A9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010275"/>
            <a:ext cx="7715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7155A4"/>
                </a:solidFill>
                <a:latin typeface="Apple SD Gothic Neo"/>
                <a:ea typeface="Apple SD Gothic Neo"/>
                <a:cs typeface="Apple SD Gothic Neo"/>
              </a:rPr>
              <a:t>정정: F2와 F5 재판단 → F4 갱신 / Task Association은 입력 전제가 아닌 결과</a:t>
            </a:r>
          </a:p>
        </p:txBody>
      </p:sp>
      <p:sp>
        <p:nvSpPr>
          <p:cNvPr id="219" name="dp43-comparison / n185">
            <a:extLst xmlns:a="http://schemas.openxmlformats.org/drawingml/2006/main">
              <a:ext uri="{FF2B5EF4-FFF2-40B4-BE49-F238E27FC236}">
                <a16:creationId xmlns:a16="http://schemas.microsoft.com/office/drawing/2014/main" id="{5261F6FD-4669-42FA-8245-98290773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200775"/>
            <a:ext cx="358444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p43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F412AD54-6CD1-4A5B-BB1E-A07FC70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6210300"/>
            <a:ext cx="5029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검사: 입력 / 정보 / Task / 질문 / 권한</a:t>
            </a:r>
          </a:p>
        </p:txBody>
      </p:sp>
      <p:sp>
        <p:nvSpPr>
          <p:cNvPr id="221" name="dp43-comparison / n187">
            <a:extLst xmlns:a="http://schemas.openxmlformats.org/drawingml/2006/main">
              <a:ext uri="{FF2B5EF4-FFF2-40B4-BE49-F238E27FC236}">
                <a16:creationId xmlns:a16="http://schemas.microsoft.com/office/drawing/2014/main" id="{ED1DD305-0AC9-4EA0-B33D-57397B85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6981825"/>
            <a:ext cx="3221736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3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95771015-49ED-4317-AF8D-D8F3E19B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991350"/>
            <a:ext cx="44005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의미와 질문 / 임시 해석 상태와 별도</a:t>
            </a:r>
          </a:p>
        </p:txBody>
      </p:sp>
      <p:sp>
        <p:nvSpPr>
          <p:cNvPr id="223" name="dp43-comparison / n189">
            <a:extLst xmlns:a="http://schemas.openxmlformats.org/drawingml/2006/main">
              <a:ext uri="{FF2B5EF4-FFF2-40B4-BE49-F238E27FC236}">
                <a16:creationId xmlns:a16="http://schemas.microsoft.com/office/drawing/2014/main" id="{CE44227E-5BD3-4F24-97C9-3BFC58EF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200900"/>
            <a:ext cx="732396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3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2A656D0F-4B45-454E-8091-361311E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21042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채택 후: Response Manager → Interaction Manager / Task Manager → Agent Gateway</a:t>
            </a:r>
          </a:p>
        </p:txBody>
      </p:sp>
      <p:sp>
        <p:nvSpPr>
          <p:cNvPr id="225" name="dp43-comparison / n191">
            <a:extLst xmlns:a="http://schemas.openxmlformats.org/drawingml/2006/main">
              <a:ext uri="{FF2B5EF4-FFF2-40B4-BE49-F238E27FC236}">
                <a16:creationId xmlns:a16="http://schemas.microsoft.com/office/drawing/2014/main" id="{F1887236-ED30-46AE-A467-27D96D8A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91400"/>
            <a:ext cx="60563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p43-comparison / n192 / text 1">
            <a:extLst xmlns:a="http://schemas.openxmlformats.org/drawingml/2006/main">
              <a:ext uri="{FF2B5EF4-FFF2-40B4-BE49-F238E27FC236}">
                <a16:creationId xmlns:a16="http://schemas.microsoft.com/office/drawing/2014/main" id="{E4A3E92F-C34F-43CC-AEDF-912160BC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400925"/>
            <a:ext cx="76962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 질문의 실제 전달과 새 답변 / Downstream Agent 접수와 결과의 별도 확인</a:t>
            </a:r>
          </a:p>
        </p:txBody>
      </p:sp>
    </p:spTree>
    <p:extLst>
      <p:ext uri="{BB962C8B-B14F-4D97-AF65-F5344CB8AC3E}">
        <p14:creationId xmlns:p14="http://schemas.microsoft.com/office/powerpoint/2010/main" val="448573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dp44-background / n1">
            <a:extLst xmlns:a="http://schemas.openxmlformats.org/drawingml/2006/main">
              <a:ext uri="{FF2B5EF4-FFF2-40B4-BE49-F238E27FC236}">
                <a16:creationId xmlns:a16="http://schemas.microsoft.com/office/drawing/2014/main" id="{05F03A47-A940-446B-ACE0-F3F987A5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030CF5EC-A46D-4766-B970-0192BF3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4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F4355F99-F75D-4DB0-960A-6A5E13F3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04-44</a:t>
            </a:r>
          </a:p>
        </p:txBody>
      </p:sp>
      <p:sp>
        <p:nvSpPr>
          <p:cNvPr id="4" name="dp44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335D7EF7-085C-4C37-AF79-85D86605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965C69A1-6EDF-4B35-A298-A2AB166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background / n6">
            <a:extLst xmlns:a="http://schemas.openxmlformats.org/drawingml/2006/main">
              <a:ext uri="{FF2B5EF4-FFF2-40B4-BE49-F238E27FC236}">
                <a16:creationId xmlns:a16="http://schemas.microsoft.com/office/drawing/2014/main" id="{66E5C016-8FE2-4108-B232-C442F69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4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6706F6FC-EA75-404D-B04F-2564D54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누락과 현재 대화에 맞지 않는 Response 전달 위험</a:t>
            </a:r>
          </a:p>
        </p:txBody>
      </p:sp>
      <p:sp>
        <p:nvSpPr>
          <p:cNvPr id="8" name="dp44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5BE66F00-F4FF-4824-BBC1-E35C97C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4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58403274-1687-4E4B-ABBF-1E24219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4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AA3E4F99-EF3B-44A1-A36C-59CC9A3E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4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402D9A69-6365-46B1-8C9E-4905D01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4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88C89223-0BD6-4651-8DFD-9C106800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겹친 사건의 후속 실행과 전달을 이어가는 실행 구조 설계</a:t>
            </a:r>
          </a:p>
        </p:txBody>
      </p:sp>
      <p:sp>
        <p:nvSpPr>
          <p:cNvPr id="13" name="dp44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7BD8601F-1B74-451C-A09E-90EB1AF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반응성 / 기능 정확성 / 자원 활용성</a:t>
            </a:r>
          </a:p>
        </p:txBody>
      </p:sp>
      <p:sp>
        <p:nvSpPr>
          <p:cNvPr id="14" name="dp44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1232A27D-644D-4B8B-A6DE-3FD5395A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5" name="dp44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92FCFA1D-0268-4071-997C-C1BF78F6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처음 / “보고서 내용 설명해주고, 내일 회의 안내 메일 초안도 만들어줘.”</a:t>
            </a:r>
          </a:p>
        </p:txBody>
      </p:sp>
      <p:sp>
        <p:nvSpPr>
          <p:cNvPr id="16" name="dp44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F3E94EDE-A7F2-4F49-A4F7-45D62648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처리 시작</a:t>
            </a:r>
          </a:p>
        </p:txBody>
      </p:sp>
      <p:sp>
        <p:nvSpPr>
          <p:cNvPr id="17" name="dp44-background / n17 / text 1">
            <a:extLst xmlns:a="http://schemas.openxmlformats.org/drawingml/2006/main">
              <a:ext uri="{FF2B5EF4-FFF2-40B4-BE49-F238E27FC236}">
                <a16:creationId xmlns:a16="http://schemas.microsoft.com/office/drawing/2014/main" id="{DD137E3D-D57A-4DBC-A525-58554861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설명 도중 / 두 사건 도착</a:t>
            </a:r>
          </a:p>
        </p:txBody>
      </p:sp>
      <p:sp>
        <p:nvSpPr>
          <p:cNvPr id="18" name="dp44-background / n18 / text 1">
            <a:extLst xmlns:a="http://schemas.openxmlformats.org/drawingml/2006/main">
              <a:ext uri="{FF2B5EF4-FFF2-40B4-BE49-F238E27FC236}">
                <a16:creationId xmlns:a16="http://schemas.microsoft.com/office/drawing/2014/main" id="{472625F8-C885-4282-9954-46F59B6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5275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발화 해석 후</a:t>
            </a:r>
          </a:p>
        </p:txBody>
      </p:sp>
      <p:sp>
        <p:nvSpPr>
          <p:cNvPr id="19" name="dp44-background / n19 / path">
            <a:extLst xmlns:a="http://schemas.openxmlformats.org/drawingml/2006/main">
              <a:ext uri="{FF2B5EF4-FFF2-40B4-BE49-F238E27FC236}">
                <a16:creationId xmlns:a16="http://schemas.microsoft.com/office/drawing/2014/main" id="{A455F2E6-C4C9-407D-9CB8-95032A6F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0" name="dp44-background / n19 / arrow">
            <a:extLst xmlns:a="http://schemas.openxmlformats.org/drawingml/2006/main">
              <a:ext uri="{FF2B5EF4-FFF2-40B4-BE49-F238E27FC236}">
                <a16:creationId xmlns:a16="http://schemas.microsoft.com/office/drawing/2014/main" id="{9EB25B88-6F69-4BE9-B0A8-E7553101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1" name="dp44-background / n20 / path">
            <a:extLst xmlns:a="http://schemas.openxmlformats.org/drawingml/2006/main">
              <a:ext uri="{FF2B5EF4-FFF2-40B4-BE49-F238E27FC236}">
                <a16:creationId xmlns:a16="http://schemas.microsoft.com/office/drawing/2014/main" id="{C40FCBBB-8795-46AF-A3F2-FCEA5B2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05150"/>
            <a:ext cx="276225" cy="953"/>
          </a:xfrm>
          <a:custGeom xmlns:a="http://schemas.openxmlformats.org/drawingml/2006/main">
            <a:pathLst>
              <a:path w="276225" h="953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22" name="dp44-background / n20 / arrow">
            <a:extLst xmlns:a="http://schemas.openxmlformats.org/drawingml/2006/main">
              <a:ext uri="{FF2B5EF4-FFF2-40B4-BE49-F238E27FC236}">
                <a16:creationId xmlns:a16="http://schemas.microsoft.com/office/drawing/2014/main" id="{F79FF0C8-25E4-45D5-8C8B-5D2B8F96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044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3" name="dp44-background / n21">
            <a:extLst xmlns:a="http://schemas.openxmlformats.org/drawingml/2006/main">
              <a:ext uri="{FF2B5EF4-FFF2-40B4-BE49-F238E27FC236}">
                <a16:creationId xmlns:a16="http://schemas.microsoft.com/office/drawing/2014/main" id="{C9DC4C33-097E-47DC-BD5B-2A697C40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p44-background / n22">
            <a:extLst xmlns:a="http://schemas.openxmlformats.org/drawingml/2006/main">
              <a:ext uri="{FF2B5EF4-FFF2-40B4-BE49-F238E27FC236}">
                <a16:creationId xmlns:a16="http://schemas.microsoft.com/office/drawing/2014/main" id="{91CEA54F-448C-4EB4-B397-E3E98FAD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p44-background / n23">
            <a:extLst xmlns:a="http://schemas.openxmlformats.org/drawingml/2006/main">
              <a:ext uri="{FF2B5EF4-FFF2-40B4-BE49-F238E27FC236}">
                <a16:creationId xmlns:a16="http://schemas.microsoft.com/office/drawing/2014/main" id="{63EB6C00-BBE4-4020-A8A4-81E4EF01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25755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p44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A519F948-A8CD-49E2-84A3-340521D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27" name="dp44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6D41B394-5EDB-4C8B-B1EF-B7A892BC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중</a:t>
            </a:r>
          </a:p>
        </p:txBody>
      </p:sp>
      <p:sp>
        <p:nvSpPr>
          <p:cNvPr id="28" name="dp44-background / n26 / text 1">
            <a:extLst xmlns:a="http://schemas.openxmlformats.org/drawingml/2006/main">
              <a:ext uri="{FF2B5EF4-FFF2-40B4-BE49-F238E27FC236}">
                <a16:creationId xmlns:a16="http://schemas.microsoft.com/office/drawing/2014/main" id="{89A16B92-A09F-4B82-81EE-8800320B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 발화 계속 수신</a:t>
            </a:r>
          </a:p>
        </p:txBody>
      </p:sp>
      <p:sp>
        <p:nvSpPr>
          <p:cNvPr id="29" name="dp44-background / n27 / path">
            <a:extLst xmlns:a="http://schemas.openxmlformats.org/drawingml/2006/main">
              <a:ext uri="{FF2B5EF4-FFF2-40B4-BE49-F238E27FC236}">
                <a16:creationId xmlns:a16="http://schemas.microsoft.com/office/drawing/2014/main" id="{292A57BB-E1C3-4CE9-A572-FCE28163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953" cy="76200"/>
          </a:xfrm>
          <a:custGeom xmlns:a="http://schemas.openxmlformats.org/drawingml/2006/main">
            <a:pathLst>
              <a:path w="953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0" name="dp44-background / n28 / path">
            <a:extLst xmlns:a="http://schemas.openxmlformats.org/drawingml/2006/main">
              <a:ext uri="{FF2B5EF4-FFF2-40B4-BE49-F238E27FC236}">
                <a16:creationId xmlns:a16="http://schemas.microsoft.com/office/drawing/2014/main" id="{DD92437B-6D06-41C5-9F9F-B6894877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33950"/>
            <a:ext cx="953" cy="133350"/>
          </a:xfrm>
          <a:custGeom xmlns:a="http://schemas.openxmlformats.org/drawingml/2006/main">
            <a:pathLst>
              <a:path w="953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1" name="dp44-background / n29 / path">
            <a:extLst xmlns:a="http://schemas.openxmlformats.org/drawingml/2006/main">
              <a:ext uri="{FF2B5EF4-FFF2-40B4-BE49-F238E27FC236}">
                <a16:creationId xmlns:a16="http://schemas.microsoft.com/office/drawing/2014/main" id="{0697F05A-CB6F-4104-8CEB-3DD6B1D0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48225"/>
            <a:ext cx="953" cy="219075"/>
          </a:xfrm>
          <a:custGeom xmlns:a="http://schemas.openxmlformats.org/drawingml/2006/main">
            <a:pathLst>
              <a:path w="953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2" name="dp44-background / n30 / path">
            <a:extLst xmlns:a="http://schemas.openxmlformats.org/drawingml/2006/main">
              <a:ext uri="{FF2B5EF4-FFF2-40B4-BE49-F238E27FC236}">
                <a16:creationId xmlns:a16="http://schemas.microsoft.com/office/drawing/2014/main" id="{176A5095-7ABC-4E2A-9D60-AB4BD46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62525"/>
            <a:ext cx="953" cy="104775"/>
          </a:xfrm>
          <a:custGeom xmlns:a="http://schemas.openxmlformats.org/drawingml/2006/main"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3" name="dp44-background / n31 / path">
            <a:extLst xmlns:a="http://schemas.openxmlformats.org/drawingml/2006/main">
              <a:ext uri="{FF2B5EF4-FFF2-40B4-BE49-F238E27FC236}">
                <a16:creationId xmlns:a16="http://schemas.microsoft.com/office/drawing/2014/main" id="{B5D7748F-29C3-4EA6-B807-9668683E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895850"/>
            <a:ext cx="953" cy="171450"/>
          </a:xfrm>
          <a:custGeom xmlns:a="http://schemas.openxmlformats.org/drawingml/2006/main">
            <a:pathLst>
              <a:path w="953" h="171450">
                <a:moveTo>
                  <a:pt x="0" y="0"/>
                </a:moveTo>
                <a:lnTo>
                  <a:pt x="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4" name="dp44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5314C0F8-4B93-41E0-9D08-B59637E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4981575"/>
            <a:ext cx="953" cy="85725"/>
          </a:xfrm>
          <a:custGeom xmlns:a="http://schemas.openxmlformats.org/drawingml/2006/main">
            <a:pathLst>
              <a:path w="953" h="85725">
                <a:moveTo>
                  <a:pt x="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2858A5"/>
            </a:solidFill>
            <a:prstDash val="solid"/>
          </a:ln>
        </p:spPr>
      </p:sp>
      <p:sp>
        <p:nvSpPr>
          <p:cNvPr id="35" name="dp44-background / n33 / text 1">
            <a:extLst xmlns:a="http://schemas.openxmlformats.org/drawingml/2006/main">
              <a:ext uri="{FF2B5EF4-FFF2-40B4-BE49-F238E27FC236}">
                <a16:creationId xmlns:a16="http://schemas.microsoft.com/office/drawing/2014/main" id="{FA262AC7-3E5A-4F38-8BBD-C4CCC044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새 User Turn</a:t>
            </a:r>
          </a:p>
        </p:txBody>
      </p:sp>
      <p:sp>
        <p:nvSpPr>
          <p:cNvPr id="36" name="dp44-background / n34 / text 1">
            <a:extLst xmlns:a="http://schemas.openxmlformats.org/drawingml/2006/main">
              <a:ext uri="{FF2B5EF4-FFF2-40B4-BE49-F238E27FC236}">
                <a16:creationId xmlns:a16="http://schemas.microsoft.com/office/drawing/2014/main" id="{F3FD5EB0-65BE-40A3-BC0E-6C1544A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“잠깐, 표부터</a:t>
            </a:r>
          </a:p>
        </p:txBody>
      </p:sp>
      <p:sp>
        <p:nvSpPr>
          <p:cNvPr id="37" name="dp44-background / n34 / text 2">
            <a:extLst xmlns:a="http://schemas.openxmlformats.org/drawingml/2006/main">
              <a:ext uri="{FF2B5EF4-FFF2-40B4-BE49-F238E27FC236}">
                <a16:creationId xmlns:a16="http://schemas.microsoft.com/office/drawing/2014/main" id="{5462FEDB-A249-4AAE-9E67-A8908D50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10050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설명해줘.”</a:t>
            </a:r>
          </a:p>
        </p:txBody>
      </p:sp>
      <p:sp>
        <p:nvSpPr>
          <p:cNvPr id="38" name="dp44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7897E320-48E2-4917-AEF3-75AE64FC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음성 중단과 발화 해석</a:t>
            </a:r>
          </a:p>
        </p:txBody>
      </p:sp>
      <p:sp>
        <p:nvSpPr>
          <p:cNvPr id="39" name="dp44-background / n36 / text 1">
            <a:extLst xmlns:a="http://schemas.openxmlformats.org/drawingml/2006/main">
              <a:ext uri="{FF2B5EF4-FFF2-40B4-BE49-F238E27FC236}">
                <a16:creationId xmlns:a16="http://schemas.microsoft.com/office/drawing/2014/main" id="{2FD58D5E-59CB-4C78-9E54-09D9C50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242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Request의 Response</a:t>
            </a:r>
          </a:p>
        </p:txBody>
      </p:sp>
      <p:sp>
        <p:nvSpPr>
          <p:cNvPr id="40" name="dp44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49CD773A-DA1B-4784-9B79-A2B9A32C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52875"/>
            <a:ext cx="2952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설명으로 전환</a:t>
            </a:r>
          </a:p>
        </p:txBody>
      </p:sp>
      <p:sp>
        <p:nvSpPr>
          <p:cNvPr id="41" name="dp44-background / n38 / text 1">
            <a:extLst xmlns:a="http://schemas.openxmlformats.org/drawingml/2006/main">
              <a:ext uri="{FF2B5EF4-FFF2-40B4-BE49-F238E27FC236}">
                <a16:creationId xmlns:a16="http://schemas.microsoft.com/office/drawing/2014/main" id="{06AB74A2-A85F-4527-8D34-7BBEC7E9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Text 및 음성 전달</a:t>
            </a:r>
          </a:p>
        </p:txBody>
      </p:sp>
      <p:sp>
        <p:nvSpPr>
          <p:cNvPr id="42" name="dp44-background / n39 / text 1">
            <a:extLst xmlns:a="http://schemas.openxmlformats.org/drawingml/2006/main">
              <a:ext uri="{FF2B5EF4-FFF2-40B4-BE49-F238E27FC236}">
                <a16:creationId xmlns:a16="http://schemas.microsoft.com/office/drawing/2014/main" id="{ABF9CE6D-932F-43D8-93FC-88DC747E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572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메일 초안 Task / Downstream Agent의 작업 실행</a:t>
            </a:r>
          </a:p>
        </p:txBody>
      </p:sp>
      <p:sp>
        <p:nvSpPr>
          <p:cNvPr id="43" name="dp44-background / n40">
            <a:extLst xmlns:a="http://schemas.openxmlformats.org/drawingml/2006/main">
              <a:ext uri="{FF2B5EF4-FFF2-40B4-BE49-F238E27FC236}">
                <a16:creationId xmlns:a16="http://schemas.microsoft.com/office/drawing/2014/main" id="{636F9BA3-7A9D-4BE9-89EB-235ACDAB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p44-background / n41">
            <a:extLst xmlns:a="http://schemas.openxmlformats.org/drawingml/2006/main">
              <a:ext uri="{FF2B5EF4-FFF2-40B4-BE49-F238E27FC236}">
                <a16:creationId xmlns:a16="http://schemas.microsoft.com/office/drawing/2014/main" id="{98A7C5F7-4CB8-443B-9BE8-82E33FF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p44-background / n42">
            <a:extLst xmlns:a="http://schemas.openxmlformats.org/drawingml/2006/main">
              <a:ext uri="{FF2B5EF4-FFF2-40B4-BE49-F238E27FC236}">
                <a16:creationId xmlns:a16="http://schemas.microsoft.com/office/drawing/2014/main" id="{99EE1EB1-3480-4E09-8A67-124F6C1F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76950"/>
            <a:ext cx="32575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p44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5928AC6F-FCCB-4B40-9D6B-7E620530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Delegation 후 초안 작성</a:t>
            </a:r>
          </a:p>
        </p:txBody>
      </p:sp>
      <p:sp>
        <p:nvSpPr>
          <p:cNvPr id="47" name="dp44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EC0390E5-D61A-490A-8A80-E3353A6A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진행 중</a:t>
            </a:r>
          </a:p>
        </p:txBody>
      </p:sp>
      <p:sp>
        <p:nvSpPr>
          <p:cNvPr id="48" name="dp44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16B608AB-4F00-43B9-96BF-F3B7EE51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메일 Task의 질문 도착</a:t>
            </a:r>
          </a:p>
        </p:txBody>
      </p:sp>
      <p:sp>
        <p:nvSpPr>
          <p:cNvPr id="49" name="dp44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5B3811B6-AC43-49A9-95BF-3C2EBED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8655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“받는 사람은</a:t>
            </a:r>
          </a:p>
        </p:txBody>
      </p:sp>
      <p:sp>
        <p:nvSpPr>
          <p:cNvPr id="50" name="dp44-background / n46 / text 2">
            <a:extLst xmlns:a="http://schemas.openxmlformats.org/drawingml/2006/main">
              <a:ext uri="{FF2B5EF4-FFF2-40B4-BE49-F238E27FC236}">
                <a16:creationId xmlns:a16="http://schemas.microsoft.com/office/drawing/2014/main" id="{6D199F1B-0431-4197-A9CC-63360360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010400"/>
            <a:ext cx="295275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1" name="dp44-background / n47 / text 1">
            <a:extLst xmlns:a="http://schemas.openxmlformats.org/drawingml/2006/main">
              <a:ext uri="{FF2B5EF4-FFF2-40B4-BE49-F238E27FC236}">
                <a16:creationId xmlns:a16="http://schemas.microsoft.com/office/drawing/2014/main" id="{99208582-6FD9-48F0-AC3C-830AF153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248400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표 설명 후 메일 질문 전달</a:t>
            </a:r>
          </a:p>
        </p:txBody>
      </p:sp>
      <p:sp>
        <p:nvSpPr>
          <p:cNvPr id="52" name="dp44-background / n48 / text 1">
            <a:extLst xmlns:a="http://schemas.openxmlformats.org/drawingml/2006/main">
              <a:ext uri="{FF2B5EF4-FFF2-40B4-BE49-F238E27FC236}">
                <a16:creationId xmlns:a16="http://schemas.microsoft.com/office/drawing/2014/main" id="{8B08DF6F-0BF5-4D5D-B793-144464AD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68655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“메일 초안의 받는 사람은</a:t>
            </a:r>
          </a:p>
        </p:txBody>
      </p:sp>
      <p:sp>
        <p:nvSpPr>
          <p:cNvPr id="53" name="dp44-background / n48 / text 2">
            <a:extLst xmlns:a="http://schemas.openxmlformats.org/drawingml/2006/main">
              <a:ext uri="{FF2B5EF4-FFF2-40B4-BE49-F238E27FC236}">
                <a16:creationId xmlns:a16="http://schemas.microsoft.com/office/drawing/2014/main" id="{666EE0D9-CD1F-4A3D-AC0F-98B3B08A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972300"/>
            <a:ext cx="29527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누구인가요?”</a:t>
            </a:r>
          </a:p>
        </p:txBody>
      </p:sp>
      <p:sp>
        <p:nvSpPr>
          <p:cNvPr id="54" name="dp44-background / n49 / text 1">
            <a:extLst xmlns:a="http://schemas.openxmlformats.org/drawingml/2006/main">
              <a:ext uri="{FF2B5EF4-FFF2-40B4-BE49-F238E27FC236}">
                <a16:creationId xmlns:a16="http://schemas.microsoft.com/office/drawing/2014/main" id="{81A9D0AA-8432-4E21-A74E-5FEEAEBA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75335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Agent Execution / 답변 대기</a:t>
            </a:r>
          </a:p>
        </p:txBody>
      </p:sp>
      <p:sp>
        <p:nvSpPr>
          <p:cNvPr id="55" name="dp44-background / n50 / text 1">
            <a:extLst xmlns:a="http://schemas.openxmlformats.org/drawingml/2006/main">
              <a:ext uri="{FF2B5EF4-FFF2-40B4-BE49-F238E27FC236}">
                <a16:creationId xmlns:a16="http://schemas.microsoft.com/office/drawing/2014/main" id="{BA73B1A8-AAE8-4841-B4C4-3AD6FAC2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676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음성 중단 / Task 취소 의도 확인은 별도</a:t>
            </a:r>
          </a:p>
        </p:txBody>
      </p:sp>
      <p:sp>
        <p:nvSpPr>
          <p:cNvPr id="56" name="dp44-background / n51 / path">
            <a:extLst xmlns:a="http://schemas.openxmlformats.org/drawingml/2006/main">
              <a:ext uri="{FF2B5EF4-FFF2-40B4-BE49-F238E27FC236}">
                <a16:creationId xmlns:a16="http://schemas.microsoft.com/office/drawing/2014/main" id="{292F32B6-ED75-4CF6-B476-F7338AF7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7" name="dp44-background / n52 / path">
            <a:extLst xmlns:a="http://schemas.openxmlformats.org/drawingml/2006/main">
              <a:ext uri="{FF2B5EF4-FFF2-40B4-BE49-F238E27FC236}">
                <a16:creationId xmlns:a16="http://schemas.microsoft.com/office/drawing/2014/main" id="{A1B07C4A-61AD-48CD-B206-B154DADE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953" cy="4610100"/>
          </a:xfrm>
          <a:custGeom xmlns:a="http://schemas.openxmlformats.org/drawingml/2006/main">
            <a:pathLst>
              <a:path w="953" h="4610100">
                <a:moveTo>
                  <a:pt x="0" y="0"/>
                </a:moveTo>
                <a:lnTo>
                  <a:pt x="0" y="461010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dash"/>
          </a:ln>
        </p:spPr>
      </p:sp>
      <p:sp>
        <p:nvSpPr>
          <p:cNvPr id="58" name="dp44-background / n53 / text 1">
            <a:extLst xmlns:a="http://schemas.openxmlformats.org/drawingml/2006/main">
              <a:ext uri="{FF2B5EF4-FFF2-40B4-BE49-F238E27FC236}">
                <a16:creationId xmlns:a16="http://schemas.microsoft.com/office/drawing/2014/main" id="{A495774C-777C-4B60-BBC0-565A831D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수신과 중단의 우선 처리</a:t>
            </a:r>
          </a:p>
        </p:txBody>
      </p:sp>
      <p:sp>
        <p:nvSpPr>
          <p:cNvPr id="59" name="dp44-background / n54 / text 1">
            <a:extLst xmlns:a="http://schemas.openxmlformats.org/drawingml/2006/main">
              <a:ext uri="{FF2B5EF4-FFF2-40B4-BE49-F238E27FC236}">
                <a16:creationId xmlns:a16="http://schemas.microsoft.com/office/drawing/2014/main" id="{53E7A6A6-A34F-491C-8580-FBED20E1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긴 해석 중에도 새 발화의 수신과 음성 중단</a:t>
            </a:r>
          </a:p>
        </p:txBody>
      </p:sp>
      <p:sp>
        <p:nvSpPr>
          <p:cNvPr id="60" name="dp44-background / n55 / text 1">
            <a:extLst xmlns:a="http://schemas.openxmlformats.org/drawingml/2006/main">
              <a:ext uri="{FF2B5EF4-FFF2-40B4-BE49-F238E27FC236}">
                <a16:creationId xmlns:a16="http://schemas.microsoft.com/office/drawing/2014/main" id="{7285D237-2FA3-45E6-A45F-2FD8A09F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후속 실행과 대기 상태</a:t>
            </a:r>
          </a:p>
        </p:txBody>
      </p:sp>
      <p:sp>
        <p:nvSpPr>
          <p:cNvPr id="61" name="dp44-background / n56 / text 1">
            <a:extLst xmlns:a="http://schemas.openxmlformats.org/drawingml/2006/main">
              <a:ext uri="{FF2B5EF4-FFF2-40B4-BE49-F238E27FC236}">
                <a16:creationId xmlns:a16="http://schemas.microsoft.com/office/drawing/2014/main" id="{E66ADCB9-BE24-4483-9F1C-0434D40B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Request와 메일 질문의 처리 연결</a:t>
            </a:r>
          </a:p>
        </p:txBody>
      </p:sp>
      <p:sp>
        <p:nvSpPr>
          <p:cNvPr id="62" name="dp44-background / n57 / text 1">
            <a:extLst xmlns:a="http://schemas.openxmlformats.org/drawingml/2006/main">
              <a:ext uri="{FF2B5EF4-FFF2-40B4-BE49-F238E27FC236}">
                <a16:creationId xmlns:a16="http://schemas.microsoft.com/office/drawing/2014/main" id="{0AD72F62-5F63-4B73-B26B-6E2C3F46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현재성 확인과 실제 전달</a:t>
            </a:r>
          </a:p>
        </p:txBody>
      </p:sp>
      <p:sp>
        <p:nvSpPr>
          <p:cNvPr id="63" name="dp44-background / n58 / text 1">
            <a:extLst xmlns:a="http://schemas.openxmlformats.org/drawingml/2006/main">
              <a:ext uri="{FF2B5EF4-FFF2-40B4-BE49-F238E27FC236}">
                <a16:creationId xmlns:a16="http://schemas.microsoft.com/office/drawing/2014/main" id="{18B59BC4-6AE8-49FD-A0CA-AD9F0B1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전 Response 보류와 전달 차례 결정</a:t>
            </a:r>
          </a:p>
        </p:txBody>
      </p:sp>
    </p:spTree>
    <p:extLst>
      <p:ext uri="{BB962C8B-B14F-4D97-AF65-F5344CB8AC3E}">
        <p14:creationId xmlns:p14="http://schemas.microsoft.com/office/powerpoint/2010/main" val="2141970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dp44-comparison / n1">
            <a:extLst xmlns:a="http://schemas.openxmlformats.org/drawingml/2006/main">
              <a:ext uri="{FF2B5EF4-FFF2-40B4-BE49-F238E27FC236}">
                <a16:creationId xmlns:a16="http://schemas.microsoft.com/office/drawing/2014/main" id="{76A34FDB-65B4-494C-8179-719030FA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4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0B427C24-5F01-4E22-BBD4-F2B0B80A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4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70C753AF-69C6-48D9-9967-F60B0271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4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A7BD0D7D-8C21-4D74-A571-AE936674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04-44. 반응성을 위한 VIA 지속 입력과 Response 전달 설계</a:t>
            </a:r>
          </a:p>
        </p:txBody>
      </p:sp>
      <p:sp>
        <p:nvSpPr>
          <p:cNvPr id="5" name="dp44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6858D56F-614E-482A-B654-BE12392E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4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8B59B439-E57C-4311-BD93-0108FF3D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보고서 설명 도중 새 발화와 메일 질문 도착 / 표 설명 후 메일 질문 전달</a:t>
            </a:r>
          </a:p>
        </p:txBody>
      </p:sp>
      <p:sp>
        <p:nvSpPr>
          <p:cNvPr id="7" name="dp44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B5859600-CC77-4955-8593-B2F72182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4-comparison / n8 / text 1">
            <a:extLst xmlns:a="http://schemas.openxmlformats.org/drawingml/2006/main">
              <a:ext uri="{FF2B5EF4-FFF2-40B4-BE49-F238E27FC236}">
                <a16:creationId xmlns:a16="http://schemas.microsoft.com/office/drawing/2014/main" id="{F4B547F9-9050-4758-BE6E-3521866F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00200"/>
            <a:ext cx="145732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양안 공통: Agent Gateway ↔ Downstream Agent / Model Access ↔ 공유 Omni 1벌</a:t>
            </a:r>
          </a:p>
        </p:txBody>
      </p:sp>
      <p:sp>
        <p:nvSpPr>
          <p:cNvPr id="9" name="dp44-comparison / n9">
            <a:extLst xmlns:a="http://schemas.openxmlformats.org/drawingml/2006/main">
              <a:ext uri="{FF2B5EF4-FFF2-40B4-BE49-F238E27FC236}">
                <a16:creationId xmlns:a16="http://schemas.microsoft.com/office/drawing/2014/main" id="{851647A4-4F5E-4145-855E-ACC9C740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0" name="dp44-comparison / n10 / text 1">
            <a:extLst xmlns:a="http://schemas.openxmlformats.org/drawingml/2006/main">
              <a:ext uri="{FF2B5EF4-FFF2-40B4-BE49-F238E27FC236}">
                <a16:creationId xmlns:a16="http://schemas.microsoft.com/office/drawing/2014/main" id="{A0373507-5BC4-44AD-990A-FE76A771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1" name="dp44-comparison / n11">
            <a:extLst xmlns:a="http://schemas.openxmlformats.org/drawingml/2006/main">
              <a:ext uri="{FF2B5EF4-FFF2-40B4-BE49-F238E27FC236}">
                <a16:creationId xmlns:a16="http://schemas.microsoft.com/office/drawing/2014/main" id="{4C1EE5B0-2A19-4707-87A9-8D2D2752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2" name="dp44-comparison / n12 / text 1">
            <a:extLst xmlns:a="http://schemas.openxmlformats.org/drawingml/2006/main">
              <a:ext uri="{FF2B5EF4-FFF2-40B4-BE49-F238E27FC236}">
                <a16:creationId xmlns:a16="http://schemas.microsoft.com/office/drawing/2014/main" id="{4C2F4FF5-DD13-415B-B018-535E63D1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3" name="dp44-comparison / n13">
            <a:extLst xmlns:a="http://schemas.openxmlformats.org/drawingml/2006/main">
              <a:ext uri="{FF2B5EF4-FFF2-40B4-BE49-F238E27FC236}">
                <a16:creationId xmlns:a16="http://schemas.microsoft.com/office/drawing/2014/main" id="{904CEAC6-E1D8-410E-B5AE-4782ADF0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4" name="dp44-comparison / n14 / text 1">
            <a:extLst xmlns:a="http://schemas.openxmlformats.org/drawingml/2006/main">
              <a:ext uri="{FF2B5EF4-FFF2-40B4-BE49-F238E27FC236}">
                <a16:creationId xmlns:a16="http://schemas.microsoft.com/office/drawing/2014/main" id="{062A897B-E854-4D06-A3C6-CB4C42F3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5" name="dp44-comparison / n15">
            <a:extLst xmlns:a="http://schemas.openxmlformats.org/drawingml/2006/main">
              <a:ext uri="{FF2B5EF4-FFF2-40B4-BE49-F238E27FC236}">
                <a16:creationId xmlns:a16="http://schemas.microsoft.com/office/drawing/2014/main" id="{777DDD98-8345-4BAD-9CFD-0BC44B9F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6" name="dp44-comparison / n16 / text 1">
            <a:extLst xmlns:a="http://schemas.openxmlformats.org/drawingml/2006/main">
              <a:ext uri="{FF2B5EF4-FFF2-40B4-BE49-F238E27FC236}">
                <a16:creationId xmlns:a16="http://schemas.microsoft.com/office/drawing/2014/main" id="{D8B9DAC0-8765-4505-A9C3-D456C30E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7" name="dp44-comparison / n17">
            <a:extLst xmlns:a="http://schemas.openxmlformats.org/drawingml/2006/main">
              <a:ext uri="{FF2B5EF4-FFF2-40B4-BE49-F238E27FC236}">
                <a16:creationId xmlns:a16="http://schemas.microsoft.com/office/drawing/2014/main" id="{BB19BA10-E997-4A8D-89D0-A202162E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4-comparison / n18 / text 1">
            <a:extLst xmlns:a="http://schemas.openxmlformats.org/drawingml/2006/main">
              <a:ext uri="{FF2B5EF4-FFF2-40B4-BE49-F238E27FC236}">
                <a16:creationId xmlns:a16="http://schemas.microsoft.com/office/drawing/2014/main" id="{99C5008B-2C36-4659-BF30-F3C83E67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9" name="dp44-comparison / n18 / text 2">
            <a:extLst xmlns:a="http://schemas.openxmlformats.org/drawingml/2006/main">
              <a:ext uri="{FF2B5EF4-FFF2-40B4-BE49-F238E27FC236}">
                <a16:creationId xmlns:a16="http://schemas.microsoft.com/office/drawing/2014/main" id="{5EE18562-A839-47CB-9AFF-46D1E5FA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20" name="dp44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9A355828-3293-4944-BC6C-267B2183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4-comparison / n20 / path">
            <a:extLst xmlns:a="http://schemas.openxmlformats.org/drawingml/2006/main">
              <a:ext uri="{FF2B5EF4-FFF2-40B4-BE49-F238E27FC236}">
                <a16:creationId xmlns:a16="http://schemas.microsoft.com/office/drawing/2014/main" id="{1E60C974-FC67-4028-A0E3-452E0EE9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2" name="dp44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D66CFF6B-0C76-4ECD-9EEC-B2F485F2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중앙 비동기 Orchestration</a:t>
            </a:r>
          </a:p>
        </p:txBody>
      </p:sp>
      <p:sp>
        <p:nvSpPr>
          <p:cNvPr id="23" name="dp44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B90294EC-BFE4-4D76-A258-4EC98D92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집중된 실행 상태로 전체 메모리 13.3 GB (메모리 효율성 ↑)</a:t>
            </a:r>
          </a:p>
        </p:txBody>
      </p:sp>
      <p:sp>
        <p:nvSpPr>
          <p:cNvPr id="24" name="dp44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648411E5-8E3E-4F93-BBB4-A4A0702A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반환 회수와 재배정으로 p95 반응 지연 0.85 s (응답 신속성 ↓)</a:t>
            </a:r>
          </a:p>
        </p:txBody>
      </p:sp>
      <p:sp>
        <p:nvSpPr>
          <p:cNvPr id="25" name="dp44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83DDC0F2-21DF-48A6-A65B-AE4E933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교차 사건의 중앙 전이 변경, 평균 4.0개 (변경 용이성 ↓)</a:t>
            </a:r>
          </a:p>
        </p:txBody>
      </p:sp>
      <p:sp>
        <p:nvSpPr>
          <p:cNvPr id="26" name="dp44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1B4759CA-E330-4AA3-B5F8-5F0D3808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27" name="dp44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4CA56EE9-2049-4619-ADAA-121DBF19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8" name="dp44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E88A622F-016F-4701-96F2-06993AC9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0.85 s</a:t>
            </a:r>
          </a:p>
        </p:txBody>
      </p:sp>
      <p:sp>
        <p:nvSpPr>
          <p:cNvPr id="29" name="dp44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43ED3283-B6EC-4FE4-9A38-C89F1122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반응 지연 ↓</a:t>
            </a:r>
          </a:p>
        </p:txBody>
      </p:sp>
      <p:sp>
        <p:nvSpPr>
          <p:cNvPr id="30" name="dp44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EC80451E-56CE-49B3-A2A8-1B4D6ED2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31" name="dp44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956E12F9-CC1E-40F2-9126-083291AE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2" name="dp44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B3B88D08-FBF8-4BA7-A3BA-A0C9D5E0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4.0개</a:t>
            </a:r>
          </a:p>
        </p:txBody>
      </p:sp>
      <p:sp>
        <p:nvSpPr>
          <p:cNvPr id="33" name="dp44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557559E7-4A0F-4837-981D-0C5C47F8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34" name="dp44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D12E2DB8-95B0-4926-BE9B-1592CEFD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5" name="dp44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5F5C9144-DCCB-461B-97C0-D1061EF0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6" name="dp44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B6E9D8E9-8A63-4963-B595-9021AA8A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13.3 GB</a:t>
            </a:r>
          </a:p>
        </p:txBody>
      </p:sp>
      <p:sp>
        <p:nvSpPr>
          <p:cNvPr id="37" name="dp44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DA1AE724-8951-405F-B270-E545B201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8" name="dp44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7FFFFB87-6211-4DB5-9127-908E8A8D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반응형 Dataflow 실행</a:t>
            </a:r>
          </a:p>
        </p:txBody>
      </p:sp>
      <p:sp>
        <p:nvSpPr>
          <p:cNvPr id="39" name="dp44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EF3E1832-29C9-48B8-93B1-7A8592C2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사건의 직접 활성화로 p95 반응 지연 0.62 s (응답 신속성 ↑)</a:t>
            </a:r>
          </a:p>
        </p:txBody>
      </p:sp>
      <p:sp>
        <p:nvSpPr>
          <p:cNvPr id="40" name="dp44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41930FA5-0AE2-4F58-AF46-94A660CD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동일 schema 안의 단계 조합 변경, 평균 2.5개 (변경 용이성 ↑)</a:t>
            </a:r>
          </a:p>
        </p:txBody>
      </p:sp>
      <p:sp>
        <p:nvSpPr>
          <p:cNvPr id="41" name="dp44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286615F6-A657-4152-AED1-366944B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다수 window와 buffer로 전체 메모리 13.8 GB (메모리 효율성 ↓)</a:t>
            </a:r>
          </a:p>
        </p:txBody>
      </p:sp>
      <p:sp>
        <p:nvSpPr>
          <p:cNvPr id="42" name="dp44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EE2E2541-6BC4-46AE-A6C1-F46E97B9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V-04 응답 신속성</a:t>
            </a:r>
          </a:p>
        </p:txBody>
      </p:sp>
      <p:sp>
        <p:nvSpPr>
          <p:cNvPr id="43" name="dp44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D86C92AC-8F90-4D30-8E99-6B35F8D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4" name="dp44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EDE80F33-1778-47C4-A06E-D67BE4D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0.62 s</a:t>
            </a:r>
          </a:p>
        </p:txBody>
      </p:sp>
      <p:sp>
        <p:nvSpPr>
          <p:cNvPr id="45" name="dp44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A7CF0447-55B4-4E42-9B4C-D4C7C8F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반응 지연 ↓</a:t>
            </a:r>
          </a:p>
        </p:txBody>
      </p:sp>
      <p:sp>
        <p:nvSpPr>
          <p:cNvPr id="46" name="dp44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40E6DD96-1D7F-4546-BAE5-5862E6E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V-08 변경 용이성</a:t>
            </a:r>
          </a:p>
        </p:txBody>
      </p:sp>
      <p:sp>
        <p:nvSpPr>
          <p:cNvPr id="47" name="dp44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2917E424-EC0D-4C16-AD69-D84E99E0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8" name="dp44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84C0EA52-A2EC-4CFE-B072-1053A7D1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2.5개</a:t>
            </a:r>
          </a:p>
        </p:txBody>
      </p:sp>
      <p:sp>
        <p:nvSpPr>
          <p:cNvPr id="49" name="dp44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68885491-693D-4A14-B20B-D176014D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평균 변경 요소 수 ↓</a:t>
            </a:r>
          </a:p>
        </p:txBody>
      </p:sp>
      <p:sp>
        <p:nvSpPr>
          <p:cNvPr id="50" name="dp44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F52CB34D-BEF5-428D-87F1-D353FE92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1" name="dp44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1E265349-88CB-4FC3-96A9-070977BC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2" name="dp44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528D0F22-2465-4BB9-864B-4ED3D61E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13.8 GB</a:t>
            </a:r>
          </a:p>
        </p:txBody>
      </p:sp>
      <p:sp>
        <p:nvSpPr>
          <p:cNvPr id="53" name="dp44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166E8629-088E-4D76-9303-FD8C2512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4" name="dp44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273C3EB9-3AD2-46CE-9B2B-E99142B2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여러 사건의 집중 도착 / 양안의 입력 수신과 로컬 음성 중단은 동일</a:t>
            </a:r>
          </a:p>
        </p:txBody>
      </p:sp>
      <p:sp>
        <p:nvSpPr>
          <p:cNvPr id="55" name="dp44-comparison / n54 / text 1">
            <a:extLst xmlns:a="http://schemas.openxmlformats.org/drawingml/2006/main">
              <a:ext uri="{FF2B5EF4-FFF2-40B4-BE49-F238E27FC236}">
                <a16:creationId xmlns:a16="http://schemas.microsoft.com/office/drawing/2014/main" id="{104B3C25-4863-437A-8344-519266A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6" name="dp44-comparison / n55">
            <a:extLst xmlns:a="http://schemas.openxmlformats.org/drawingml/2006/main">
              <a:ext uri="{FF2B5EF4-FFF2-40B4-BE49-F238E27FC236}">
                <a16:creationId xmlns:a16="http://schemas.microsoft.com/office/drawing/2014/main" id="{8DBB3840-8B17-4B2A-B08A-E08E9C89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7" name="dp44-comparison / n56 / text 1">
            <a:extLst xmlns:a="http://schemas.openxmlformats.org/drawingml/2006/main">
              <a:ext uri="{FF2B5EF4-FFF2-40B4-BE49-F238E27FC236}">
                <a16:creationId xmlns:a16="http://schemas.microsoft.com/office/drawing/2014/main" id="{BA69222E-897D-46BF-8EFB-603A975D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58" name="dp44-comparison / n57">
            <a:extLst xmlns:a="http://schemas.openxmlformats.org/drawingml/2006/main">
              <a:ext uri="{FF2B5EF4-FFF2-40B4-BE49-F238E27FC236}">
                <a16:creationId xmlns:a16="http://schemas.microsoft.com/office/drawing/2014/main" id="{884C239D-27F6-4DB2-8BC4-0CDABCA7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9" name="dp44-comparison / n58 / text 1">
            <a:extLst xmlns:a="http://schemas.openxmlformats.org/drawingml/2006/main">
              <a:ext uri="{FF2B5EF4-FFF2-40B4-BE49-F238E27FC236}">
                <a16:creationId xmlns:a16="http://schemas.microsoft.com/office/drawing/2014/main" id="{A9ED7645-9751-49BD-8529-7DBC0693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60" name="dp44-comparison / n59">
            <a:extLst xmlns:a="http://schemas.openxmlformats.org/drawingml/2006/main">
              <a:ext uri="{FF2B5EF4-FFF2-40B4-BE49-F238E27FC236}">
                <a16:creationId xmlns:a16="http://schemas.microsoft.com/office/drawing/2014/main" id="{6276BFF0-275F-49D9-ACE7-79F07773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1" name="dp44-comparison / n60 / text 1">
            <a:extLst xmlns:a="http://schemas.openxmlformats.org/drawingml/2006/main">
              <a:ext uri="{FF2B5EF4-FFF2-40B4-BE49-F238E27FC236}">
                <a16:creationId xmlns:a16="http://schemas.microsoft.com/office/drawing/2014/main" id="{E1D5CC9C-98BB-48D0-A427-730350D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62" name="dp44-comparison / n61 / path">
            <a:extLst xmlns:a="http://schemas.openxmlformats.org/drawingml/2006/main">
              <a:ext uri="{FF2B5EF4-FFF2-40B4-BE49-F238E27FC236}">
                <a16:creationId xmlns:a16="http://schemas.microsoft.com/office/drawing/2014/main" id="{0AB7895A-D0F6-4DE4-A8BC-6B5711B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3" name="dp44-comparison / n61 / arrow">
            <a:extLst xmlns:a="http://schemas.openxmlformats.org/drawingml/2006/main">
              <a:ext uri="{FF2B5EF4-FFF2-40B4-BE49-F238E27FC236}">
                <a16:creationId xmlns:a16="http://schemas.microsoft.com/office/drawing/2014/main" id="{0BB4A9AC-5D87-40A3-8F5B-E84CF71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35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4" name="dp44-comparison / n62 / path">
            <a:extLst xmlns:a="http://schemas.openxmlformats.org/drawingml/2006/main">
              <a:ext uri="{FF2B5EF4-FFF2-40B4-BE49-F238E27FC236}">
                <a16:creationId xmlns:a16="http://schemas.microsoft.com/office/drawing/2014/main" id="{16382C32-5E10-4A29-B5A4-24C9F521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65" name="dp44-comparison / n62 / arrow">
            <a:extLst xmlns:a="http://schemas.openxmlformats.org/drawingml/2006/main">
              <a:ext uri="{FF2B5EF4-FFF2-40B4-BE49-F238E27FC236}">
                <a16:creationId xmlns:a16="http://schemas.microsoft.com/office/drawing/2014/main" id="{1CCC104B-1875-4871-B631-F2D67E1A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853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66" name="dp44-comparison / n69">
            <a:extLst xmlns:a="http://schemas.openxmlformats.org/drawingml/2006/main">
              <a:ext uri="{FF2B5EF4-FFF2-40B4-BE49-F238E27FC236}">
                <a16:creationId xmlns:a16="http://schemas.microsoft.com/office/drawing/2014/main" id="{F19B858D-0D50-4867-90D9-35D3E436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467100"/>
            <a:ext cx="3048000" cy="2466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7" name="dp44-comparison / n70 / text 1">
            <a:extLst xmlns:a="http://schemas.openxmlformats.org/drawingml/2006/main">
              <a:ext uri="{FF2B5EF4-FFF2-40B4-BE49-F238E27FC236}">
                <a16:creationId xmlns:a16="http://schemas.microsoft.com/office/drawing/2014/main" id="{030D2F8A-7DCF-4A65-A8DB-FD5FD83A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8003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Interaction Orchestrator</a:t>
            </a:r>
          </a:p>
        </p:txBody>
      </p:sp>
      <p:sp>
        <p:nvSpPr>
          <p:cNvPr id="68" name="dp44-comparison / n71">
            <a:extLst xmlns:a="http://schemas.openxmlformats.org/drawingml/2006/main">
              <a:ext uri="{FF2B5EF4-FFF2-40B4-BE49-F238E27FC236}">
                <a16:creationId xmlns:a16="http://schemas.microsoft.com/office/drawing/2014/main" id="{45D2EEB3-320E-4801-A3AB-24F92EE9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67100"/>
            <a:ext cx="1952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9" name="dp44-comparison / n72 / text 1">
            <a:extLst xmlns:a="http://schemas.openxmlformats.org/drawingml/2006/main">
              <a:ext uri="{FF2B5EF4-FFF2-40B4-BE49-F238E27FC236}">
                <a16:creationId xmlns:a16="http://schemas.microsoft.com/office/drawing/2014/main" id="{71A010BF-5C83-42EC-B741-C353054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562350"/>
            <a:ext cx="170497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70" name="dp44-comparison / n73">
            <a:extLst xmlns:a="http://schemas.openxmlformats.org/drawingml/2006/main">
              <a:ext uri="{FF2B5EF4-FFF2-40B4-BE49-F238E27FC236}">
                <a16:creationId xmlns:a16="http://schemas.microsoft.com/office/drawing/2014/main" id="{35C8406C-2DE3-4C2E-A2D8-21CE8D48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10025"/>
            <a:ext cx="2686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71" name="dp44-comparison / n74 / text 1">
            <a:extLst xmlns:a="http://schemas.openxmlformats.org/drawingml/2006/main">
              <a:ext uri="{FF2B5EF4-FFF2-40B4-BE49-F238E27FC236}">
                <a16:creationId xmlns:a16="http://schemas.microsoft.com/office/drawing/2014/main" id="{0DD90412-6D20-47D1-B893-F412D4E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16229"/>
            <a:ext cx="25146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Dialogue Dispatcher</a:t>
            </a:r>
          </a:p>
        </p:txBody>
      </p:sp>
      <p:sp>
        <p:nvSpPr>
          <p:cNvPr id="72" name="dp44-comparison / n75">
            <a:extLst xmlns:a="http://schemas.openxmlformats.org/drawingml/2006/main">
              <a:ext uri="{FF2B5EF4-FFF2-40B4-BE49-F238E27FC236}">
                <a16:creationId xmlns:a16="http://schemas.microsoft.com/office/drawing/2014/main" id="{1F9C9BA7-E5F6-489D-A791-9690B6A4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172075"/>
            <a:ext cx="2686050" cy="5334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73" name="dp44-comparison / n76 / text 1">
            <a:extLst xmlns:a="http://schemas.openxmlformats.org/drawingml/2006/main">
              <a:ext uri="{FF2B5EF4-FFF2-40B4-BE49-F238E27FC236}">
                <a16:creationId xmlns:a16="http://schemas.microsoft.com/office/drawing/2014/main" id="{0B7AA525-2C00-4053-B304-FCE4FB50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34000"/>
            <a:ext cx="25146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Dialogue Progress State</a:t>
            </a:r>
          </a:p>
        </p:txBody>
      </p:sp>
      <p:sp>
        <p:nvSpPr>
          <p:cNvPr id="74" name="dp44-comparison / n77">
            <a:extLst xmlns:a="http://schemas.openxmlformats.org/drawingml/2006/main">
              <a:ext uri="{FF2B5EF4-FFF2-40B4-BE49-F238E27FC236}">
                <a16:creationId xmlns:a16="http://schemas.microsoft.com/office/drawing/2014/main" id="{948F6DB9-FDEC-421D-A4BD-E4993D9F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0025"/>
            <a:ext cx="23050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5" name="dp44-comparison / n78 / text 1">
            <a:extLst xmlns:a="http://schemas.openxmlformats.org/drawingml/2006/main">
              <a:ext uri="{FF2B5EF4-FFF2-40B4-BE49-F238E27FC236}">
                <a16:creationId xmlns:a16="http://schemas.microsoft.com/office/drawing/2014/main" id="{CDFB37E3-F236-4466-A454-D21F2C8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412242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76" name="dp44-comparison / n79">
            <a:extLst xmlns:a="http://schemas.openxmlformats.org/drawingml/2006/main">
              <a:ext uri="{FF2B5EF4-FFF2-40B4-BE49-F238E27FC236}">
                <a16:creationId xmlns:a16="http://schemas.microsoft.com/office/drawing/2014/main" id="{EC4CC467-35C4-4266-A63D-383661D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48300"/>
            <a:ext cx="23050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7" name="dp44-comparison / n80 / text 1">
            <a:extLst xmlns:a="http://schemas.openxmlformats.org/drawingml/2006/main">
              <a:ext uri="{FF2B5EF4-FFF2-40B4-BE49-F238E27FC236}">
                <a16:creationId xmlns:a16="http://schemas.microsoft.com/office/drawing/2014/main" id="{C9847F7E-660C-4CCC-ABA3-60F2BA8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522595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78" name="dp44-comparison / n81">
            <a:extLst xmlns:a="http://schemas.openxmlformats.org/drawingml/2006/main">
              <a:ext uri="{FF2B5EF4-FFF2-40B4-BE49-F238E27FC236}">
                <a16:creationId xmlns:a16="http://schemas.microsoft.com/office/drawing/2014/main" id="{37EE004D-54B8-4FB6-9FD4-67FF74D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1002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79" name="dp44-comparison / n82 / text 1">
            <a:extLst xmlns:a="http://schemas.openxmlformats.org/drawingml/2006/main">
              <a:ext uri="{FF2B5EF4-FFF2-40B4-BE49-F238E27FC236}">
                <a16:creationId xmlns:a16="http://schemas.microsoft.com/office/drawing/2014/main" id="{6783D4CA-4768-45D4-829C-4A7460A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2336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</a:t>
            </a:r>
          </a:p>
        </p:txBody>
      </p:sp>
      <p:sp>
        <p:nvSpPr>
          <p:cNvPr id="80" name="dp44-comparison / n82 / text 2">
            <a:extLst xmlns:a="http://schemas.openxmlformats.org/drawingml/2006/main">
              <a:ext uri="{FF2B5EF4-FFF2-40B4-BE49-F238E27FC236}">
                <a16:creationId xmlns:a16="http://schemas.microsoft.com/office/drawing/2014/main" id="{8FE64541-4CFB-4588-8A9F-755C48F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386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Composer</a:t>
            </a:r>
          </a:p>
        </p:txBody>
      </p:sp>
      <p:sp>
        <p:nvSpPr>
          <p:cNvPr id="81" name="dp44-comparison / n83">
            <a:extLst xmlns:a="http://schemas.openxmlformats.org/drawingml/2006/main">
              <a:ext uri="{FF2B5EF4-FFF2-40B4-BE49-F238E27FC236}">
                <a16:creationId xmlns:a16="http://schemas.microsoft.com/office/drawing/2014/main" id="{85E7ECEB-3404-4ECB-B9C9-C653A05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172075"/>
            <a:ext cx="162877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82" name="dp44-comparison / n84 / text 1">
            <a:extLst xmlns:a="http://schemas.openxmlformats.org/drawingml/2006/main">
              <a:ext uri="{FF2B5EF4-FFF2-40B4-BE49-F238E27FC236}">
                <a16:creationId xmlns:a16="http://schemas.microsoft.com/office/drawing/2014/main" id="{E8BA8832-0A86-425E-A7DF-97029BA3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85410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</a:t>
            </a:r>
          </a:p>
        </p:txBody>
      </p:sp>
      <p:sp>
        <p:nvSpPr>
          <p:cNvPr id="83" name="dp44-comparison / n84 / text 2">
            <a:extLst xmlns:a="http://schemas.openxmlformats.org/drawingml/2006/main">
              <a:ext uri="{FF2B5EF4-FFF2-40B4-BE49-F238E27FC236}">
                <a16:creationId xmlns:a16="http://schemas.microsoft.com/office/drawing/2014/main" id="{01BDE05B-220C-4118-8718-E67B0DE5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95913"/>
            <a:ext cx="14573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Control</a:t>
            </a:r>
          </a:p>
        </p:txBody>
      </p:sp>
      <p:sp>
        <p:nvSpPr>
          <p:cNvPr id="84" name="dp44-comparison / n85">
            <a:extLst xmlns:a="http://schemas.openxmlformats.org/drawingml/2006/main">
              <a:ext uri="{FF2B5EF4-FFF2-40B4-BE49-F238E27FC236}">
                <a16:creationId xmlns:a16="http://schemas.microsoft.com/office/drawing/2014/main" id="{66B17728-8E44-4D6E-B1FE-5770783B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867400"/>
            <a:ext cx="162877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85" name="dp44-comparison / n86 / text 1">
            <a:extLst xmlns:a="http://schemas.openxmlformats.org/drawingml/2006/main">
              <a:ext uri="{FF2B5EF4-FFF2-40B4-BE49-F238E27FC236}">
                <a16:creationId xmlns:a16="http://schemas.microsoft.com/office/drawing/2014/main" id="{F7FFD3D2-AC2E-4725-BF8E-C7AB1CB3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029325"/>
            <a:ext cx="14573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86" name="dp44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D451F188-F1B5-4C48-A275-62542C66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43225"/>
            <a:ext cx="142875" cy="1066800"/>
          </a:xfrm>
          <a:custGeom xmlns:a="http://schemas.openxmlformats.org/drawingml/2006/main">
            <a:pathLst>
              <a:path w="142875" h="1066800">
                <a:moveTo>
                  <a:pt x="142875" y="0"/>
                </a:moveTo>
                <a:lnTo>
                  <a:pt x="142875" y="390525"/>
                </a:lnTo>
                <a:lnTo>
                  <a:pt x="0" y="390525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7" name="dp44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1B89BD1A-3889-4462-85AB-E932A209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96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8" name="dp44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F0DC5FFD-5600-477D-9334-E70AEFCF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43225"/>
            <a:ext cx="2428875" cy="1066800"/>
          </a:xfrm>
          <a:custGeom xmlns:a="http://schemas.openxmlformats.org/drawingml/2006/main">
            <a:pathLst>
              <a:path w="2428875" h="1066800">
                <a:moveTo>
                  <a:pt x="2414588" y="0"/>
                </a:moveTo>
                <a:lnTo>
                  <a:pt x="2428875" y="342900"/>
                </a:lnTo>
                <a:lnTo>
                  <a:pt x="1181100" y="342900"/>
                </a:lnTo>
                <a:lnTo>
                  <a:pt x="1181100" y="895350"/>
                </a:lnTo>
                <a:lnTo>
                  <a:pt x="0" y="895350"/>
                </a:ln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9" name="dp44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C93998A1-CFE9-42B7-B71E-4462EF53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215" y="38881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0" name="dp44-comparison / n89 / path">
            <a:extLst xmlns:a="http://schemas.openxmlformats.org/drawingml/2006/main">
              <a:ext uri="{FF2B5EF4-FFF2-40B4-BE49-F238E27FC236}">
                <a16:creationId xmlns:a16="http://schemas.microsoft.com/office/drawing/2014/main" id="{E99918AA-9EF7-4DBD-8D13-5F1701CA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138613"/>
            <a:ext cx="285750" cy="953"/>
          </a:xfrm>
          <a:custGeom xmlns:a="http://schemas.openxmlformats.org/drawingml/2006/main">
            <a:pathLst>
              <a:path w="285750" h="953">
                <a:moveTo>
                  <a:pt x="285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1" name="dp44-comparison / n89 / arrow">
            <a:extLst xmlns:a="http://schemas.openxmlformats.org/drawingml/2006/main">
              <a:ext uri="{FF2B5EF4-FFF2-40B4-BE49-F238E27FC236}">
                <a16:creationId xmlns:a16="http://schemas.microsoft.com/office/drawing/2014/main" id="{06C45C89-1525-4EA5-805B-C3E1314E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2" name="dp44-comparison / n90 / path">
            <a:extLst xmlns:a="http://schemas.openxmlformats.org/drawingml/2006/main">
              <a:ext uri="{FF2B5EF4-FFF2-40B4-BE49-F238E27FC236}">
                <a16:creationId xmlns:a16="http://schemas.microsoft.com/office/drawing/2014/main" id="{25993341-50DC-4BB5-9B5D-0C57EA23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38638"/>
            <a:ext cx="285750" cy="953"/>
          </a:xfrm>
          <a:custGeom xmlns:a="http://schemas.openxmlformats.org/drawingml/2006/main">
            <a:pathLst>
              <a:path w="285750" h="953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3" name="dp44-comparison / n90 / arrow">
            <a:extLst xmlns:a="http://schemas.openxmlformats.org/drawingml/2006/main">
              <a:ext uri="{FF2B5EF4-FFF2-40B4-BE49-F238E27FC236}">
                <a16:creationId xmlns:a16="http://schemas.microsoft.com/office/drawing/2014/main" id="{B44A9FB0-4ECD-4660-A7E4-57277DC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098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4" name="dp44-comparison / n91 / path">
            <a:extLst xmlns:a="http://schemas.openxmlformats.org/drawingml/2006/main">
              <a:ext uri="{FF2B5EF4-FFF2-40B4-BE49-F238E27FC236}">
                <a16:creationId xmlns:a16="http://schemas.microsoft.com/office/drawing/2014/main" id="{5190E874-DCB4-49A7-B4A3-DB5F03E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38613"/>
            <a:ext cx="733425" cy="953"/>
          </a:xfrm>
          <a:custGeom xmlns:a="http://schemas.openxmlformats.org/drawingml/2006/main">
            <a:pathLst>
              <a:path w="733425" h="953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5" name="dp44-comparison / n91 / arrow">
            <a:extLst xmlns:a="http://schemas.openxmlformats.org/drawingml/2006/main">
              <a:ext uri="{FF2B5EF4-FFF2-40B4-BE49-F238E27FC236}">
                <a16:creationId xmlns:a16="http://schemas.microsoft.com/office/drawing/2014/main" id="{770C05B0-37C0-40A1-9B1D-3231B799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455" y="40776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6" name="dp44-comparison / n92 / path">
            <a:extLst xmlns:a="http://schemas.openxmlformats.org/drawingml/2006/main">
              <a:ext uri="{FF2B5EF4-FFF2-40B4-BE49-F238E27FC236}">
                <a16:creationId xmlns:a16="http://schemas.microsoft.com/office/drawing/2014/main" id="{50247184-B134-4F21-AE82-89799F43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8638"/>
            <a:ext cx="733425" cy="953"/>
          </a:xfrm>
          <a:custGeom xmlns:a="http://schemas.openxmlformats.org/drawingml/2006/main">
            <a:pathLst>
              <a:path w="733425" h="953">
                <a:moveTo>
                  <a:pt x="7334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7" name="dp44-comparison / n92 / arrow">
            <a:extLst xmlns:a="http://schemas.openxmlformats.org/drawingml/2006/main">
              <a:ext uri="{FF2B5EF4-FFF2-40B4-BE49-F238E27FC236}">
                <a16:creationId xmlns:a16="http://schemas.microsoft.com/office/drawing/2014/main" id="{3F623946-36B9-4137-A4F7-E034F551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776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8" name="dp44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D4EE189E-14AD-4F2F-A609-0B4E71B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0"/>
                </a:moveTo>
                <a:lnTo>
                  <a:pt x="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9" name="dp44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12D07828-4DC6-4853-99EE-9D1CE7B3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50501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0" name="dp44-comparison / n96 / path">
            <a:extLst xmlns:a="http://schemas.openxmlformats.org/drawingml/2006/main">
              <a:ext uri="{FF2B5EF4-FFF2-40B4-BE49-F238E27FC236}">
                <a16:creationId xmlns:a16="http://schemas.microsoft.com/office/drawing/2014/main" id="{2D1FC4C0-8059-4123-89BF-C69FD594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57700"/>
            <a:ext cx="953" cy="714375"/>
          </a:xfrm>
          <a:custGeom xmlns:a="http://schemas.openxmlformats.org/drawingml/2006/main">
            <a:pathLst>
              <a:path w="953" h="714375">
                <a:moveTo>
                  <a:pt x="0" y="7143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01" name="dp44-comparison / n96 / arrow">
            <a:extLst xmlns:a="http://schemas.openxmlformats.org/drawingml/2006/main">
              <a:ext uri="{FF2B5EF4-FFF2-40B4-BE49-F238E27FC236}">
                <a16:creationId xmlns:a16="http://schemas.microsoft.com/office/drawing/2014/main" id="{4955EC8E-B0DA-41C4-BAB5-D9337B51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8840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2" name="dp44-comparison / n99 / path">
            <a:extLst xmlns:a="http://schemas.openxmlformats.org/drawingml/2006/main">
              <a:ext uri="{FF2B5EF4-FFF2-40B4-BE49-F238E27FC236}">
                <a16:creationId xmlns:a16="http://schemas.microsoft.com/office/drawing/2014/main" id="{047DD353-9C26-480A-B4D3-6090A63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733425" cy="1157288"/>
          </a:xfrm>
          <a:custGeom xmlns:a="http://schemas.openxmlformats.org/drawingml/2006/main">
            <a:pathLst>
              <a:path w="733425" h="1157288">
                <a:moveTo>
                  <a:pt x="0" y="166688"/>
                </a:moveTo>
                <a:lnTo>
                  <a:pt x="361950" y="0"/>
                </a:lnTo>
                <a:lnTo>
                  <a:pt x="361950" y="1152525"/>
                </a:lnTo>
                <a:lnTo>
                  <a:pt x="733425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3" name="dp44-comparison / n99 / arrow">
            <a:extLst xmlns:a="http://schemas.openxmlformats.org/drawingml/2006/main">
              <a:ext uri="{FF2B5EF4-FFF2-40B4-BE49-F238E27FC236}">
                <a16:creationId xmlns:a16="http://schemas.microsoft.com/office/drawing/2014/main" id="{3EFFEF08-925B-4652-8A48-1013B80D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9684" y="5333395"/>
            <a:ext cx="122691" cy="121910"/>
          </a:xfrm>
          <a:custGeom xmlns:a="http://schemas.openxmlformats.org/drawingml/2006/main">
            <a:pathLst>
              <a:path w="122691" h="121910">
                <a:moveTo>
                  <a:pt x="0" y="121910"/>
                </a:moveTo>
                <a:lnTo>
                  <a:pt x="122691" y="62518"/>
                </a:lnTo>
                <a:lnTo>
                  <a:pt x="15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4" name="dp44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204D1BBC-6BC9-4951-8754-2E4F68EE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763" y="5619750"/>
            <a:ext cx="953" cy="247650"/>
          </a:xfrm>
          <a:custGeom xmlns:a="http://schemas.openxmlformats.org/drawingml/2006/main"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5" name="dp44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05AEDF8D-2319-451A-AEFE-6BE69158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803" y="5745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6" name="dp44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384BF87C-034A-40E5-BED3-5321535A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57700"/>
            <a:ext cx="953" cy="990600"/>
          </a:xfrm>
          <a:custGeom xmlns:a="http://schemas.openxmlformats.org/drawingml/2006/main">
            <a:pathLst>
              <a:path w="953" h="990600">
                <a:moveTo>
                  <a:pt x="0" y="9906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7" name="dp44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5C2D88BD-8685-493F-ABE7-35A7FFB6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44577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8" name="dp44-comparison / n108">
            <a:extLst xmlns:a="http://schemas.openxmlformats.org/drawingml/2006/main">
              <a:ext uri="{FF2B5EF4-FFF2-40B4-BE49-F238E27FC236}">
                <a16:creationId xmlns:a16="http://schemas.microsoft.com/office/drawing/2014/main" id="{E3BC7C85-C7E8-44FB-B372-9ED8F23A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600825"/>
            <a:ext cx="21907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09" name="dp44-comparison / n109 / text 1">
            <a:extLst xmlns:a="http://schemas.openxmlformats.org/drawingml/2006/main">
              <a:ext uri="{FF2B5EF4-FFF2-40B4-BE49-F238E27FC236}">
                <a16:creationId xmlns:a16="http://schemas.microsoft.com/office/drawing/2014/main" id="{6E924BFC-EB47-4C0D-9E1F-5CEDC63B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6671786"/>
            <a:ext cx="20193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110" name="dp44-comparison / n110">
            <a:extLst xmlns:a="http://schemas.openxmlformats.org/drawingml/2006/main">
              <a:ext uri="{FF2B5EF4-FFF2-40B4-BE49-F238E27FC236}">
                <a16:creationId xmlns:a16="http://schemas.microsoft.com/office/drawing/2014/main" id="{16856F8D-3020-46C9-BE37-BE90DD66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600825"/>
            <a:ext cx="19907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11" name="dp44-comparison / n111 / text 1">
            <a:extLst xmlns:a="http://schemas.openxmlformats.org/drawingml/2006/main">
              <a:ext uri="{FF2B5EF4-FFF2-40B4-BE49-F238E27FC236}">
                <a16:creationId xmlns:a16="http://schemas.microsoft.com/office/drawing/2014/main" id="{4D358B39-20BA-4674-917F-CB5F224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665595"/>
            <a:ext cx="18192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112" name="dp44-comparison / n112">
            <a:extLst xmlns:a="http://schemas.openxmlformats.org/drawingml/2006/main">
              <a:ext uri="{FF2B5EF4-FFF2-40B4-BE49-F238E27FC236}">
                <a16:creationId xmlns:a16="http://schemas.microsoft.com/office/drawing/2014/main" id="{959C266E-BFD1-4EDA-8282-1D85542D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6600825"/>
            <a:ext cx="1981200" cy="4191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13" name="dp44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434ECB12-4A2B-4CA5-9C18-6FCC418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62750"/>
            <a:ext cx="1809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114" name="dp44-comparison / n114 / path">
            <a:extLst xmlns:a="http://schemas.openxmlformats.org/drawingml/2006/main">
              <a:ext uri="{FF2B5EF4-FFF2-40B4-BE49-F238E27FC236}">
                <a16:creationId xmlns:a16="http://schemas.microsoft.com/office/drawing/2014/main" id="{D60F2723-502B-41A0-8E0B-5108AC6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19750"/>
            <a:ext cx="4595813" cy="1157288"/>
          </a:xfrm>
          <a:custGeom xmlns:a="http://schemas.openxmlformats.org/drawingml/2006/main">
            <a:pathLst>
              <a:path w="4595813" h="1157288">
                <a:moveTo>
                  <a:pt x="4595813" y="0"/>
                </a:moveTo>
                <a:lnTo>
                  <a:pt x="4591050" y="857250"/>
                </a:lnTo>
                <a:lnTo>
                  <a:pt x="133350" y="857250"/>
                </a:lnTo>
                <a:lnTo>
                  <a:pt x="133350" y="1152525"/>
                </a:lnTo>
                <a:lnTo>
                  <a:pt x="0" y="11572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5" name="dp44-comparison / n114 / arrow">
            <a:extLst xmlns:a="http://schemas.openxmlformats.org/drawingml/2006/main">
              <a:ext uri="{FF2B5EF4-FFF2-40B4-BE49-F238E27FC236}">
                <a16:creationId xmlns:a16="http://schemas.microsoft.com/office/drawing/2014/main" id="{6F0AE4A8-C1F3-42A2-905C-7420DE95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11765"/>
            <a:ext cx="124018" cy="121842"/>
          </a:xfrm>
          <a:custGeom xmlns:a="http://schemas.openxmlformats.org/drawingml/2006/main">
            <a:pathLst>
              <a:path w="124018" h="121842">
                <a:moveTo>
                  <a:pt x="119667" y="0"/>
                </a:moveTo>
                <a:lnTo>
                  <a:pt x="0" y="65273"/>
                </a:lnTo>
                <a:lnTo>
                  <a:pt x="124018" y="12184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6" name="dp44-comparison / n115 / path">
            <a:extLst xmlns:a="http://schemas.openxmlformats.org/drawingml/2006/main">
              <a:ext uri="{FF2B5EF4-FFF2-40B4-BE49-F238E27FC236}">
                <a16:creationId xmlns:a16="http://schemas.microsoft.com/office/drawing/2014/main" id="{3CAA99A9-CD2D-474A-87B4-6D0C181F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57688"/>
            <a:ext cx="4181475" cy="2243138"/>
          </a:xfrm>
          <a:custGeom xmlns:a="http://schemas.openxmlformats.org/drawingml/2006/main">
            <a:pathLst>
              <a:path w="4181475" h="2243138">
                <a:moveTo>
                  <a:pt x="4181475" y="2243138"/>
                </a:moveTo>
                <a:lnTo>
                  <a:pt x="4171950" y="2071688"/>
                </a:lnTo>
                <a:lnTo>
                  <a:pt x="0" y="2071688"/>
                </a:lnTo>
                <a:lnTo>
                  <a:pt x="0" y="4763"/>
                </a:ln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117" name="dp44-comparison / n115 / arrow">
            <a:extLst xmlns:a="http://schemas.openxmlformats.org/drawingml/2006/main">
              <a:ext uri="{FF2B5EF4-FFF2-40B4-BE49-F238E27FC236}">
                <a16:creationId xmlns:a16="http://schemas.microsoft.com/office/drawing/2014/main" id="{D7E4832A-D7D9-48E3-91CF-946F731C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548" y="4301856"/>
            <a:ext cx="124352" cy="121814"/>
          </a:xfrm>
          <a:custGeom xmlns:a="http://schemas.openxmlformats.org/drawingml/2006/main">
            <a:pathLst>
              <a:path w="124352" h="121814">
                <a:moveTo>
                  <a:pt x="5076" y="121814"/>
                </a:moveTo>
                <a:lnTo>
                  <a:pt x="124352" y="55832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18" name="dp44-comparison / n118 / path">
            <a:extLst xmlns:a="http://schemas.openxmlformats.org/drawingml/2006/main">
              <a:ext uri="{FF2B5EF4-FFF2-40B4-BE49-F238E27FC236}">
                <a16:creationId xmlns:a16="http://schemas.microsoft.com/office/drawing/2014/main" id="{AEEA1BC4-F469-4879-A219-580CB91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777038"/>
            <a:ext cx="704850" cy="953"/>
          </a:xfrm>
          <a:custGeom xmlns:a="http://schemas.openxmlformats.org/drawingml/2006/main">
            <a:pathLst>
              <a:path w="704850" h="953">
                <a:moveTo>
                  <a:pt x="0" y="0"/>
                </a:moveTo>
                <a:lnTo>
                  <a:pt x="704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19" name="dp44-comparison / n118 / arrow">
            <a:extLst xmlns:a="http://schemas.openxmlformats.org/drawingml/2006/main">
              <a:ext uri="{FF2B5EF4-FFF2-40B4-BE49-F238E27FC236}">
                <a16:creationId xmlns:a16="http://schemas.microsoft.com/office/drawing/2014/main" id="{BC7C08BE-FB76-4FE7-AB17-8B300307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6716078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0" name="dp44-comparison / n119 / path">
            <a:extLst xmlns:a="http://schemas.openxmlformats.org/drawingml/2006/main">
              <a:ext uri="{FF2B5EF4-FFF2-40B4-BE49-F238E27FC236}">
                <a16:creationId xmlns:a16="http://schemas.microsoft.com/office/drawing/2014/main" id="{757C4360-7400-42DE-A3BE-78490058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6777038"/>
            <a:ext cx="742950" cy="33338"/>
          </a:xfrm>
          <a:custGeom xmlns:a="http://schemas.openxmlformats.org/drawingml/2006/main">
            <a:pathLst>
              <a:path w="742950" h="33338">
                <a:moveTo>
                  <a:pt x="0" y="0"/>
                </a:moveTo>
                <a:lnTo>
                  <a:pt x="742950" y="333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21" name="dp44-comparison / n119 / arrow">
            <a:extLst xmlns:a="http://schemas.openxmlformats.org/drawingml/2006/main">
              <a:ext uri="{FF2B5EF4-FFF2-40B4-BE49-F238E27FC236}">
                <a16:creationId xmlns:a16="http://schemas.microsoft.com/office/drawing/2014/main" id="{D10F3E7F-17DD-47AF-9E4C-ED829A8D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945" y="6744011"/>
            <a:ext cx="124530" cy="121797"/>
          </a:xfrm>
          <a:custGeom xmlns:a="http://schemas.openxmlformats.org/drawingml/2006/main">
            <a:pathLst>
              <a:path w="124530" h="121797">
                <a:moveTo>
                  <a:pt x="0" y="121797"/>
                </a:moveTo>
                <a:lnTo>
                  <a:pt x="124530" y="66364"/>
                </a:lnTo>
                <a:lnTo>
                  <a:pt x="5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22" name="dp44-comparison / n120 / path">
            <a:extLst xmlns:a="http://schemas.openxmlformats.org/drawingml/2006/main">
              <a:ext uri="{FF2B5EF4-FFF2-40B4-BE49-F238E27FC236}">
                <a16:creationId xmlns:a16="http://schemas.microsoft.com/office/drawing/2014/main" id="{510B204E-F18D-4099-BB6D-49DBC7A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163" y="5495925"/>
            <a:ext cx="3957638" cy="1104900"/>
          </a:xfrm>
          <a:custGeom xmlns:a="http://schemas.openxmlformats.org/drawingml/2006/main">
            <a:pathLst>
              <a:path w="3957638" h="1104900">
                <a:moveTo>
                  <a:pt x="0" y="1104900"/>
                </a:moveTo>
                <a:lnTo>
                  <a:pt x="4763" y="990600"/>
                </a:lnTo>
                <a:lnTo>
                  <a:pt x="3957638" y="990600"/>
                </a:lnTo>
                <a:lnTo>
                  <a:pt x="3957638" y="0"/>
                </a:lnTo>
                <a:lnTo>
                  <a:pt x="3709988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23" name="dp44-comparison / n120 / arrow">
            <a:extLst xmlns:a="http://schemas.openxmlformats.org/drawingml/2006/main">
              <a:ext uri="{FF2B5EF4-FFF2-40B4-BE49-F238E27FC236}">
                <a16:creationId xmlns:a16="http://schemas.microsoft.com/office/drawing/2014/main" id="{1138BF50-97D5-4056-BF28-56AC9860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437395"/>
            <a:ext cx="123070" cy="121897"/>
          </a:xfrm>
          <a:custGeom xmlns:a="http://schemas.openxmlformats.org/drawingml/2006/main">
            <a:pathLst>
              <a:path w="123070" h="121897">
                <a:moveTo>
                  <a:pt x="120725" y="0"/>
                </a:moveTo>
                <a:lnTo>
                  <a:pt x="0" y="63293"/>
                </a:lnTo>
                <a:lnTo>
                  <a:pt x="123070" y="121897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24" name="dp44-comparison / n63">
            <a:extLst xmlns:a="http://schemas.openxmlformats.org/drawingml/2006/main">
              <a:ext uri="{FF2B5EF4-FFF2-40B4-BE49-F238E27FC236}">
                <a16:creationId xmlns:a16="http://schemas.microsoft.com/office/drawing/2014/main" id="{6F3330B2-D93F-4802-850B-DB65F9F0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p44-comparison / n64 / text 1">
            <a:extLst xmlns:a="http://schemas.openxmlformats.org/drawingml/2006/main">
              <a:ext uri="{FF2B5EF4-FFF2-40B4-BE49-F238E27FC236}">
                <a16:creationId xmlns:a16="http://schemas.microsoft.com/office/drawing/2014/main" id="{0CB72A47-8AD0-4F8A-9846-39517F36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126" name="dp44-comparison / n65">
            <a:extLst xmlns:a="http://schemas.openxmlformats.org/drawingml/2006/main">
              <a:ext uri="{FF2B5EF4-FFF2-40B4-BE49-F238E27FC236}">
                <a16:creationId xmlns:a16="http://schemas.microsoft.com/office/drawing/2014/main" id="{A78B3D19-DF6F-44C3-8F21-04594D47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p44-comparison / n66 / text 1">
            <a:extLst xmlns:a="http://schemas.openxmlformats.org/drawingml/2006/main">
              <a:ext uri="{FF2B5EF4-FFF2-40B4-BE49-F238E27FC236}">
                <a16:creationId xmlns:a16="http://schemas.microsoft.com/office/drawing/2014/main" id="{F886DEB8-C081-48AA-9952-12C8957D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128" name="dp44-comparison / n67">
            <a:extLst xmlns:a="http://schemas.openxmlformats.org/drawingml/2006/main">
              <a:ext uri="{FF2B5EF4-FFF2-40B4-BE49-F238E27FC236}">
                <a16:creationId xmlns:a16="http://schemas.microsoft.com/office/drawing/2014/main" id="{039F192D-00AD-44ED-AF03-342372B2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4-comparison / n68 / text 1">
            <a:extLst xmlns:a="http://schemas.openxmlformats.org/drawingml/2006/main">
              <a:ext uri="{FF2B5EF4-FFF2-40B4-BE49-F238E27FC236}">
                <a16:creationId xmlns:a16="http://schemas.microsoft.com/office/drawing/2014/main" id="{C879954F-224F-41BE-84C9-CF699E27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130" name="dp44-comparison / n93">
            <a:extLst xmlns:a="http://schemas.openxmlformats.org/drawingml/2006/main">
              <a:ext uri="{FF2B5EF4-FFF2-40B4-BE49-F238E27FC236}">
                <a16:creationId xmlns:a16="http://schemas.microsoft.com/office/drawing/2014/main" id="{EEBBBF42-8A3B-4270-8C8D-A2A79C87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393001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4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6143D60D-90F5-4A86-A74C-A992C6B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572000"/>
            <a:ext cx="53816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의미와 후보의 반환 회수 / 다음 처리의 재배정</a:t>
            </a:r>
          </a:p>
        </p:txBody>
      </p:sp>
      <p:sp>
        <p:nvSpPr>
          <p:cNvPr id="132" name="dp44-comparison / n97">
            <a:extLst xmlns:a="http://schemas.openxmlformats.org/drawingml/2006/main">
              <a:ext uri="{FF2B5EF4-FFF2-40B4-BE49-F238E27FC236}">
                <a16:creationId xmlns:a16="http://schemas.microsoft.com/office/drawing/2014/main" id="{18CA9EB7-4947-4716-8F18-5719F8C6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2188464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p44-comparison / n98 / text 1">
            <a:extLst xmlns:a="http://schemas.openxmlformats.org/drawingml/2006/main">
              <a:ext uri="{FF2B5EF4-FFF2-40B4-BE49-F238E27FC236}">
                <a16:creationId xmlns:a16="http://schemas.microsoft.com/office/drawing/2014/main" id="{232FE189-3E12-4027-A9D3-FC84A0E0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86325"/>
            <a:ext cx="26003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대기 ID / revision / 후보</a:t>
            </a:r>
          </a:p>
        </p:txBody>
      </p:sp>
      <p:sp>
        <p:nvSpPr>
          <p:cNvPr id="134" name="dp44-comparison / n100">
            <a:extLst xmlns:a="http://schemas.openxmlformats.org/drawingml/2006/main">
              <a:ext uri="{FF2B5EF4-FFF2-40B4-BE49-F238E27FC236}">
                <a16:creationId xmlns:a16="http://schemas.microsoft.com/office/drawing/2014/main" id="{14E69B36-767F-4FAC-9F48-26982995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76775"/>
            <a:ext cx="158534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p44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D0B7D556-BAF5-47D0-8973-EDF7EF87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19145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현재 검사와 게시</a:t>
            </a:r>
          </a:p>
        </p:txBody>
      </p:sp>
      <p:sp>
        <p:nvSpPr>
          <p:cNvPr id="136" name="dp44-comparison / n104">
            <a:extLst xmlns:a="http://schemas.openxmlformats.org/drawingml/2006/main">
              <a:ext uri="{FF2B5EF4-FFF2-40B4-BE49-F238E27FC236}">
                <a16:creationId xmlns:a16="http://schemas.microsoft.com/office/drawing/2014/main" id="{4A05251C-2E6B-422D-829E-6D3FBA06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62550"/>
            <a:ext cx="178612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p44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65F69AC5-3E0E-4D88-8B66-C29841E1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72075"/>
            <a:ext cx="22955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 통과</a:t>
            </a:r>
          </a:p>
        </p:txBody>
      </p:sp>
      <p:sp>
        <p:nvSpPr>
          <p:cNvPr id="138" name="dp44-comparison / n106">
            <a:extLst xmlns:a="http://schemas.openxmlformats.org/drawingml/2006/main">
              <a:ext uri="{FF2B5EF4-FFF2-40B4-BE49-F238E27FC236}">
                <a16:creationId xmlns:a16="http://schemas.microsoft.com/office/drawing/2014/main" id="{9D24BA8F-3153-415B-87C3-2A78137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791200"/>
            <a:ext cx="21061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p44-comparison / n107 / text 1">
            <a:extLst xmlns:a="http://schemas.openxmlformats.org/drawingml/2006/main">
              <a:ext uri="{FF2B5EF4-FFF2-40B4-BE49-F238E27FC236}">
                <a16:creationId xmlns:a16="http://schemas.microsoft.com/office/drawing/2014/main" id="{29498164-28F0-455D-B0E5-6A5487B0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5800725"/>
            <a:ext cx="28003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후속 처리의 중앙 상태 유지</a:t>
            </a:r>
          </a:p>
        </p:txBody>
      </p:sp>
      <p:sp>
        <p:nvSpPr>
          <p:cNvPr id="140" name="dp44-comparison / n116">
            <a:extLst xmlns:a="http://schemas.openxmlformats.org/drawingml/2006/main">
              <a:ext uri="{FF2B5EF4-FFF2-40B4-BE49-F238E27FC236}">
                <a16:creationId xmlns:a16="http://schemas.microsoft.com/office/drawing/2014/main" id="{52666476-C91C-448D-8390-96961CC8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7172325"/>
            <a:ext cx="38458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p44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66DF20F1-3D27-4638-82A3-CB0B0062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7181850"/>
            <a:ext cx="46958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실제 전달 후 receipt → 게시 상태와 대기 연결</a:t>
            </a:r>
          </a:p>
        </p:txBody>
      </p:sp>
      <p:sp>
        <p:nvSpPr>
          <p:cNvPr id="142" name="dp44-comparison / n121">
            <a:extLst xmlns:a="http://schemas.openxmlformats.org/drawingml/2006/main">
              <a:ext uri="{FF2B5EF4-FFF2-40B4-BE49-F238E27FC236}">
                <a16:creationId xmlns:a16="http://schemas.microsoft.com/office/drawing/2014/main" id="{6F7A7D1B-5C32-44DC-A988-92F81333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3055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p44-comparison / n122 / text 1">
            <a:extLst xmlns:a="http://schemas.openxmlformats.org/drawingml/2006/main">
              <a:ext uri="{FF2B5EF4-FFF2-40B4-BE49-F238E27FC236}">
                <a16:creationId xmlns:a16="http://schemas.microsoft.com/office/drawing/2014/main" id="{BAA94E82-8922-42C7-A0D5-67164F12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3150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144" name="dp44-comparison / n123">
            <a:extLst xmlns:a="http://schemas.openxmlformats.org/drawingml/2006/main">
              <a:ext uri="{FF2B5EF4-FFF2-40B4-BE49-F238E27FC236}">
                <a16:creationId xmlns:a16="http://schemas.microsoft.com/office/drawing/2014/main" id="{A4B0AD41-324D-48ED-BC90-150C151B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p44-comparison / n124 / text 1">
            <a:extLst xmlns:a="http://schemas.openxmlformats.org/drawingml/2006/main">
              <a:ext uri="{FF2B5EF4-FFF2-40B4-BE49-F238E27FC236}">
                <a16:creationId xmlns:a16="http://schemas.microsoft.com/office/drawing/2014/main" id="{E72E6DFC-A15D-47E9-8767-EC6F55F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  <p:sp>
        <p:nvSpPr>
          <p:cNvPr id="146" name="dp44-comparison / n125">
            <a:extLst xmlns:a="http://schemas.openxmlformats.org/drawingml/2006/main">
              <a:ext uri="{FF2B5EF4-FFF2-40B4-BE49-F238E27FC236}">
                <a16:creationId xmlns:a16="http://schemas.microsoft.com/office/drawing/2014/main" id="{A70CBC91-1467-4819-B191-AAEB2D9E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7" name="dp44-comparison / n126 / text 1">
            <a:extLst xmlns:a="http://schemas.openxmlformats.org/drawingml/2006/main">
              <a:ext uri="{FF2B5EF4-FFF2-40B4-BE49-F238E27FC236}">
                <a16:creationId xmlns:a16="http://schemas.microsoft.com/office/drawing/2014/main" id="{7AFE0BE8-6BD3-4A32-940B-7421D59E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Interaction Manager</a:t>
            </a:r>
          </a:p>
        </p:txBody>
      </p:sp>
      <p:sp>
        <p:nvSpPr>
          <p:cNvPr id="148" name="dp44-comparison / n127">
            <a:extLst xmlns:a="http://schemas.openxmlformats.org/drawingml/2006/main">
              <a:ext uri="{FF2B5EF4-FFF2-40B4-BE49-F238E27FC236}">
                <a16:creationId xmlns:a16="http://schemas.microsoft.com/office/drawing/2014/main" id="{48D30298-8C47-4FB1-A3E3-DFD48DC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3025" y="2590800"/>
            <a:ext cx="23050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49" name="dp44-comparison / n128 / text 1">
            <a:extLst xmlns:a="http://schemas.openxmlformats.org/drawingml/2006/main">
              <a:ext uri="{FF2B5EF4-FFF2-40B4-BE49-F238E27FC236}">
                <a16:creationId xmlns:a16="http://schemas.microsoft.com/office/drawing/2014/main" id="{8EC76D67-9538-4C5E-8857-7418C15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26555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Control Gate</a:t>
            </a:r>
          </a:p>
        </p:txBody>
      </p:sp>
      <p:sp>
        <p:nvSpPr>
          <p:cNvPr id="150" name="dp44-comparison / n129">
            <a:extLst xmlns:a="http://schemas.openxmlformats.org/drawingml/2006/main">
              <a:ext uri="{FF2B5EF4-FFF2-40B4-BE49-F238E27FC236}">
                <a16:creationId xmlns:a16="http://schemas.microsoft.com/office/drawing/2014/main" id="{512BB36E-2BB3-4249-94EC-0EDA1652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0" y="2590800"/>
            <a:ext cx="1952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51" name="dp44-comparison / n130 / text 1">
            <a:extLst xmlns:a="http://schemas.openxmlformats.org/drawingml/2006/main">
              <a:ext uri="{FF2B5EF4-FFF2-40B4-BE49-F238E27FC236}">
                <a16:creationId xmlns:a16="http://schemas.microsoft.com/office/drawing/2014/main" id="{9617164D-A77B-48E5-8E2A-D6A62521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2925" y="2655570"/>
            <a:ext cx="1781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52" name="dp44-comparison / n131 / path">
            <a:extLst xmlns:a="http://schemas.openxmlformats.org/drawingml/2006/main">
              <a:ext uri="{FF2B5EF4-FFF2-40B4-BE49-F238E27FC236}">
                <a16:creationId xmlns:a16="http://schemas.microsoft.com/office/drawing/2014/main" id="{715821AD-5A93-4FDF-84F9-68489EE5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3" name="dp44-comparison / n131 / arrow">
            <a:extLst xmlns:a="http://schemas.openxmlformats.org/drawingml/2006/main">
              <a:ext uri="{FF2B5EF4-FFF2-40B4-BE49-F238E27FC236}">
                <a16:creationId xmlns:a16="http://schemas.microsoft.com/office/drawing/2014/main" id="{21E05FCB-1697-4EA3-8B98-04231D5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1105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4" name="dp44-comparison / n132 / path">
            <a:extLst xmlns:a="http://schemas.openxmlformats.org/drawingml/2006/main">
              <a:ext uri="{FF2B5EF4-FFF2-40B4-BE49-F238E27FC236}">
                <a16:creationId xmlns:a16="http://schemas.microsoft.com/office/drawing/2014/main" id="{D05FD417-035E-4354-8C4A-E0263253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8075" y="2767013"/>
            <a:ext cx="619125" cy="953"/>
          </a:xfrm>
          <a:custGeom xmlns:a="http://schemas.openxmlformats.org/drawingml/2006/main">
            <a:pathLst>
              <a:path w="619125" h="953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5" name="dp44-comparison / n132 / arrow">
            <a:extLst xmlns:a="http://schemas.openxmlformats.org/drawingml/2006/main">
              <a:ext uri="{FF2B5EF4-FFF2-40B4-BE49-F238E27FC236}">
                <a16:creationId xmlns:a16="http://schemas.microsoft.com/office/drawing/2014/main" id="{EFEB0C5E-726F-4DD0-AF06-12631737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75280" y="2706053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6" name="dp44-comparison / n139">
            <a:extLst xmlns:a="http://schemas.openxmlformats.org/drawingml/2006/main">
              <a:ext uri="{FF2B5EF4-FFF2-40B4-BE49-F238E27FC236}">
                <a16:creationId xmlns:a16="http://schemas.microsoft.com/office/drawing/2014/main" id="{F976F306-FA94-4F7D-8D14-8804DC6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780097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7" name="dp44-comparison / n140 / text 1">
            <a:extLst xmlns:a="http://schemas.openxmlformats.org/drawingml/2006/main">
              <a:ext uri="{FF2B5EF4-FFF2-40B4-BE49-F238E27FC236}">
                <a16:creationId xmlns:a16="http://schemas.microsoft.com/office/drawing/2014/main" id="{F46044C4-B0F2-482D-ABFA-90C171E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6710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Reactive Interaction Runtime</a:t>
            </a:r>
          </a:p>
        </p:txBody>
      </p:sp>
      <p:sp>
        <p:nvSpPr>
          <p:cNvPr id="158" name="dp44-comparison / n141">
            <a:extLst xmlns:a="http://schemas.openxmlformats.org/drawingml/2006/main">
              <a:ext uri="{FF2B5EF4-FFF2-40B4-BE49-F238E27FC236}">
                <a16:creationId xmlns:a16="http://schemas.microsoft.com/office/drawing/2014/main" id="{F294C9D5-1053-4206-8B7E-C84C1417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838575"/>
            <a:ext cx="2333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59" name="dp44-comparison / n142 / text 1">
            <a:extLst xmlns:a="http://schemas.openxmlformats.org/drawingml/2006/main">
              <a:ext uri="{FF2B5EF4-FFF2-40B4-BE49-F238E27FC236}">
                <a16:creationId xmlns:a16="http://schemas.microsoft.com/office/drawing/2014/main" id="{BB457080-2FF7-4FD9-A760-FF32A96C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33349"/>
            <a:ext cx="21621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Input Resolution Stage</a:t>
            </a:r>
          </a:p>
        </p:txBody>
      </p:sp>
      <p:sp>
        <p:nvSpPr>
          <p:cNvPr id="160" name="dp44-comparison / n143">
            <a:extLst xmlns:a="http://schemas.openxmlformats.org/drawingml/2006/main">
              <a:ext uri="{FF2B5EF4-FFF2-40B4-BE49-F238E27FC236}">
                <a16:creationId xmlns:a16="http://schemas.microsoft.com/office/drawing/2014/main" id="{80C55D5E-11C2-417C-9AFF-63AF61BF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400550"/>
            <a:ext cx="2333625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1" name="dp44-comparison / n144 / text 1">
            <a:extLst xmlns:a="http://schemas.openxmlformats.org/drawingml/2006/main">
              <a:ext uri="{FF2B5EF4-FFF2-40B4-BE49-F238E27FC236}">
                <a16:creationId xmlns:a16="http://schemas.microsoft.com/office/drawing/2014/main" id="{EC230863-3710-40E3-96DD-1F3D5844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562475"/>
            <a:ext cx="2162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Input Window</a:t>
            </a:r>
          </a:p>
        </p:txBody>
      </p:sp>
      <p:sp>
        <p:nvSpPr>
          <p:cNvPr id="162" name="dp44-comparison / n145">
            <a:extLst xmlns:a="http://schemas.openxmlformats.org/drawingml/2006/main">
              <a:ext uri="{FF2B5EF4-FFF2-40B4-BE49-F238E27FC236}">
                <a16:creationId xmlns:a16="http://schemas.microsoft.com/office/drawing/2014/main" id="{DF189256-5672-4A67-8630-34B398A7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383857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63" name="dp44-comparison / n146 / text 1">
            <a:extLst xmlns:a="http://schemas.openxmlformats.org/drawingml/2006/main">
              <a:ext uri="{FF2B5EF4-FFF2-40B4-BE49-F238E27FC236}">
                <a16:creationId xmlns:a16="http://schemas.microsoft.com/office/drawing/2014/main" id="{66EF11E5-CCFD-4D00-AD42-3D01898C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92715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Task Notice Stage</a:t>
            </a:r>
          </a:p>
        </p:txBody>
      </p:sp>
      <p:sp>
        <p:nvSpPr>
          <p:cNvPr id="164" name="dp44-comparison / n147">
            <a:extLst xmlns:a="http://schemas.openxmlformats.org/drawingml/2006/main">
              <a:ext uri="{FF2B5EF4-FFF2-40B4-BE49-F238E27FC236}">
                <a16:creationId xmlns:a16="http://schemas.microsoft.com/office/drawing/2014/main" id="{488192CE-9E17-44A8-8A97-E6E2D9B8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400550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65" name="dp44-comparison / n148 / text 1">
            <a:extLst xmlns:a="http://schemas.openxmlformats.org/drawingml/2006/main">
              <a:ext uri="{FF2B5EF4-FFF2-40B4-BE49-F238E27FC236}">
                <a16:creationId xmlns:a16="http://schemas.microsoft.com/office/drawing/2014/main" id="{220A1C17-9CAC-44DA-86E7-BA19B153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4562475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Notice Window</a:t>
            </a:r>
          </a:p>
        </p:txBody>
      </p:sp>
      <p:sp>
        <p:nvSpPr>
          <p:cNvPr id="166" name="dp44-comparison / n149">
            <a:extLst xmlns:a="http://schemas.openxmlformats.org/drawingml/2006/main">
              <a:ext uri="{FF2B5EF4-FFF2-40B4-BE49-F238E27FC236}">
                <a16:creationId xmlns:a16="http://schemas.microsoft.com/office/drawing/2014/main" id="{355E118A-9874-4BA5-833E-8C7C5027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105400"/>
            <a:ext cx="2333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7" name="dp44-comparison / n150 / text 1">
            <a:extLst xmlns:a="http://schemas.openxmlformats.org/drawingml/2006/main">
              <a:ext uri="{FF2B5EF4-FFF2-40B4-BE49-F238E27FC236}">
                <a16:creationId xmlns:a16="http://schemas.microsoft.com/office/drawing/2014/main" id="{D2EF36C4-3122-445D-BE79-6ABF9E75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203508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68" name="dp44-comparison / n151">
            <a:extLst xmlns:a="http://schemas.openxmlformats.org/drawingml/2006/main">
              <a:ext uri="{FF2B5EF4-FFF2-40B4-BE49-F238E27FC236}">
                <a16:creationId xmlns:a16="http://schemas.microsoft.com/office/drawing/2014/main" id="{58A9B314-09FF-4E53-9545-9A943E2C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62625"/>
            <a:ext cx="2333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69" name="dp44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850DDEED-DDDA-4051-BD70-B17E5A97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836920"/>
            <a:ext cx="21621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Voice Runtime</a:t>
            </a:r>
          </a:p>
        </p:txBody>
      </p:sp>
      <p:sp>
        <p:nvSpPr>
          <p:cNvPr id="170" name="dp44-comparison / n153">
            <a:extLst xmlns:a="http://schemas.openxmlformats.org/drawingml/2006/main">
              <a:ext uri="{FF2B5EF4-FFF2-40B4-BE49-F238E27FC236}">
                <a16:creationId xmlns:a16="http://schemas.microsoft.com/office/drawing/2014/main" id="{ADB7C2AA-AC19-4A5B-B1CA-287401D3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5105400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71" name="dp44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8AE65C05-D0A6-46EE-B353-6E9E7E8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203508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Composer</a:t>
            </a:r>
          </a:p>
        </p:txBody>
      </p:sp>
      <p:sp>
        <p:nvSpPr>
          <p:cNvPr id="172" name="dp44-comparison / n155">
            <a:extLst xmlns:a="http://schemas.openxmlformats.org/drawingml/2006/main">
              <a:ext uri="{FF2B5EF4-FFF2-40B4-BE49-F238E27FC236}">
                <a16:creationId xmlns:a16="http://schemas.microsoft.com/office/drawing/2014/main" id="{B441809A-BC4E-48E3-8E96-4EC872DC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105400"/>
            <a:ext cx="21050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73" name="dp44-comparison / n156 / text 1">
            <a:extLst xmlns:a="http://schemas.openxmlformats.org/drawingml/2006/main">
              <a:ext uri="{FF2B5EF4-FFF2-40B4-BE49-F238E27FC236}">
                <a16:creationId xmlns:a16="http://schemas.microsoft.com/office/drawing/2014/main" id="{B560D7A2-DA87-4C34-B91E-B1BE08B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203508"/>
            <a:ext cx="1933575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Publication Join</a:t>
            </a:r>
          </a:p>
        </p:txBody>
      </p:sp>
      <p:sp>
        <p:nvSpPr>
          <p:cNvPr id="174" name="dp44-comparison / n157">
            <a:extLst xmlns:a="http://schemas.openxmlformats.org/drawingml/2006/main">
              <a:ext uri="{FF2B5EF4-FFF2-40B4-BE49-F238E27FC236}">
                <a16:creationId xmlns:a16="http://schemas.microsoft.com/office/drawing/2014/main" id="{37C64F85-F140-492F-B878-093CBDA5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724525"/>
            <a:ext cx="2105025" cy="381000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75" name="dp44-comparison / n158 / text 1">
            <a:extLst xmlns:a="http://schemas.openxmlformats.org/drawingml/2006/main">
              <a:ext uri="{FF2B5EF4-FFF2-40B4-BE49-F238E27FC236}">
                <a16:creationId xmlns:a16="http://schemas.microsoft.com/office/drawing/2014/main" id="{FA873BDA-273D-46C7-A126-EED07EF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886450"/>
            <a:ext cx="19335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Window</a:t>
            </a:r>
          </a:p>
        </p:txBody>
      </p:sp>
      <p:sp>
        <p:nvSpPr>
          <p:cNvPr id="176" name="dp44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4F9F7B3A-5FD9-4879-BE05-5B9F7DE9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943225"/>
            <a:ext cx="2733675" cy="895350"/>
          </a:xfrm>
          <a:custGeom xmlns:a="http://schemas.openxmlformats.org/drawingml/2006/main">
            <a:pathLst>
              <a:path w="2733675" h="895350">
                <a:moveTo>
                  <a:pt x="2733675" y="0"/>
                </a:moveTo>
                <a:lnTo>
                  <a:pt x="2733675" y="323850"/>
                </a:lnTo>
                <a:lnTo>
                  <a:pt x="0" y="323850"/>
                </a:lnTo>
                <a:lnTo>
                  <a:pt x="4763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7" name="dp44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7F48298F-84D7-49AE-8B2D-7C4A29FC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664" y="3716151"/>
            <a:ext cx="121916" cy="122424"/>
          </a:xfrm>
          <a:custGeom xmlns:a="http://schemas.openxmlformats.org/drawingml/2006/main">
            <a:pathLst>
              <a:path w="121916" h="122424">
                <a:moveTo>
                  <a:pt x="0" y="1016"/>
                </a:moveTo>
                <a:lnTo>
                  <a:pt x="61974" y="122424"/>
                </a:lnTo>
                <a:lnTo>
                  <a:pt x="1219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78" name="dp44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B47B607F-B30C-4FC2-BE3C-52880FAB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2943225"/>
            <a:ext cx="371475" cy="895350"/>
          </a:xfrm>
          <a:custGeom xmlns:a="http://schemas.openxmlformats.org/drawingml/2006/main">
            <a:pathLst>
              <a:path w="371475" h="895350">
                <a:moveTo>
                  <a:pt x="366713" y="0"/>
                </a:moveTo>
                <a:lnTo>
                  <a:pt x="371475" y="333375"/>
                </a:lnTo>
                <a:lnTo>
                  <a:pt x="0" y="333375"/>
                </a:lnTo>
                <a:lnTo>
                  <a:pt x="0" y="895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79" name="dp44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0584E913-91E2-461D-BCDC-4957DAAC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37166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0" name="dp44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8767A839-70C6-481F-9F74-EF7DA584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1" name="dp44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A679FBC3-5BAB-41E7-8897-535845E5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2" name="dp44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DFBC32AA-E77D-4E4E-89C3-4A49AB6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3" name="dp44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24D0A7D3-05D9-4CD7-9BA0-E44B049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4" name="dp44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8606EC06-EC52-4E5E-8353-694B4F8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238625"/>
            <a:ext cx="953" cy="161925"/>
          </a:xfrm>
          <a:custGeom xmlns:a="http://schemas.openxmlformats.org/drawingml/2006/main">
            <a:pathLst>
              <a:path w="953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5" name="dp44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0111C84E-EA09-4CE6-A6CF-22F0AA0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2786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6" name="dp44-comparison / n164 / path">
            <a:extLst xmlns:a="http://schemas.openxmlformats.org/drawingml/2006/main">
              <a:ext uri="{FF2B5EF4-FFF2-40B4-BE49-F238E27FC236}">
                <a16:creationId xmlns:a16="http://schemas.microsoft.com/office/drawing/2014/main" id="{999D341B-BDD2-456F-A445-93F12543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4772025"/>
            <a:ext cx="953" cy="333375"/>
          </a:xfrm>
          <a:custGeom xmlns:a="http://schemas.openxmlformats.org/drawingml/2006/main"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7" name="dp44-comparison / n164 / arrow">
            <a:extLst xmlns:a="http://schemas.openxmlformats.org/drawingml/2006/main">
              <a:ext uri="{FF2B5EF4-FFF2-40B4-BE49-F238E27FC236}">
                <a16:creationId xmlns:a16="http://schemas.microsoft.com/office/drawing/2014/main" id="{69AA4143-93AD-4D75-AEE1-52BF7FA7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49834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8" name="dp44-comparison / n165 / path">
            <a:extLst xmlns:a="http://schemas.openxmlformats.org/drawingml/2006/main">
              <a:ext uri="{FF2B5EF4-FFF2-40B4-BE49-F238E27FC236}">
                <a16:creationId xmlns:a16="http://schemas.microsoft.com/office/drawing/2014/main" id="{F3EDC27D-90BD-4025-B110-66797A38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229225"/>
            <a:ext cx="361950" cy="953"/>
          </a:xfrm>
          <a:custGeom xmlns:a="http://schemas.openxmlformats.org/drawingml/2006/main">
            <a:pathLst>
              <a:path w="361950" h="953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9" name="dp44-comparison / n165 / arrow">
            <a:extLst xmlns:a="http://schemas.openxmlformats.org/drawingml/2006/main">
              <a:ext uri="{FF2B5EF4-FFF2-40B4-BE49-F238E27FC236}">
                <a16:creationId xmlns:a16="http://schemas.microsoft.com/office/drawing/2014/main" id="{9695E003-3692-40FE-BA02-CE2CB2E5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0" name="dp44-comparison / n166 / path">
            <a:extLst xmlns:a="http://schemas.openxmlformats.org/drawingml/2006/main">
              <a:ext uri="{FF2B5EF4-FFF2-40B4-BE49-F238E27FC236}">
                <a16:creationId xmlns:a16="http://schemas.microsoft.com/office/drawing/2014/main" id="{E032FB03-408D-47D6-8FEB-F2B9BA3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314950"/>
            <a:ext cx="3009900" cy="314325"/>
          </a:xfrm>
          <a:custGeom xmlns:a="http://schemas.openxmlformats.org/drawingml/2006/main">
            <a:pathLst>
              <a:path w="3009900" h="314325">
                <a:moveTo>
                  <a:pt x="4763" y="209550"/>
                </a:moveTo>
                <a:lnTo>
                  <a:pt x="0" y="314325"/>
                </a:lnTo>
                <a:lnTo>
                  <a:pt x="2876550" y="314325"/>
                </a:lnTo>
                <a:lnTo>
                  <a:pt x="2876550" y="0"/>
                </a:lnTo>
                <a:lnTo>
                  <a:pt x="3009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1" name="dp44-comparison / n166 / arrow">
            <a:extLst xmlns:a="http://schemas.openxmlformats.org/drawingml/2006/main">
              <a:ext uri="{FF2B5EF4-FFF2-40B4-BE49-F238E27FC236}">
                <a16:creationId xmlns:a16="http://schemas.microsoft.com/office/drawing/2014/main" id="{6E1DC0DD-F668-4077-96B5-36594757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2355" y="52539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2" name="dp44-comparison / n167 / path">
            <a:extLst xmlns:a="http://schemas.openxmlformats.org/drawingml/2006/main">
              <a:ext uri="{FF2B5EF4-FFF2-40B4-BE49-F238E27FC236}">
                <a16:creationId xmlns:a16="http://schemas.microsoft.com/office/drawing/2014/main" id="{F5AD9047-04B8-4E1D-9F91-D5A306F9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5524500"/>
            <a:ext cx="953" cy="238125"/>
          </a:xfrm>
          <a:custGeom xmlns:a="http://schemas.openxmlformats.org/drawingml/2006/main">
            <a:pathLst>
              <a:path w="953" h="238125">
                <a:moveTo>
                  <a:pt x="0" y="2381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3" name="dp44-comparison / n167 / arrow">
            <a:extLst xmlns:a="http://schemas.openxmlformats.org/drawingml/2006/main">
              <a:ext uri="{FF2B5EF4-FFF2-40B4-BE49-F238E27FC236}">
                <a16:creationId xmlns:a16="http://schemas.microsoft.com/office/drawing/2014/main" id="{6E60A422-8E98-4643-8AD2-1E8449B2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5678" y="552450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4" name="dp44-comparison / n170 / path">
            <a:extLst xmlns:a="http://schemas.openxmlformats.org/drawingml/2006/main">
              <a:ext uri="{FF2B5EF4-FFF2-40B4-BE49-F238E27FC236}">
                <a16:creationId xmlns:a16="http://schemas.microsoft.com/office/drawing/2014/main" id="{A1F1DCB0-0F6B-457F-A321-E2E338E3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229225"/>
            <a:ext cx="323850" cy="953"/>
          </a:xfrm>
          <a:custGeom xmlns:a="http://schemas.openxmlformats.org/drawingml/2006/main">
            <a:pathLst>
              <a:path w="323850" h="953">
                <a:moveTo>
                  <a:pt x="323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5" name="dp44-comparison / n170 / arrow">
            <a:extLst xmlns:a="http://schemas.openxmlformats.org/drawingml/2006/main">
              <a:ext uri="{FF2B5EF4-FFF2-40B4-BE49-F238E27FC236}">
                <a16:creationId xmlns:a16="http://schemas.microsoft.com/office/drawing/2014/main" id="{C58EBB15-89B8-4DBB-A96E-E2AC4869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16826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6" name="dp44-comparison / n171 / path">
            <a:extLst xmlns:a="http://schemas.openxmlformats.org/drawingml/2006/main">
              <a:ext uri="{FF2B5EF4-FFF2-40B4-BE49-F238E27FC236}">
                <a16:creationId xmlns:a16="http://schemas.microsoft.com/office/drawing/2014/main" id="{1CB91789-7E46-4260-9BA3-6EE71F1A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7913" y="5524500"/>
            <a:ext cx="953" cy="200025"/>
          </a:xfrm>
          <a:custGeom xmlns:a="http://schemas.openxmlformats.org/drawingml/2006/main">
            <a:pathLst>
              <a:path w="953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7" name="dp44-comparison / n171 / arrow">
            <a:extLst xmlns:a="http://schemas.openxmlformats.org/drawingml/2006/main">
              <a:ext uri="{FF2B5EF4-FFF2-40B4-BE49-F238E27FC236}">
                <a16:creationId xmlns:a16="http://schemas.microsoft.com/office/drawing/2014/main" id="{8A1EB54F-1D5C-498A-8AF1-E41EC7F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953" y="56026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8" name="dp44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7F14B6FB-55F8-456C-BBD4-BFF5B0AF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1414463" cy="1428750"/>
          </a:xfrm>
          <a:custGeom xmlns:a="http://schemas.openxmlformats.org/drawingml/2006/main">
            <a:pathLst>
              <a:path w="1414463" h="1428750">
                <a:moveTo>
                  <a:pt x="1414463" y="1428750"/>
                </a:moveTo>
                <a:lnTo>
                  <a:pt x="1409700" y="0"/>
                </a:lnTo>
                <a:lnTo>
                  <a:pt x="209550" y="0"/>
                </a:lnTo>
                <a:lnTo>
                  <a:pt x="209550" y="457200"/>
                </a:ln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99" name="dp44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47EF6A17-B505-4D44-B6F7-636F1C19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28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00" name="dp44-comparison / n181">
            <a:extLst xmlns:a="http://schemas.openxmlformats.org/drawingml/2006/main">
              <a:ext uri="{FF2B5EF4-FFF2-40B4-BE49-F238E27FC236}">
                <a16:creationId xmlns:a16="http://schemas.microsoft.com/office/drawing/2014/main" id="{8F355DF3-FF48-4664-BE31-23019B4A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477000"/>
            <a:ext cx="2305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1" name="dp44-comparison / n182 / text 1">
            <a:extLst xmlns:a="http://schemas.openxmlformats.org/drawingml/2006/main">
              <a:ext uri="{FF2B5EF4-FFF2-40B4-BE49-F238E27FC236}">
                <a16:creationId xmlns:a16="http://schemas.microsoft.com/office/drawing/2014/main" id="{D9FDB02B-2CC2-418E-B3CD-8725536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6579870"/>
            <a:ext cx="21336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Control</a:t>
            </a:r>
          </a:p>
        </p:txBody>
      </p:sp>
      <p:sp>
        <p:nvSpPr>
          <p:cNvPr id="202" name="dp44-comparison / n183">
            <a:extLst xmlns:a="http://schemas.openxmlformats.org/drawingml/2006/main">
              <a:ext uri="{FF2B5EF4-FFF2-40B4-BE49-F238E27FC236}">
                <a16:creationId xmlns:a16="http://schemas.microsoft.com/office/drawing/2014/main" id="{40C96307-8B29-40BC-93A9-3408C3C0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7000875"/>
            <a:ext cx="23050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3" name="dp44-comparison / n184 / text 1">
            <a:extLst xmlns:a="http://schemas.openxmlformats.org/drawingml/2006/main">
              <a:ext uri="{FF2B5EF4-FFF2-40B4-BE49-F238E27FC236}">
                <a16:creationId xmlns:a16="http://schemas.microsoft.com/office/drawing/2014/main" id="{1FD31942-BDF6-4313-9F6C-83A306AE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7162800"/>
            <a:ext cx="21336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Publication Outbox</a:t>
            </a:r>
          </a:p>
        </p:txBody>
      </p:sp>
      <p:sp>
        <p:nvSpPr>
          <p:cNvPr id="204" name="dp44-comparison / n185">
            <a:extLst xmlns:a="http://schemas.openxmlformats.org/drawingml/2006/main">
              <a:ext uri="{FF2B5EF4-FFF2-40B4-BE49-F238E27FC236}">
                <a16:creationId xmlns:a16="http://schemas.microsoft.com/office/drawing/2014/main" id="{FFEABDC6-F647-4A31-B925-80EB9B33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64770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5" name="dp44-comparison / n186 / text 1">
            <a:extLst xmlns:a="http://schemas.openxmlformats.org/drawingml/2006/main">
              <a:ext uri="{FF2B5EF4-FFF2-40B4-BE49-F238E27FC236}">
                <a16:creationId xmlns:a16="http://schemas.microsoft.com/office/drawing/2014/main" id="{BCAC6308-B393-4AD0-9396-26C19E71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6562249"/>
            <a:ext cx="21526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Turn-Taking Control</a:t>
            </a:r>
          </a:p>
        </p:txBody>
      </p:sp>
      <p:sp>
        <p:nvSpPr>
          <p:cNvPr id="206" name="dp44-comparison / n187">
            <a:extLst xmlns:a="http://schemas.openxmlformats.org/drawingml/2006/main">
              <a:ext uri="{FF2B5EF4-FFF2-40B4-BE49-F238E27FC236}">
                <a16:creationId xmlns:a16="http://schemas.microsoft.com/office/drawing/2014/main" id="{6EF503A5-A73B-423A-B549-57AF468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477000"/>
            <a:ext cx="20764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207" name="dp44-comparison / n188 / text 1">
            <a:extLst xmlns:a="http://schemas.openxmlformats.org/drawingml/2006/main">
              <a:ext uri="{FF2B5EF4-FFF2-40B4-BE49-F238E27FC236}">
                <a16:creationId xmlns:a16="http://schemas.microsoft.com/office/drawing/2014/main" id="{DF19C4A6-34D3-4037-964F-98AE855F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556058"/>
            <a:ext cx="1905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Channel I/O</a:t>
            </a:r>
          </a:p>
        </p:txBody>
      </p:sp>
      <p:sp>
        <p:nvSpPr>
          <p:cNvPr id="208" name="dp44-comparison / n189">
            <a:extLst xmlns:a="http://schemas.openxmlformats.org/drawingml/2006/main">
              <a:ext uri="{FF2B5EF4-FFF2-40B4-BE49-F238E27FC236}">
                <a16:creationId xmlns:a16="http://schemas.microsoft.com/office/drawing/2014/main" id="{1BA5C8F1-1F71-4A82-B6D6-7C552EED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000875"/>
            <a:ext cx="2076450" cy="3714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209" name="dp44-comparison / n190 / text 1">
            <a:extLst xmlns:a="http://schemas.openxmlformats.org/drawingml/2006/main">
              <a:ext uri="{FF2B5EF4-FFF2-40B4-BE49-F238E27FC236}">
                <a16:creationId xmlns:a16="http://schemas.microsoft.com/office/drawing/2014/main" id="{4C9EC311-82A7-4657-895F-748691BC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7162800"/>
            <a:ext cx="1905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Playback State</a:t>
            </a:r>
          </a:p>
        </p:txBody>
      </p:sp>
      <p:sp>
        <p:nvSpPr>
          <p:cNvPr id="210" name="dp44-comparison / n191 / path">
            <a:extLst xmlns:a="http://schemas.openxmlformats.org/drawingml/2006/main">
              <a:ext uri="{FF2B5EF4-FFF2-40B4-BE49-F238E27FC236}">
                <a16:creationId xmlns:a16="http://schemas.microsoft.com/office/drawing/2014/main" id="{F128FC56-0FD9-4F3E-A711-B030BC43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0425" y="5314950"/>
            <a:ext cx="1476375" cy="1162050"/>
          </a:xfrm>
          <a:custGeom xmlns:a="http://schemas.openxmlformats.org/drawingml/2006/main">
            <a:pathLst>
              <a:path w="1476375" h="1162050">
                <a:moveTo>
                  <a:pt x="0" y="0"/>
                </a:moveTo>
                <a:lnTo>
                  <a:pt x="114300" y="0"/>
                </a:lnTo>
                <a:lnTo>
                  <a:pt x="114300" y="1038225"/>
                </a:lnTo>
                <a:lnTo>
                  <a:pt x="1476375" y="1038225"/>
                </a:lnTo>
                <a:lnTo>
                  <a:pt x="1476375" y="1162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1" name="dp44-comparison / n191 / arrow">
            <a:extLst xmlns:a="http://schemas.openxmlformats.org/drawingml/2006/main">
              <a:ext uri="{FF2B5EF4-FFF2-40B4-BE49-F238E27FC236}">
                <a16:creationId xmlns:a16="http://schemas.microsoft.com/office/drawing/2014/main" id="{A014777E-5CE4-48EF-9D6E-D7BF135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3550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2" name="dp44-comparison / n194 / path">
            <a:extLst xmlns:a="http://schemas.openxmlformats.org/drawingml/2006/main">
              <a:ext uri="{FF2B5EF4-FFF2-40B4-BE49-F238E27FC236}">
                <a16:creationId xmlns:a16="http://schemas.microsoft.com/office/drawing/2014/main" id="{F96F5363-7532-4B4E-9C4A-4BC522C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6905625"/>
            <a:ext cx="953" cy="95250"/>
          </a:xfrm>
          <a:custGeom xmlns:a="http://schemas.openxmlformats.org/drawingml/2006/main">
            <a:pathLst>
              <a:path w="953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3" name="dp44-comparison / n194 / arrow">
            <a:extLst xmlns:a="http://schemas.openxmlformats.org/drawingml/2006/main">
              <a:ext uri="{FF2B5EF4-FFF2-40B4-BE49-F238E27FC236}">
                <a16:creationId xmlns:a16="http://schemas.microsoft.com/office/drawing/2014/main" id="{5DEC2F5A-DCF4-494A-8701-BF73E52D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5840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4" name="dp44-comparison / n195 / path">
            <a:extLst xmlns:a="http://schemas.openxmlformats.org/drawingml/2006/main">
              <a:ext uri="{FF2B5EF4-FFF2-40B4-BE49-F238E27FC236}">
                <a16:creationId xmlns:a16="http://schemas.microsoft.com/office/drawing/2014/main" id="{9DE4FF8F-0248-4AD4-932F-9951FD06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372225"/>
            <a:ext cx="2981325" cy="319088"/>
          </a:xfrm>
          <a:custGeom xmlns:a="http://schemas.openxmlformats.org/drawingml/2006/main">
            <a:pathLst>
              <a:path w="2981325" h="319088">
                <a:moveTo>
                  <a:pt x="2981325" y="319088"/>
                </a:moveTo>
                <a:lnTo>
                  <a:pt x="2781300" y="314325"/>
                </a:lnTo>
                <a:lnTo>
                  <a:pt x="2781300" y="0"/>
                </a:lnTo>
                <a:lnTo>
                  <a:pt x="133350" y="0"/>
                </a:lnTo>
                <a:lnTo>
                  <a:pt x="133350" y="295275"/>
                </a:ln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5" name="dp44-comparison / n195 / arrow">
            <a:extLst xmlns:a="http://schemas.openxmlformats.org/drawingml/2006/main">
              <a:ext uri="{FF2B5EF4-FFF2-40B4-BE49-F238E27FC236}">
                <a16:creationId xmlns:a16="http://schemas.microsoft.com/office/drawing/2014/main" id="{E0D05F07-B94C-4E49-AF78-AEA489A6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6" name="dp44-comparison / n196 / path">
            <a:extLst xmlns:a="http://schemas.openxmlformats.org/drawingml/2006/main">
              <a:ext uri="{FF2B5EF4-FFF2-40B4-BE49-F238E27FC236}">
                <a16:creationId xmlns:a16="http://schemas.microsoft.com/office/drawing/2014/main" id="{07C11385-5E60-4EAA-9F87-15F0DCC4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858000"/>
            <a:ext cx="953" cy="142875"/>
          </a:xfrm>
          <a:custGeom xmlns:a="http://schemas.openxmlformats.org/drawingml/2006/main"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17" name="dp44-comparison / n196 / arrow">
            <a:extLst xmlns:a="http://schemas.openxmlformats.org/drawingml/2006/main">
              <a:ext uri="{FF2B5EF4-FFF2-40B4-BE49-F238E27FC236}">
                <a16:creationId xmlns:a16="http://schemas.microsoft.com/office/drawing/2014/main" id="{47280C60-110C-4A38-85AC-C0BC3681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0765" y="6878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18" name="dp44-comparison / n197 / path">
            <a:extLst xmlns:a="http://schemas.openxmlformats.org/drawingml/2006/main">
              <a:ext uri="{FF2B5EF4-FFF2-40B4-BE49-F238E27FC236}">
                <a16:creationId xmlns:a16="http://schemas.microsoft.com/office/drawing/2014/main" id="{EBEE0EFF-34C7-47F7-89ED-22074D8A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391150"/>
            <a:ext cx="1181100" cy="1876425"/>
          </a:xfrm>
          <a:custGeom xmlns:a="http://schemas.openxmlformats.org/drawingml/2006/main">
            <a:pathLst>
              <a:path w="1181100" h="1876425">
                <a:moveTo>
                  <a:pt x="1181100" y="1609725"/>
                </a:moveTo>
                <a:lnTo>
                  <a:pt x="0" y="1876425"/>
                </a:lnTo>
                <a:lnTo>
                  <a:pt x="0" y="0"/>
                </a:ln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219" name="dp44-comparison / n197 / arrow">
            <a:extLst xmlns:a="http://schemas.openxmlformats.org/drawingml/2006/main">
              <a:ext uri="{FF2B5EF4-FFF2-40B4-BE49-F238E27FC236}">
                <a16:creationId xmlns:a16="http://schemas.microsoft.com/office/drawing/2014/main" id="{FF93414C-C815-4063-AFA9-105FCB7B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3480" y="533019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0" name="dp44-comparison / n200 / path">
            <a:extLst xmlns:a="http://schemas.openxmlformats.org/drawingml/2006/main">
              <a:ext uri="{FF2B5EF4-FFF2-40B4-BE49-F238E27FC236}">
                <a16:creationId xmlns:a16="http://schemas.microsoft.com/office/drawing/2014/main" id="{0F1D8BFD-8D1E-4B78-80D3-50ADE06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667500"/>
            <a:ext cx="590550" cy="953"/>
          </a:xfrm>
          <a:custGeom xmlns:a="http://schemas.openxmlformats.org/drawingml/2006/main">
            <a:pathLst>
              <a:path w="590550" h="953">
                <a:moveTo>
                  <a:pt x="0" y="0"/>
                </a:moveTo>
                <a:lnTo>
                  <a:pt x="590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221" name="dp44-comparison / n200 / arrow">
            <a:extLst xmlns:a="http://schemas.openxmlformats.org/drawingml/2006/main">
              <a:ext uri="{FF2B5EF4-FFF2-40B4-BE49-F238E27FC236}">
                <a16:creationId xmlns:a16="http://schemas.microsoft.com/office/drawing/2014/main" id="{7B70C252-E04D-4C5A-9B69-2DD4AF04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580" y="66065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222" name="dp44-comparison / n201 / path">
            <a:extLst xmlns:a="http://schemas.openxmlformats.org/drawingml/2006/main">
              <a:ext uri="{FF2B5EF4-FFF2-40B4-BE49-F238E27FC236}">
                <a16:creationId xmlns:a16="http://schemas.microsoft.com/office/drawing/2014/main" id="{8CABA939-864E-47C2-AF9E-1EC468C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1725" y="6438900"/>
            <a:ext cx="3933825" cy="366713"/>
          </a:xfrm>
          <a:custGeom xmlns:a="http://schemas.openxmlformats.org/drawingml/2006/main">
            <a:pathLst>
              <a:path w="3933825" h="366713">
                <a:moveTo>
                  <a:pt x="0" y="38100"/>
                </a:moveTo>
                <a:lnTo>
                  <a:pt x="0" y="0"/>
                </a:lnTo>
                <a:lnTo>
                  <a:pt x="3933825" y="0"/>
                </a:lnTo>
                <a:lnTo>
                  <a:pt x="3933825" y="361950"/>
                </a:lnTo>
                <a:lnTo>
                  <a:pt x="3657600" y="3667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223" name="dp44-comparison / n201 / arrow">
            <a:extLst xmlns:a="http://schemas.openxmlformats.org/drawingml/2006/main">
              <a:ext uri="{FF2B5EF4-FFF2-40B4-BE49-F238E27FC236}">
                <a16:creationId xmlns:a16="http://schemas.microsoft.com/office/drawing/2014/main" id="{BDC9E83B-5656-4501-B111-2E8ED767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6742560"/>
            <a:ext cx="122953" cy="121902"/>
          </a:xfrm>
          <a:custGeom xmlns:a="http://schemas.openxmlformats.org/drawingml/2006/main">
            <a:pathLst>
              <a:path w="122953" h="121902">
                <a:moveTo>
                  <a:pt x="120851" y="0"/>
                </a:moveTo>
                <a:lnTo>
                  <a:pt x="0" y="63053"/>
                </a:lnTo>
                <a:lnTo>
                  <a:pt x="122953" y="121902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224" name="dp44-comparison / n133">
            <a:extLst xmlns:a="http://schemas.openxmlformats.org/drawingml/2006/main">
              <a:ext uri="{FF2B5EF4-FFF2-40B4-BE49-F238E27FC236}">
                <a16:creationId xmlns:a16="http://schemas.microsoft.com/office/drawing/2014/main" id="{A3E53772-33F7-479E-B47A-6D5AB6F6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90850"/>
            <a:ext cx="4325112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p44-comparison / n134 / text 1">
            <a:extLst xmlns:a="http://schemas.openxmlformats.org/drawingml/2006/main">
              <a:ext uri="{FF2B5EF4-FFF2-40B4-BE49-F238E27FC236}">
                <a16:creationId xmlns:a16="http://schemas.microsoft.com/office/drawing/2014/main" id="{CB5C20CF-DEE8-4126-B65C-7768A067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0375"/>
            <a:ext cx="5514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새 발화 u2: 즉시 output fence / 미전송 효과 hold</a:t>
            </a:r>
          </a:p>
        </p:txBody>
      </p:sp>
      <p:sp>
        <p:nvSpPr>
          <p:cNvPr id="226" name="dp44-comparison / n135">
            <a:extLst xmlns:a="http://schemas.openxmlformats.org/drawingml/2006/main">
              <a:ext uri="{FF2B5EF4-FFF2-40B4-BE49-F238E27FC236}">
                <a16:creationId xmlns:a16="http://schemas.microsoft.com/office/drawing/2014/main" id="{3EA37B16-7E0D-4866-8B6E-C662C5A4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06725" y="2990850"/>
            <a:ext cx="131330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p44-comparison / n136 / text 1">
            <a:extLst xmlns:a="http://schemas.openxmlformats.org/drawingml/2006/main">
              <a:ext uri="{FF2B5EF4-FFF2-40B4-BE49-F238E27FC236}">
                <a16:creationId xmlns:a16="http://schemas.microsoft.com/office/drawing/2014/main" id="{044E8E2A-76E6-464F-BB69-6AB8EA44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5775" y="3000375"/>
            <a:ext cx="19240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확인된 Q1 / r1</a:t>
            </a:r>
          </a:p>
        </p:txBody>
      </p:sp>
      <p:sp>
        <p:nvSpPr>
          <p:cNvPr id="228" name="dp44-comparison / n137">
            <a:extLst xmlns:a="http://schemas.openxmlformats.org/drawingml/2006/main">
              <a:ext uri="{FF2B5EF4-FFF2-40B4-BE49-F238E27FC236}">
                <a16:creationId xmlns:a16="http://schemas.microsoft.com/office/drawing/2014/main" id="{6D54C9CA-0F52-4945-987F-5D64BCB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381250"/>
            <a:ext cx="443522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p44-comparison / n138 / text 1">
            <a:extLst xmlns:a="http://schemas.openxmlformats.org/drawingml/2006/main">
              <a:ext uri="{FF2B5EF4-FFF2-40B4-BE49-F238E27FC236}">
                <a16:creationId xmlns:a16="http://schemas.microsoft.com/office/drawing/2014/main" id="{0D60305B-3730-422C-885C-F2B8B264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90775"/>
            <a:ext cx="770572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P1 설명 중 u2 “잠깐, 표부터” + 메일 Task의 Q1 질문</a:t>
            </a:r>
          </a:p>
        </p:txBody>
      </p:sp>
      <p:sp>
        <p:nvSpPr>
          <p:cNvPr id="230" name="dp44-comparison / n168">
            <a:extLst xmlns:a="http://schemas.openxmlformats.org/drawingml/2006/main">
              <a:ext uri="{FF2B5EF4-FFF2-40B4-BE49-F238E27FC236}">
                <a16:creationId xmlns:a16="http://schemas.microsoft.com/office/drawing/2014/main" id="{3A12401C-E5E9-49A8-9487-FC84E784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82850" y="5562600"/>
            <a:ext cx="2295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p44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0686D24C-445F-4DCA-B365-097101D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0" y="5572125"/>
            <a:ext cx="2257425" cy="2071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승인 Direct 후보의 재생성 생략</a:t>
            </a:r>
          </a:p>
        </p:txBody>
      </p:sp>
      <p:sp>
        <p:nvSpPr>
          <p:cNvPr id="232" name="dp44-comparison / n172">
            <a:extLst xmlns:a="http://schemas.openxmlformats.org/drawingml/2006/main">
              <a:ext uri="{FF2B5EF4-FFF2-40B4-BE49-F238E27FC236}">
                <a16:creationId xmlns:a16="http://schemas.microsoft.com/office/drawing/2014/main" id="{4E499386-4BF5-4479-9F31-058CCA35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48225"/>
            <a:ext cx="231076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p44-comparison / n173 / text 1">
            <a:extLst xmlns:a="http://schemas.openxmlformats.org/drawingml/2006/main">
              <a:ext uri="{FF2B5EF4-FFF2-40B4-BE49-F238E27FC236}">
                <a16:creationId xmlns:a16="http://schemas.microsoft.com/office/drawing/2014/main" id="{AC794B2C-D646-4504-9D41-03948DA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857750"/>
            <a:ext cx="48577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typed 사건의 직접 활성화</a:t>
            </a:r>
          </a:p>
        </p:txBody>
      </p:sp>
      <p:sp>
        <p:nvSpPr>
          <p:cNvPr id="234" name="dp44-comparison / n174">
            <a:extLst xmlns:a="http://schemas.openxmlformats.org/drawingml/2006/main">
              <a:ext uri="{FF2B5EF4-FFF2-40B4-BE49-F238E27FC236}">
                <a16:creationId xmlns:a16="http://schemas.microsoft.com/office/drawing/2014/main" id="{73EB170B-F178-42CF-A641-381FEC90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4848225"/>
            <a:ext cx="157886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p44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33D8974D-6312-46E0-90EA-CC299C99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4857750"/>
            <a:ext cx="2276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236" name="dp44-comparison / n177">
            <a:extLst xmlns:a="http://schemas.openxmlformats.org/drawingml/2006/main">
              <a:ext uri="{FF2B5EF4-FFF2-40B4-BE49-F238E27FC236}">
                <a16:creationId xmlns:a16="http://schemas.microsoft.com/office/drawing/2014/main" id="{40091EC0-818B-4CDC-AE35-5783B703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3857625"/>
            <a:ext cx="1484947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p44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95926C11-F70B-446E-B811-622D5AA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3867150"/>
            <a:ext cx="20574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credit / cancel</a:t>
            </a:r>
          </a:p>
        </p:txBody>
      </p:sp>
      <p:sp>
        <p:nvSpPr>
          <p:cNvPr id="238" name="dp44-comparison / n179">
            <a:extLst xmlns:a="http://schemas.openxmlformats.org/drawingml/2006/main">
              <a:ext uri="{FF2B5EF4-FFF2-40B4-BE49-F238E27FC236}">
                <a16:creationId xmlns:a16="http://schemas.microsoft.com/office/drawing/2014/main" id="{E9DE9031-E14F-4859-A0FC-39082DA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4295775"/>
            <a:ext cx="2051304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p44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B0B4AA28-5221-4EB4-AFD1-8070851D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30530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admission</a:t>
            </a:r>
          </a:p>
        </p:txBody>
      </p:sp>
      <p:sp>
        <p:nvSpPr>
          <p:cNvPr id="240" name="dp44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18CADB4D-E355-4FFD-AE77-FAF9498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488180"/>
            <a:ext cx="21431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버전 / 과거 receipt</a:t>
            </a:r>
          </a:p>
        </p:txBody>
      </p:sp>
      <p:sp>
        <p:nvSpPr>
          <p:cNvPr id="241" name="dp44-comparison / n192">
            <a:extLst xmlns:a="http://schemas.openxmlformats.org/drawingml/2006/main">
              <a:ext uri="{FF2B5EF4-FFF2-40B4-BE49-F238E27FC236}">
                <a16:creationId xmlns:a16="http://schemas.microsoft.com/office/drawing/2014/main" id="{AE3DB9B4-DB3E-467F-9F72-707D02D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25" y="6191250"/>
            <a:ext cx="249555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p44-comparison / n193 / text 1">
            <a:extLst xmlns:a="http://schemas.openxmlformats.org/drawingml/2006/main">
              <a:ext uri="{FF2B5EF4-FFF2-40B4-BE49-F238E27FC236}">
                <a16:creationId xmlns:a16="http://schemas.microsoft.com/office/drawing/2014/main" id="{9EC8A124-267B-4B15-893E-68F87652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4275" y="6200775"/>
            <a:ext cx="2457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2 Response Manager의 현재 검사</a:t>
            </a:r>
          </a:p>
        </p:txBody>
      </p:sp>
      <p:sp>
        <p:nvSpPr>
          <p:cNvPr id="243" name="dp44-comparison / n198">
            <a:extLst xmlns:a="http://schemas.openxmlformats.org/drawingml/2006/main">
              <a:ext uri="{FF2B5EF4-FFF2-40B4-BE49-F238E27FC236}">
                <a16:creationId xmlns:a16="http://schemas.microsoft.com/office/drawing/2014/main" id="{D3C76F56-89B3-4AAE-8BFB-8C7BAF6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6991350"/>
            <a:ext cx="2420112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p44-comparison / n199 / text 1">
            <a:extLst xmlns:a="http://schemas.openxmlformats.org/drawingml/2006/main">
              <a:ext uri="{FF2B5EF4-FFF2-40B4-BE49-F238E27FC236}">
                <a16:creationId xmlns:a16="http://schemas.microsoft.com/office/drawing/2014/main" id="{F50A4566-AB0A-4693-9439-E78011CA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00087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전달 후 snapshot</a:t>
            </a:r>
          </a:p>
        </p:txBody>
      </p:sp>
      <p:sp>
        <p:nvSpPr>
          <p:cNvPr id="245" name="dp44-comparison / n199 / text 2">
            <a:extLst xmlns:a="http://schemas.openxmlformats.org/drawingml/2006/main">
              <a:ext uri="{FF2B5EF4-FFF2-40B4-BE49-F238E27FC236}">
                <a16:creationId xmlns:a16="http://schemas.microsoft.com/office/drawing/2014/main" id="{308ECAC9-7752-4ACA-8357-9A0B54A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83755"/>
            <a:ext cx="2543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자기 receipt의 선행 대기 금지</a:t>
            </a:r>
          </a:p>
        </p:txBody>
      </p:sp>
      <p:sp>
        <p:nvSpPr>
          <p:cNvPr id="246" name="dp44-comparison / n202">
            <a:extLst xmlns:a="http://schemas.openxmlformats.org/drawingml/2006/main">
              <a:ext uri="{FF2B5EF4-FFF2-40B4-BE49-F238E27FC236}">
                <a16:creationId xmlns:a16="http://schemas.microsoft.com/office/drawing/2014/main" id="{BD525548-F11A-4BBD-A73C-8D324DB4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6191250"/>
            <a:ext cx="381000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p44-comparison / n203 / text 1">
            <a:extLst xmlns:a="http://schemas.openxmlformats.org/drawingml/2006/main">
              <a:ext uri="{FF2B5EF4-FFF2-40B4-BE49-F238E27FC236}">
                <a16:creationId xmlns:a16="http://schemas.microsoft.com/office/drawing/2014/main" id="{C2AA1C5F-E6C6-4F25-9C85-F3760C1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200775"/>
            <a:ext cx="48958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Interaction Manager / 표시와 재생의 실제 경계</a:t>
            </a:r>
          </a:p>
        </p:txBody>
      </p:sp>
      <p:sp>
        <p:nvSpPr>
          <p:cNvPr id="248" name="dp44-comparison / n204">
            <a:extLst xmlns:a="http://schemas.openxmlformats.org/drawingml/2006/main">
              <a:ext uri="{FF2B5EF4-FFF2-40B4-BE49-F238E27FC236}">
                <a16:creationId xmlns:a16="http://schemas.microsoft.com/office/drawing/2014/main" id="{60828837-95B5-44F6-8627-C3E4664B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372350"/>
            <a:ext cx="637336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p44-comparison / n205 / text 1">
            <a:extLst xmlns:a="http://schemas.openxmlformats.org/drawingml/2006/main">
              <a:ext uri="{FF2B5EF4-FFF2-40B4-BE49-F238E27FC236}">
                <a16:creationId xmlns:a16="http://schemas.microsoft.com/office/drawing/2014/main" id="{EB15A5B8-875B-474E-9751-2FDC716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381875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 Q1 제시 확인 후 Publication Control → Request Controller의 focus 갱신</a:t>
            </a:r>
          </a:p>
        </p:txBody>
      </p:sp>
    </p:spTree>
    <p:extLst>
      <p:ext uri="{BB962C8B-B14F-4D97-AF65-F5344CB8AC3E}">
        <p14:creationId xmlns:p14="http://schemas.microsoft.com/office/powerpoint/2010/main" val="10378692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dp45-background / n1">
            <a:extLst xmlns:a="http://schemas.openxmlformats.org/drawingml/2006/main">
              <a:ext uri="{FF2B5EF4-FFF2-40B4-BE49-F238E27FC236}">
                <a16:creationId xmlns:a16="http://schemas.microsoft.com/office/drawing/2014/main" id="{E90C2FA6-3CB4-48ED-960F-52A21F25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background / n2 / text 1">
            <a:extLst xmlns:a="http://schemas.openxmlformats.org/drawingml/2006/main">
              <a:ext uri="{FF2B5EF4-FFF2-40B4-BE49-F238E27FC236}">
                <a16:creationId xmlns:a16="http://schemas.microsoft.com/office/drawing/2014/main" id="{BFFC5C08-A573-4D2C-BD0F-3FA79A1A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1190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배경</a:t>
            </a:r>
          </a:p>
        </p:txBody>
      </p:sp>
      <p:sp>
        <p:nvSpPr>
          <p:cNvPr id="3" name="dp45-background / n3 / text 1">
            <a:extLst xmlns:a="http://schemas.openxmlformats.org/drawingml/2006/main">
              <a:ext uri="{FF2B5EF4-FFF2-40B4-BE49-F238E27FC236}">
                <a16:creationId xmlns:a16="http://schemas.microsoft.com/office/drawing/2014/main" id="{1C39282C-3877-49A6-B79A-6E15F36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2381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04-45</a:t>
            </a:r>
          </a:p>
        </p:txBody>
      </p:sp>
      <p:sp>
        <p:nvSpPr>
          <p:cNvPr id="4" name="dp45-background / n4 / text 1">
            <a:extLst xmlns:a="http://schemas.openxmlformats.org/drawingml/2006/main">
              <a:ext uri="{FF2B5EF4-FFF2-40B4-BE49-F238E27FC236}">
                <a16:creationId xmlns:a16="http://schemas.microsoft.com/office/drawing/2014/main" id="{2109AFC8-BC96-4E93-B9F9-76E2079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695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0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background / n5 / path">
            <a:extLst xmlns:a="http://schemas.openxmlformats.org/drawingml/2006/main">
              <a:ext uri="{FF2B5EF4-FFF2-40B4-BE49-F238E27FC236}">
                <a16:creationId xmlns:a16="http://schemas.microsoft.com/office/drawing/2014/main" id="{48EF18F1-8A59-437F-9686-3E48C9DC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background / n6">
            <a:extLst xmlns:a="http://schemas.openxmlformats.org/drawingml/2006/main">
              <a:ext uri="{FF2B5EF4-FFF2-40B4-BE49-F238E27FC236}">
                <a16:creationId xmlns:a16="http://schemas.microsoft.com/office/drawing/2014/main" id="{1D904B1B-4926-4693-8C5A-49B10D85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7068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p45-background / n7 / text 1">
            <a:extLst xmlns:a="http://schemas.openxmlformats.org/drawingml/2006/main">
              <a:ext uri="{FF2B5EF4-FFF2-40B4-BE49-F238E27FC236}">
                <a16:creationId xmlns:a16="http://schemas.microsoft.com/office/drawing/2014/main" id="{B557D863-9E27-47F8-BD7B-B86BFD71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16725900" cy="4972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7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과거 정정의 누락과 유효하지 않은 결과 재사용 위험</a:t>
            </a:r>
          </a:p>
        </p:txBody>
      </p:sp>
      <p:sp>
        <p:nvSpPr>
          <p:cNvPr id="8" name="dp45-background / n8 / path">
            <a:extLst xmlns:a="http://schemas.openxmlformats.org/drawingml/2006/main">
              <a:ext uri="{FF2B5EF4-FFF2-40B4-BE49-F238E27FC236}">
                <a16:creationId xmlns:a16="http://schemas.microsoft.com/office/drawing/2014/main" id="{CF2117FD-A745-4B9A-B69F-56B8164C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2686050"/>
            <a:ext cx="953" cy="5495925"/>
          </a:xfrm>
          <a:custGeom xmlns:a="http://schemas.openxmlformats.org/drawingml/2006/main">
            <a:pathLst>
              <a:path w="953" h="5495925">
                <a:moveTo>
                  <a:pt x="0" y="0"/>
                </a:moveTo>
                <a:lnTo>
                  <a:pt x="0" y="54959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9" name="dp45-background / n9 / text 1">
            <a:extLst xmlns:a="http://schemas.openxmlformats.org/drawingml/2006/main">
              <a:ext uri="{FF2B5EF4-FFF2-40B4-BE49-F238E27FC236}">
                <a16:creationId xmlns:a16="http://schemas.microsoft.com/office/drawing/2014/main" id="{43E903BA-22F8-4BBC-88FC-8FFDEA5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695575"/>
            <a:ext cx="567690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설계 고려 사항</a:t>
            </a:r>
          </a:p>
        </p:txBody>
      </p:sp>
      <p:sp>
        <p:nvSpPr>
          <p:cNvPr id="10" name="dp45-background / n10 / path">
            <a:extLst xmlns:a="http://schemas.openxmlformats.org/drawingml/2006/main">
              <a:ext uri="{FF2B5EF4-FFF2-40B4-BE49-F238E27FC236}">
                <a16:creationId xmlns:a16="http://schemas.microsoft.com/office/drawing/2014/main" id="{69A5A2F3-2D35-4A54-8A07-EB5AA309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58200"/>
            <a:ext cx="17068800" cy="953"/>
          </a:xfrm>
          <a:custGeom xmlns:a="http://schemas.openxmlformats.org/drawingml/2006/main">
            <a:pathLst>
              <a:path w="17068800" h="953">
                <a:moveTo>
                  <a:pt x="0" y="0"/>
                </a:moveTo>
                <a:lnTo>
                  <a:pt x="1706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11" name="dp45-background / n11 / text 1">
            <a:extLst xmlns:a="http://schemas.openxmlformats.org/drawingml/2006/main">
              <a:ext uri="{FF2B5EF4-FFF2-40B4-BE49-F238E27FC236}">
                <a16:creationId xmlns:a16="http://schemas.microsoft.com/office/drawing/2014/main" id="{2EE617E5-8D14-4A68-9C8A-29EE9C7E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10625"/>
            <a:ext cx="15716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설계 과제</a:t>
            </a:r>
          </a:p>
        </p:txBody>
      </p:sp>
      <p:sp>
        <p:nvSpPr>
          <p:cNvPr id="12" name="dp45-background / n12 / text 1">
            <a:extLst xmlns:a="http://schemas.openxmlformats.org/drawingml/2006/main">
              <a:ext uri="{FF2B5EF4-FFF2-40B4-BE49-F238E27FC236}">
                <a16:creationId xmlns:a16="http://schemas.microsoft.com/office/drawing/2014/main" id="{215DC1E9-DE75-46F3-A043-B295C79E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763000"/>
            <a:ext cx="1539240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과거 기록을 연결한 Context의 생산, 조회와 갱신 책임 설계</a:t>
            </a:r>
          </a:p>
        </p:txBody>
      </p:sp>
      <p:sp>
        <p:nvSpPr>
          <p:cNvPr id="13" name="dp45-background / n13 / text 1">
            <a:extLst xmlns:a="http://schemas.openxmlformats.org/drawingml/2006/main">
              <a:ext uri="{FF2B5EF4-FFF2-40B4-BE49-F238E27FC236}">
                <a16:creationId xmlns:a16="http://schemas.microsoft.com/office/drawing/2014/main" id="{00082AEF-9DD2-47FD-BC71-5BF4ACF0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277350"/>
            <a:ext cx="153924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과거 정보 참조 / 장기 User Memory 등록은 별도 사용자 지시</a:t>
            </a:r>
          </a:p>
        </p:txBody>
      </p:sp>
      <p:sp>
        <p:nvSpPr>
          <p:cNvPr id="14" name="dp45-background / n14 / text 1">
            <a:extLst xmlns:a="http://schemas.openxmlformats.org/drawingml/2006/main">
              <a:ext uri="{FF2B5EF4-FFF2-40B4-BE49-F238E27FC236}">
                <a16:creationId xmlns:a16="http://schemas.microsoft.com/office/drawing/2014/main" id="{F53A5F64-FFC6-4C3E-BC0C-DDD61528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58375"/>
            <a:ext cx="120015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품질 관점: 기능 정확성 / 반응성 / 자원 활용성</a:t>
            </a:r>
          </a:p>
        </p:txBody>
      </p:sp>
      <p:sp>
        <p:nvSpPr>
          <p:cNvPr id="15" name="dp45-background / n15 / text 1">
            <a:extLst xmlns:a="http://schemas.openxmlformats.org/drawingml/2006/main">
              <a:ext uri="{FF2B5EF4-FFF2-40B4-BE49-F238E27FC236}">
                <a16:creationId xmlns:a16="http://schemas.microsoft.com/office/drawing/2014/main" id="{42AF8238-E854-45E7-BD1D-E14D6712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9858375"/>
            <a:ext cx="45720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후보 / 미선정 / 미측정</a:t>
            </a:r>
          </a:p>
        </p:txBody>
      </p:sp>
      <p:sp>
        <p:nvSpPr>
          <p:cNvPr id="16" name="dp45-background / n16 / text 1">
            <a:extLst xmlns:a="http://schemas.openxmlformats.org/drawingml/2006/main">
              <a:ext uri="{FF2B5EF4-FFF2-40B4-BE49-F238E27FC236}">
                <a16:creationId xmlns:a16="http://schemas.microsoft.com/office/drawing/2014/main" id="{BBDE6A98-D1CF-4E68-B7EE-5023F9E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57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지난번 / 서로 연결해야 할 세 종류의 기록</a:t>
            </a:r>
          </a:p>
        </p:txBody>
      </p:sp>
      <p:sp>
        <p:nvSpPr>
          <p:cNvPr id="17" name="dp45-background / n17">
            <a:extLst xmlns:a="http://schemas.openxmlformats.org/drawingml/2006/main">
              <a:ext uri="{FF2B5EF4-FFF2-40B4-BE49-F238E27FC236}">
                <a16:creationId xmlns:a16="http://schemas.microsoft.com/office/drawing/2014/main" id="{FC8D6A40-43E2-44CE-8311-8932DE0A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8" name="dp45-background / n17 / fold">
            <a:extLst xmlns:a="http://schemas.openxmlformats.org/drawingml/2006/main">
              <a:ext uri="{FF2B5EF4-FFF2-40B4-BE49-F238E27FC236}">
                <a16:creationId xmlns:a16="http://schemas.microsoft.com/office/drawing/2014/main" id="{42605927-62C8-4707-B4F9-D779225E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9" name="dp45-background / n18">
            <a:extLst xmlns:a="http://schemas.openxmlformats.org/drawingml/2006/main">
              <a:ext uri="{FF2B5EF4-FFF2-40B4-BE49-F238E27FC236}">
                <a16:creationId xmlns:a16="http://schemas.microsoft.com/office/drawing/2014/main" id="{0F8E7EA2-BB6F-468E-B737-1B3553F6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0" name="dp45-background / n18 / fold">
            <a:extLst xmlns:a="http://schemas.openxmlformats.org/drawingml/2006/main">
              <a:ext uri="{FF2B5EF4-FFF2-40B4-BE49-F238E27FC236}">
                <a16:creationId xmlns:a16="http://schemas.microsoft.com/office/drawing/2014/main" id="{286F23BC-C8F8-431F-AF50-4CE8D7E4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1" name="dp45-background / n19">
            <a:extLst xmlns:a="http://schemas.openxmlformats.org/drawingml/2006/main">
              <a:ext uri="{FF2B5EF4-FFF2-40B4-BE49-F238E27FC236}">
                <a16:creationId xmlns:a16="http://schemas.microsoft.com/office/drawing/2014/main" id="{1034BE5E-6DBF-4E58-8083-A4510C72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33725"/>
            <a:ext cx="3333750" cy="2733675"/>
          </a:xfrm>
          <a:custGeom xmlns:a="http://schemas.openxmlformats.org/drawingml/2006/main">
            <a:pathLst>
              <a:path w="3333750" h="2733675">
                <a:moveTo>
                  <a:pt x="0" y="0"/>
                </a:moveTo>
                <a:lnTo>
                  <a:pt x="3162300" y="0"/>
                </a:lnTo>
                <a:lnTo>
                  <a:pt x="3333750" y="171450"/>
                </a:lnTo>
                <a:lnTo>
                  <a:pt x="3333750" y="2733675"/>
                </a:lnTo>
                <a:lnTo>
                  <a:pt x="0" y="2733675"/>
                </a:lnTo>
                <a:close/>
              </a:path>
            </a:pathLst>
          </a:cu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2" name="dp45-background / n19 / fold">
            <a:extLst xmlns:a="http://schemas.openxmlformats.org/drawingml/2006/main">
              <a:ext uri="{FF2B5EF4-FFF2-40B4-BE49-F238E27FC236}">
                <a16:creationId xmlns:a16="http://schemas.microsoft.com/office/drawing/2014/main" id="{D4A63D77-D808-4A71-9658-335D9842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0"/>
                </a:moveTo>
                <a:lnTo>
                  <a:pt x="0" y="171450"/>
                </a:lnTo>
                <a:lnTo>
                  <a:pt x="171450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23" name="dp45-background / n20 / text 1">
            <a:extLst xmlns:a="http://schemas.openxmlformats.org/drawingml/2006/main">
              <a:ext uri="{FF2B5EF4-FFF2-40B4-BE49-F238E27FC236}">
                <a16:creationId xmlns:a16="http://schemas.microsoft.com/office/drawing/2014/main" id="{C1BD69F4-6351-40E5-9AF3-E6737D68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정정 Request</a:t>
            </a:r>
          </a:p>
        </p:txBody>
      </p:sp>
      <p:sp>
        <p:nvSpPr>
          <p:cNvPr id="24" name="dp45-background / n21 / text 1">
            <a:extLst xmlns:a="http://schemas.openxmlformats.org/drawingml/2006/main">
              <a:ext uri="{FF2B5EF4-FFF2-40B4-BE49-F238E27FC236}">
                <a16:creationId xmlns:a16="http://schemas.microsoft.com/office/drawing/2014/main" id="{F2765B96-2856-4182-ADA4-FB0DF0E9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“결론 먼저,</a:t>
            </a:r>
          </a:p>
        </p:txBody>
      </p:sp>
      <p:sp>
        <p:nvSpPr>
          <p:cNvPr id="25" name="dp45-background / n21 / text 2">
            <a:extLst xmlns:a="http://schemas.openxmlformats.org/drawingml/2006/main">
              <a:ext uri="{FF2B5EF4-FFF2-40B4-BE49-F238E27FC236}">
                <a16:creationId xmlns:a16="http://schemas.microsoft.com/office/drawing/2014/main" id="{D29984D6-228A-4331-9FE3-B7E2AF3B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짧은 문장으로</a:t>
            </a:r>
          </a:p>
        </p:txBody>
      </p:sp>
      <p:sp>
        <p:nvSpPr>
          <p:cNvPr id="26" name="dp45-background / n21 / text 3">
            <a:extLst xmlns:a="http://schemas.openxmlformats.org/drawingml/2006/main">
              <a:ext uri="{FF2B5EF4-FFF2-40B4-BE49-F238E27FC236}">
                <a16:creationId xmlns:a16="http://schemas.microsoft.com/office/drawing/2014/main" id="{3EA4DBCD-1C0D-45E9-B201-3FB707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952750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바꿔줘.”</a:t>
            </a:r>
          </a:p>
        </p:txBody>
      </p:sp>
      <p:sp>
        <p:nvSpPr>
          <p:cNvPr id="27" name="dp45-background / n22 / text 1">
            <a:extLst xmlns:a="http://schemas.openxmlformats.org/drawingml/2006/main">
              <a:ext uri="{FF2B5EF4-FFF2-40B4-BE49-F238E27FC236}">
                <a16:creationId xmlns:a16="http://schemas.microsoft.com/office/drawing/2014/main" id="{824036A1-227B-4A54-ABA8-77B3C826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29527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사용자가 고친 내용</a:t>
            </a:r>
          </a:p>
        </p:txBody>
      </p:sp>
      <p:sp>
        <p:nvSpPr>
          <p:cNvPr id="28" name="dp45-background / n23 / text 1">
            <a:extLst xmlns:a="http://schemas.openxmlformats.org/drawingml/2006/main">
              <a:ext uri="{FF2B5EF4-FFF2-40B4-BE49-F238E27FC236}">
                <a16:creationId xmlns:a16="http://schemas.microsoft.com/office/drawing/2014/main" id="{BDEF16CB-C535-485B-AAF4-CFB9C2B9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수정 전후 결과</a:t>
            </a:r>
          </a:p>
        </p:txBody>
      </p:sp>
      <p:sp>
        <p:nvSpPr>
          <p:cNvPr id="29" name="dp45-background / n24 / text 1">
            <a:extLst xmlns:a="http://schemas.openxmlformats.org/drawingml/2006/main">
              <a:ext uri="{FF2B5EF4-FFF2-40B4-BE49-F238E27FC236}">
                <a16:creationId xmlns:a16="http://schemas.microsoft.com/office/drawing/2014/main" id="{72181769-A547-49FE-9E55-E271FA80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38575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수정 전</a:t>
            </a:r>
          </a:p>
        </p:txBody>
      </p:sp>
      <p:sp>
        <p:nvSpPr>
          <p:cNvPr id="30" name="dp45-background / n25 / text 1">
            <a:extLst xmlns:a="http://schemas.openxmlformats.org/drawingml/2006/main">
              <a:ext uri="{FF2B5EF4-FFF2-40B4-BE49-F238E27FC236}">
                <a16:creationId xmlns:a16="http://schemas.microsoft.com/office/drawing/2014/main" id="{B24FDBCB-FD79-459C-BB00-D5342619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624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배경 설명 … 결론</a:t>
            </a:r>
          </a:p>
        </p:txBody>
      </p:sp>
      <p:sp>
        <p:nvSpPr>
          <p:cNvPr id="31" name="dp45-background / n26 / path">
            <a:extLst xmlns:a="http://schemas.openxmlformats.org/drawingml/2006/main">
              <a:ext uri="{FF2B5EF4-FFF2-40B4-BE49-F238E27FC236}">
                <a16:creationId xmlns:a16="http://schemas.microsoft.com/office/drawing/2014/main" id="{A73106D1-76CD-4286-85A7-84CC579C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81525"/>
            <a:ext cx="2952750" cy="953"/>
          </a:xfrm>
          <a:custGeom xmlns:a="http://schemas.openxmlformats.org/drawingml/2006/main">
            <a:pathLst>
              <a:path w="2952750" h="953">
                <a:moveTo>
                  <a:pt x="0" y="0"/>
                </a:moveTo>
                <a:lnTo>
                  <a:pt x="2952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6DE"/>
            </a:solidFill>
            <a:prstDash val="solid"/>
          </a:ln>
        </p:spPr>
      </p:sp>
      <p:sp>
        <p:nvSpPr>
          <p:cNvPr id="32" name="dp45-background / n27 / text 1">
            <a:extLst xmlns:a="http://schemas.openxmlformats.org/drawingml/2006/main">
              <a:ext uri="{FF2B5EF4-FFF2-40B4-BE49-F238E27FC236}">
                <a16:creationId xmlns:a16="http://schemas.microsoft.com/office/drawing/2014/main" id="{F3E091A1-B6C8-4369-8D18-6668A571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19650"/>
            <a:ext cx="2952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수정 후</a:t>
            </a:r>
          </a:p>
        </p:txBody>
      </p:sp>
      <p:sp>
        <p:nvSpPr>
          <p:cNvPr id="33" name="dp45-background / n28 / text 1">
            <a:extLst xmlns:a="http://schemas.openxmlformats.org/drawingml/2006/main">
              <a:ext uri="{FF2B5EF4-FFF2-40B4-BE49-F238E27FC236}">
                <a16:creationId xmlns:a16="http://schemas.microsoft.com/office/drawing/2014/main" id="{BC270631-E67C-4332-9939-590F93B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19700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결론 먼저 / 짧은 문장</a:t>
            </a:r>
          </a:p>
        </p:txBody>
      </p:sp>
      <p:sp>
        <p:nvSpPr>
          <p:cNvPr id="34" name="dp45-background / n29 / text 1">
            <a:extLst xmlns:a="http://schemas.openxmlformats.org/drawingml/2006/main">
              <a:ext uri="{FF2B5EF4-FFF2-40B4-BE49-F238E27FC236}">
                <a16:creationId xmlns:a16="http://schemas.microsoft.com/office/drawing/2014/main" id="{5D87DB18-7521-4497-8F03-469FE41F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05175"/>
            <a:ext cx="29527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실제 전달 기록</a:t>
            </a:r>
          </a:p>
        </p:txBody>
      </p:sp>
      <p:sp>
        <p:nvSpPr>
          <p:cNvPr id="35" name="dp45-background / n30 / text 1">
            <a:extLst xmlns:a="http://schemas.openxmlformats.org/drawingml/2006/main">
              <a:ext uri="{FF2B5EF4-FFF2-40B4-BE49-F238E27FC236}">
                <a16:creationId xmlns:a16="http://schemas.microsoft.com/office/drawing/2014/main" id="{A38FE497-4D74-47B2-9295-B02F43E8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24300"/>
            <a:ext cx="295275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수정 후 결과 전달</a:t>
            </a:r>
          </a:p>
        </p:txBody>
      </p:sp>
      <p:sp>
        <p:nvSpPr>
          <p:cNvPr id="36" name="dp45-background / n31 / text 1">
            <a:extLst xmlns:a="http://schemas.openxmlformats.org/drawingml/2006/main">
              <a:ext uri="{FF2B5EF4-FFF2-40B4-BE49-F238E27FC236}">
                <a16:creationId xmlns:a16="http://schemas.microsoft.com/office/drawing/2014/main" id="{BF64EA45-4480-4EA0-85A7-963D5448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7677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어느 결과 버전을</a:t>
            </a:r>
          </a:p>
        </p:txBody>
      </p:sp>
      <p:sp>
        <p:nvSpPr>
          <p:cNvPr id="37" name="dp45-background / n31 / text 2">
            <a:extLst xmlns:a="http://schemas.openxmlformats.org/drawingml/2006/main">
              <a:ext uri="{FF2B5EF4-FFF2-40B4-BE49-F238E27FC236}">
                <a16:creationId xmlns:a16="http://schemas.microsoft.com/office/drawing/2014/main" id="{860DE21A-3CBE-4D8C-8222-ADD6F7A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295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실제로 받았는지 확인</a:t>
            </a:r>
          </a:p>
        </p:txBody>
      </p:sp>
      <p:sp>
        <p:nvSpPr>
          <p:cNvPr id="38" name="dp45-background / n32 / path">
            <a:extLst xmlns:a="http://schemas.openxmlformats.org/drawingml/2006/main">
              <a:ext uri="{FF2B5EF4-FFF2-40B4-BE49-F238E27FC236}">
                <a16:creationId xmlns:a16="http://schemas.microsoft.com/office/drawing/2014/main" id="{36DBD2D6-4F4E-4E6A-B80D-B654A13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86275"/>
            <a:ext cx="114300" cy="953"/>
          </a:xfrm>
          <a:custGeom xmlns:a="http://schemas.openxmlformats.org/drawingml/2006/main"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39" name="dp45-background / n32 / arrow">
            <a:extLst xmlns:a="http://schemas.openxmlformats.org/drawingml/2006/main">
              <a:ext uri="{FF2B5EF4-FFF2-40B4-BE49-F238E27FC236}">
                <a16:creationId xmlns:a16="http://schemas.microsoft.com/office/drawing/2014/main" id="{E66EBAEA-DEF7-413A-BBBA-346210FC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1455" y="44253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0" name="dp45-background / n33 / path">
            <a:extLst xmlns:a="http://schemas.openxmlformats.org/drawingml/2006/main">
              <a:ext uri="{FF2B5EF4-FFF2-40B4-BE49-F238E27FC236}">
                <a16:creationId xmlns:a16="http://schemas.microsoft.com/office/drawing/2014/main" id="{57136400-B4F3-44AA-A56F-B3D7A2F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486275"/>
            <a:ext cx="114300" cy="953"/>
          </a:xfrm>
          <a:custGeom xmlns:a="http://schemas.openxmlformats.org/drawingml/2006/main"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41" name="dp45-background / n33 / arrow">
            <a:extLst xmlns:a="http://schemas.openxmlformats.org/drawingml/2006/main">
              <a:ext uri="{FF2B5EF4-FFF2-40B4-BE49-F238E27FC236}">
                <a16:creationId xmlns:a16="http://schemas.microsoft.com/office/drawing/2014/main" id="{5DF53141-4A08-473A-9DEA-6A94C6B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0955" y="44253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42" name="dp45-background / n34 / path">
            <a:extLst xmlns:a="http://schemas.openxmlformats.org/drawingml/2006/main">
              <a:ext uri="{FF2B5EF4-FFF2-40B4-BE49-F238E27FC236}">
                <a16:creationId xmlns:a16="http://schemas.microsoft.com/office/drawing/2014/main" id="{EFE73411-97A0-4471-962E-F3015E8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924550"/>
            <a:ext cx="7239000" cy="228600"/>
          </a:xfrm>
          <a:custGeom xmlns:a="http://schemas.openxmlformats.org/drawingml/2006/main">
            <a:pathLst>
              <a:path w="7239000" h="228600">
                <a:moveTo>
                  <a:pt x="0" y="0"/>
                </a:moveTo>
                <a:lnTo>
                  <a:pt x="0" y="228600"/>
                </a:lnTo>
                <a:lnTo>
                  <a:pt x="7239000" y="228600"/>
                </a:lnTo>
                <a:lnTo>
                  <a:pt x="723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43" name="dp45-background / n35 / text 1">
            <a:extLst xmlns:a="http://schemas.openxmlformats.org/drawingml/2006/main">
              <a:ext uri="{FF2B5EF4-FFF2-40B4-BE49-F238E27FC236}">
                <a16:creationId xmlns:a16="http://schemas.microsoft.com/office/drawing/2014/main" id="{D106E894-1FD9-4087-B1A9-48509639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5727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이번 / 새 보고서의 Request</a:t>
            </a:r>
          </a:p>
        </p:txBody>
      </p:sp>
      <p:sp>
        <p:nvSpPr>
          <p:cNvPr id="44" name="dp45-background / n36">
            <a:extLst xmlns:a="http://schemas.openxmlformats.org/drawingml/2006/main">
              <a:ext uri="{FF2B5EF4-FFF2-40B4-BE49-F238E27FC236}">
                <a16:creationId xmlns:a16="http://schemas.microsoft.com/office/drawing/2014/main" id="{25C4B5B6-1D96-4FE2-979D-75AC2563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43700"/>
            <a:ext cx="10572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p45-background / n37 / text 1">
            <a:extLst xmlns:a="http://schemas.openxmlformats.org/drawingml/2006/main">
              <a:ext uri="{FF2B5EF4-FFF2-40B4-BE49-F238E27FC236}">
                <a16:creationId xmlns:a16="http://schemas.microsoft.com/office/drawing/2014/main" id="{011D4B80-7D24-4215-BE8F-FAE6C6FD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34200"/>
            <a:ext cx="101917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“지난번에 내가 고친 표현 방식으로 이번 보고서도 정리해줘.”</a:t>
            </a:r>
          </a:p>
        </p:txBody>
      </p:sp>
      <p:sp>
        <p:nvSpPr>
          <p:cNvPr id="46" name="dp45-background / n38">
            <a:extLst xmlns:a="http://schemas.openxmlformats.org/drawingml/2006/main">
              <a:ext uri="{FF2B5EF4-FFF2-40B4-BE49-F238E27FC236}">
                <a16:creationId xmlns:a16="http://schemas.microsoft.com/office/drawing/2014/main" id="{3402EA7C-4145-4EA5-AA8E-93598F23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24775"/>
            <a:ext cx="10572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p45-background / n39 / path">
            <a:extLst xmlns:a="http://schemas.openxmlformats.org/drawingml/2006/main">
              <a:ext uri="{FF2B5EF4-FFF2-40B4-BE49-F238E27FC236}">
                <a16:creationId xmlns:a16="http://schemas.microsoft.com/office/drawing/2014/main" id="{E2013E6C-B53B-499B-AE63-2E4995D7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6153150"/>
            <a:ext cx="5457825" cy="1838325"/>
          </a:xfrm>
          <a:custGeom xmlns:a="http://schemas.openxmlformats.org/drawingml/2006/main">
            <a:pathLst>
              <a:path w="5457825" h="1838325">
                <a:moveTo>
                  <a:pt x="0" y="0"/>
                </a:moveTo>
                <a:lnTo>
                  <a:pt x="5457825" y="0"/>
                </a:lnTo>
                <a:lnTo>
                  <a:pt x="5457825" y="1838325"/>
                </a:lnTo>
                <a:lnTo>
                  <a:pt x="5286375" y="18383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87E8B"/>
            </a:solidFill>
            <a:prstDash val="solid"/>
          </a:ln>
        </p:spPr>
      </p:sp>
      <p:sp>
        <p:nvSpPr>
          <p:cNvPr id="48" name="dp45-background / n39 / arrow">
            <a:extLst xmlns:a="http://schemas.openxmlformats.org/drawingml/2006/main">
              <a:ext uri="{FF2B5EF4-FFF2-40B4-BE49-F238E27FC236}">
                <a16:creationId xmlns:a16="http://schemas.microsoft.com/office/drawing/2014/main" id="{F2EDF221-33EB-401B-8FCE-30017E7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0035"/>
            <a:ext cx="182880" cy="182880"/>
          </a:xfrm>
          <a:custGeom xmlns:a="http://schemas.openxmlformats.org/drawingml/2006/main">
            <a:pathLst>
              <a:path w="182880" h="182880">
                <a:moveTo>
                  <a:pt x="182880" y="0"/>
                </a:moveTo>
                <a:lnTo>
                  <a:pt x="0" y="91440"/>
                </a:lnTo>
                <a:lnTo>
                  <a:pt x="182880" y="182880"/>
                </a:lnTo>
              </a:path>
            </a:pathLst>
          </a:custGeom>
          <a:noFill xmlns:a="http://schemas.openxmlformats.org/drawingml/2006/main"/>
          <a:ln xmlns:a="http://schemas.openxmlformats.org/drawingml/2006/main" w="36576">
            <a:solidFill>
              <a:srgbClr val="087E8B"/>
            </a:solidFill>
            <a:prstDash val="solid"/>
          </a:ln>
        </p:spPr>
      </p:sp>
      <p:sp>
        <p:nvSpPr>
          <p:cNvPr id="49" name="dp45-background / n40 / text 1">
            <a:extLst xmlns:a="http://schemas.openxmlformats.org/drawingml/2006/main">
              <a:ext uri="{FF2B5EF4-FFF2-40B4-BE49-F238E27FC236}">
                <a16:creationId xmlns:a16="http://schemas.microsoft.com/office/drawing/2014/main" id="{4B4F328F-4BF2-40F4-8700-2C0A05A8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58125"/>
            <a:ext cx="1019175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이번 Request에 연결할 과거 Context / 정정 내용, 결과 버전과 실제 전달</a:t>
            </a:r>
          </a:p>
        </p:txBody>
      </p:sp>
      <p:sp>
        <p:nvSpPr>
          <p:cNvPr id="50" name="dp45-background / n41 / text 1">
            <a:extLst xmlns:a="http://schemas.openxmlformats.org/drawingml/2006/main">
              <a:ext uri="{FF2B5EF4-FFF2-40B4-BE49-F238E27FC236}">
                <a16:creationId xmlns:a16="http://schemas.microsoft.com/office/drawing/2014/main" id="{59594A36-EE4A-4BBC-B0C5-721CEFFD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81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기록 간 관계의 복원</a:t>
            </a:r>
          </a:p>
        </p:txBody>
      </p:sp>
      <p:sp>
        <p:nvSpPr>
          <p:cNvPr id="51" name="dp45-background / n42 / text 1">
            <a:extLst xmlns:a="http://schemas.openxmlformats.org/drawingml/2006/main">
              <a:ext uri="{FF2B5EF4-FFF2-40B4-BE49-F238E27FC236}">
                <a16:creationId xmlns:a16="http://schemas.microsoft.com/office/drawing/2014/main" id="{60814A84-5B67-4A68-B47A-D78A79A8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781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정정 내용과 결과 버전 및 실제 전달의 연결</a:t>
            </a:r>
          </a:p>
        </p:txBody>
      </p:sp>
      <p:sp>
        <p:nvSpPr>
          <p:cNvPr id="52" name="dp45-background / n43 / text 1">
            <a:extLst xmlns:a="http://schemas.openxmlformats.org/drawingml/2006/main">
              <a:ext uri="{FF2B5EF4-FFF2-40B4-BE49-F238E27FC236}">
                <a16:creationId xmlns:a16="http://schemas.microsoft.com/office/drawing/2014/main" id="{C96CADD6-A586-4DA1-8821-D17B9EBA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905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재사용 정보의 유효성</a:t>
            </a:r>
          </a:p>
        </p:txBody>
      </p:sp>
      <p:sp>
        <p:nvSpPr>
          <p:cNvPr id="53" name="dp45-background / n44 / text 1">
            <a:extLst xmlns:a="http://schemas.openxmlformats.org/drawingml/2006/main">
              <a:ext uri="{FF2B5EF4-FFF2-40B4-BE49-F238E27FC236}">
                <a16:creationId xmlns:a16="http://schemas.microsoft.com/office/drawing/2014/main" id="{611B28AB-DF05-4325-A42D-7EB2FC12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305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수정과 삭제 및 요약 누락의 확인</a:t>
            </a:r>
          </a:p>
        </p:txBody>
      </p:sp>
      <p:sp>
        <p:nvSpPr>
          <p:cNvPr id="54" name="dp45-background / n45 / text 1">
            <a:extLst xmlns:a="http://schemas.openxmlformats.org/drawingml/2006/main">
              <a:ext uri="{FF2B5EF4-FFF2-40B4-BE49-F238E27FC236}">
                <a16:creationId xmlns:a16="http://schemas.microsoft.com/office/drawing/2014/main" id="{8D784A8E-457D-4BB5-995A-1C53D2CC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429375"/>
            <a:ext cx="567690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반복 조회와 유지 비용</a:t>
            </a:r>
          </a:p>
        </p:txBody>
      </p:sp>
      <p:sp>
        <p:nvSpPr>
          <p:cNvPr id="55" name="dp45-background / n46 / text 1">
            <a:extLst xmlns:a="http://schemas.openxmlformats.org/drawingml/2006/main">
              <a:ext uri="{FF2B5EF4-FFF2-40B4-BE49-F238E27FC236}">
                <a16:creationId xmlns:a16="http://schemas.microsoft.com/office/drawing/2014/main" id="{80F56101-A779-4F53-82EC-22A8356D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829425"/>
            <a:ext cx="56769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생산과 조회 및 갱신 비용의 균형</a:t>
            </a:r>
          </a:p>
        </p:txBody>
      </p:sp>
    </p:spTree>
    <p:extLst>
      <p:ext uri="{BB962C8B-B14F-4D97-AF65-F5344CB8AC3E}">
        <p14:creationId xmlns:p14="http://schemas.microsoft.com/office/powerpoint/2010/main" val="53053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" name="dp45-comparison / n1">
            <a:extLst xmlns:a="http://schemas.openxmlformats.org/drawingml/2006/main">
              <a:ext uri="{FF2B5EF4-FFF2-40B4-BE49-F238E27FC236}">
                <a16:creationId xmlns:a16="http://schemas.microsoft.com/office/drawing/2014/main" id="{6C3AFE6C-42DC-45DD-A178-E010F46A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p45-comparison / n2 / text 1">
            <a:extLst xmlns:a="http://schemas.openxmlformats.org/drawingml/2006/main">
              <a:ext uri="{FF2B5EF4-FFF2-40B4-BE49-F238E27FC236}">
                <a16:creationId xmlns:a16="http://schemas.microsoft.com/office/drawing/2014/main" id="{22042AD7-247F-4CA9-BA6F-AF0BE434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238250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VIA SOFTWARE ARCHITECTURE / DP 설계 비교</a:t>
            </a:r>
          </a:p>
        </p:txBody>
      </p:sp>
      <p:sp>
        <p:nvSpPr>
          <p:cNvPr id="3" name="dp45-comparison / n3 / text 1">
            <a:extLst xmlns:a="http://schemas.openxmlformats.org/drawingml/2006/main">
              <a:ext uri="{FF2B5EF4-FFF2-40B4-BE49-F238E27FC236}">
                <a16:creationId xmlns:a16="http://schemas.microsoft.com/office/drawing/2014/main" id="{7193324E-82B8-4488-85E3-F2FADBE1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09550"/>
            <a:ext cx="4286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구조 비교 / 장단점 / QA Trade-off</a:t>
            </a:r>
          </a:p>
        </p:txBody>
      </p:sp>
      <p:sp>
        <p:nvSpPr>
          <p:cNvPr id="4" name="dp45-comparison / n4 / text 1">
            <a:extLst xmlns:a="http://schemas.openxmlformats.org/drawingml/2006/main">
              <a:ext uri="{FF2B5EF4-FFF2-40B4-BE49-F238E27FC236}">
                <a16:creationId xmlns:a16="http://schemas.microsoft.com/office/drawing/2014/main" id="{5DFA3B39-C62D-4511-97A1-6B439B89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"/>
            <a:ext cx="17526000" cy="538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2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04-45. 기능 정확성을 위한 VIA 기억과 Context 제공 설계</a:t>
            </a:r>
          </a:p>
        </p:txBody>
      </p:sp>
      <p:sp>
        <p:nvSpPr>
          <p:cNvPr id="5" name="dp45-comparison / n5 / path">
            <a:extLst xmlns:a="http://schemas.openxmlformats.org/drawingml/2006/main">
              <a:ext uri="{FF2B5EF4-FFF2-40B4-BE49-F238E27FC236}">
                <a16:creationId xmlns:a16="http://schemas.microsoft.com/office/drawing/2014/main" id="{CF4CFEE7-08ED-4CF1-AFAA-F5EA5EBF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52525"/>
            <a:ext cx="17526000" cy="953"/>
          </a:xfrm>
          <a:custGeom xmlns:a="http://schemas.openxmlformats.org/drawingml/2006/main">
            <a:pathLst>
              <a:path w="17526000" h="953">
                <a:moveTo>
                  <a:pt x="0" y="0"/>
                </a:moveTo>
                <a:lnTo>
                  <a:pt x="1752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6" name="dp45-comparison / n6 / text 1">
            <a:extLst xmlns:a="http://schemas.openxmlformats.org/drawingml/2006/main">
              <a:ext uri="{FF2B5EF4-FFF2-40B4-BE49-F238E27FC236}">
                <a16:creationId xmlns:a16="http://schemas.microsoft.com/office/drawing/2014/main" id="{E72D4428-4682-4CE9-93CD-3B8CF4A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1457325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“지난번에 내가 고친 표현 방식으로 이번 보고서도 정리해줘.”</a:t>
            </a:r>
          </a:p>
        </p:txBody>
      </p:sp>
      <p:sp>
        <p:nvSpPr>
          <p:cNvPr id="7" name="dp45-comparison / n7 / text 1">
            <a:extLst xmlns:a="http://schemas.openxmlformats.org/drawingml/2006/main">
              <a:ext uri="{FF2B5EF4-FFF2-40B4-BE49-F238E27FC236}">
                <a16:creationId xmlns:a16="http://schemas.microsoft.com/office/drawing/2014/main" id="{D0C777E8-187A-4FCB-8B6F-09271676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1381125"/>
            <a:ext cx="27622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수치와 점수 / 예상 예시</a:t>
            </a:r>
          </a:p>
        </p:txBody>
      </p:sp>
      <p:sp>
        <p:nvSpPr>
          <p:cNvPr id="8" name="dp45-comparison / n8">
            <a:extLst xmlns:a="http://schemas.openxmlformats.org/drawingml/2006/main">
              <a:ext uri="{FF2B5EF4-FFF2-40B4-BE49-F238E27FC236}">
                <a16:creationId xmlns:a16="http://schemas.microsoft.com/office/drawing/2014/main" id="{B4F9C127-1DE9-4FBF-8F62-AE9D3C62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90700"/>
            <a:ext cx="17526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7C7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9" name="dp45-comparison / n9 / text 1">
            <a:extLst xmlns:a="http://schemas.openxmlformats.org/drawingml/2006/main">
              <a:ext uri="{FF2B5EF4-FFF2-40B4-BE49-F238E27FC236}">
                <a16:creationId xmlns:a16="http://schemas.microsoft.com/office/drawing/2014/main" id="{F70865F2-9776-4331-A385-E074AE4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52625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설계안</a:t>
            </a:r>
          </a:p>
        </p:txBody>
      </p:sp>
      <p:sp>
        <p:nvSpPr>
          <p:cNvPr id="10" name="dp45-comparison / n10">
            <a:extLst xmlns:a="http://schemas.openxmlformats.org/drawingml/2006/main">
              <a:ext uri="{FF2B5EF4-FFF2-40B4-BE49-F238E27FC236}">
                <a16:creationId xmlns:a16="http://schemas.microsoft.com/office/drawing/2014/main" id="{D1B18CF4-6D96-4997-A30E-C4C895F2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14575"/>
            <a:ext cx="17526000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1" name="dp45-comparison / n11 / text 1">
            <a:extLst xmlns:a="http://schemas.openxmlformats.org/drawingml/2006/main">
              <a:ext uri="{FF2B5EF4-FFF2-40B4-BE49-F238E27FC236}">
                <a16:creationId xmlns:a16="http://schemas.microsoft.com/office/drawing/2014/main" id="{16E6BFB2-AF24-4654-B4A1-C205650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구조</a:t>
            </a:r>
          </a:p>
        </p:txBody>
      </p:sp>
      <p:sp>
        <p:nvSpPr>
          <p:cNvPr id="12" name="dp45-comparison / n12">
            <a:extLst xmlns:a="http://schemas.openxmlformats.org/drawingml/2006/main">
              <a:ext uri="{FF2B5EF4-FFF2-40B4-BE49-F238E27FC236}">
                <a16:creationId xmlns:a16="http://schemas.microsoft.com/office/drawing/2014/main" id="{CA50DBAE-1D7A-46BC-A7F2-03F6BA3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572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3" name="dp45-comparison / n13 / text 1">
            <a:extLst xmlns:a="http://schemas.openxmlformats.org/drawingml/2006/main">
              <a:ext uri="{FF2B5EF4-FFF2-40B4-BE49-F238E27FC236}">
                <a16:creationId xmlns:a16="http://schemas.microsoft.com/office/drawing/2014/main" id="{B2C33D0F-76BA-4126-94B2-C4906B52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734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장점</a:t>
            </a:r>
          </a:p>
        </p:txBody>
      </p:sp>
      <p:sp>
        <p:nvSpPr>
          <p:cNvPr id="14" name="dp45-comparison / n14">
            <a:extLst xmlns:a="http://schemas.openxmlformats.org/drawingml/2006/main">
              <a:ext uri="{FF2B5EF4-FFF2-40B4-BE49-F238E27FC236}">
                <a16:creationId xmlns:a16="http://schemas.microsoft.com/office/drawing/2014/main" id="{AA5B167B-B69C-4420-A8CC-60FB22EA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334375"/>
            <a:ext cx="1752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5" name="dp45-comparison / n15 / text 1">
            <a:extLst xmlns:a="http://schemas.openxmlformats.org/drawingml/2006/main">
              <a:ext uri="{FF2B5EF4-FFF2-40B4-BE49-F238E27FC236}">
                <a16:creationId xmlns:a16="http://schemas.microsoft.com/office/drawing/2014/main" id="{18969913-03F6-4F21-9C85-7CE842B0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8496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단점</a:t>
            </a:r>
          </a:p>
        </p:txBody>
      </p:sp>
      <p:sp>
        <p:nvSpPr>
          <p:cNvPr id="16" name="dp45-comparison / n16">
            <a:extLst xmlns:a="http://schemas.openxmlformats.org/drawingml/2006/main">
              <a:ext uri="{FF2B5EF4-FFF2-40B4-BE49-F238E27FC236}">
                <a16:creationId xmlns:a16="http://schemas.microsoft.com/office/drawing/2014/main" id="{EFF8A61B-8B15-494B-830B-669A274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096375"/>
            <a:ext cx="17526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DD6DE"/>
            </a:solidFill>
            <a:prstDash val="solid"/>
          </a:ln>
        </p:spPr>
      </p:sp>
      <p:sp>
        <p:nvSpPr>
          <p:cNvPr id="17" name="dp45-comparison / n17 / text 1">
            <a:extLst xmlns:a="http://schemas.openxmlformats.org/drawingml/2006/main">
              <a:ext uri="{FF2B5EF4-FFF2-40B4-BE49-F238E27FC236}">
                <a16:creationId xmlns:a16="http://schemas.microsoft.com/office/drawing/2014/main" id="{4933697C-4906-46E8-A1DE-F315B7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25830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QA</a:t>
            </a:r>
          </a:p>
        </p:txBody>
      </p:sp>
      <p:sp>
        <p:nvSpPr>
          <p:cNvPr id="18" name="dp45-comparison / n17 / text 2">
            <a:extLst xmlns:a="http://schemas.openxmlformats.org/drawingml/2006/main">
              <a:ext uri="{FF2B5EF4-FFF2-40B4-BE49-F238E27FC236}">
                <a16:creationId xmlns:a16="http://schemas.microsoft.com/office/drawing/2014/main" id="{7DDDC7F9-9493-4E7E-80F3-4627F8CE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505950"/>
            <a:ext cx="93345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Trade-off</a:t>
            </a:r>
          </a:p>
        </p:txBody>
      </p:sp>
      <p:sp>
        <p:nvSpPr>
          <p:cNvPr id="19" name="dp45-comparison / n18 / path">
            <a:extLst xmlns:a="http://schemas.openxmlformats.org/drawingml/2006/main">
              <a:ext uri="{FF2B5EF4-FFF2-40B4-BE49-F238E27FC236}">
                <a16:creationId xmlns:a16="http://schemas.microsoft.com/office/drawing/2014/main" id="{D565BCDF-5292-4B69-8ACC-FE9B6A28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0" name="dp45-comparison / n19 / path">
            <a:extLst xmlns:a="http://schemas.openxmlformats.org/drawingml/2006/main">
              <a:ext uri="{FF2B5EF4-FFF2-40B4-BE49-F238E27FC236}">
                <a16:creationId xmlns:a16="http://schemas.microsoft.com/office/drawing/2014/main" id="{5EFF70EE-B146-47C2-B540-9B4D8427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953" cy="8210550"/>
          </a:xfrm>
          <a:custGeom xmlns:a="http://schemas.openxmlformats.org/drawingml/2006/main">
            <a:pathLst>
              <a:path w="953" h="8210550">
                <a:moveTo>
                  <a:pt x="0" y="0"/>
                </a:moveTo>
                <a:lnTo>
                  <a:pt x="0" y="821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DD6DE"/>
            </a:solidFill>
            <a:prstDash val="solid"/>
          </a:ln>
        </p:spPr>
      </p:sp>
      <p:sp>
        <p:nvSpPr>
          <p:cNvPr id="21" name="dp45-comparison / n20 / text 1">
            <a:extLst xmlns:a="http://schemas.openxmlformats.org/drawingml/2006/main">
              <a:ext uri="{FF2B5EF4-FFF2-40B4-BE49-F238E27FC236}">
                <a16:creationId xmlns:a16="http://schemas.microsoft.com/office/drawing/2014/main" id="{8C78FC00-CA97-40E3-863E-CD3C7348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A 원본 서비스 조합</a:t>
            </a:r>
          </a:p>
        </p:txBody>
      </p:sp>
      <p:sp>
        <p:nvSpPr>
          <p:cNvPr id="22" name="dp45-comparison / n21 / text 1">
            <a:extLst xmlns:a="http://schemas.openxmlformats.org/drawingml/2006/main">
              <a:ext uri="{FF2B5EF4-FFF2-40B4-BE49-F238E27FC236}">
                <a16:creationId xmlns:a16="http://schemas.microsoft.com/office/drawing/2014/main" id="{7CCD4C16-BAE6-4E89-870A-C2A7F1CF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필요한 요청 중심의 처리로 전체 메모리 13.2 GB (메모리 효율성 ↑)</a:t>
            </a:r>
          </a:p>
        </p:txBody>
      </p:sp>
      <p:sp>
        <p:nvSpPr>
          <p:cNvPr id="23" name="dp45-comparison / n22 / text 1">
            <a:extLst xmlns:a="http://schemas.openxmlformats.org/drawingml/2006/main">
              <a:ext uri="{FF2B5EF4-FFF2-40B4-BE49-F238E27FC236}">
                <a16:creationId xmlns:a16="http://schemas.microsoft.com/office/drawing/2014/main" id="{0DCA023C-BC7A-43F6-8483-D872F3D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반복 교차 결합의 관계 누락으로 정확 처리율 90% (기능 정확성 ↓)</a:t>
            </a:r>
          </a:p>
        </p:txBody>
      </p:sp>
      <p:sp>
        <p:nvSpPr>
          <p:cNvPr id="24" name="dp45-comparison / n23 / text 1">
            <a:extLst xmlns:a="http://schemas.openxmlformats.org/drawingml/2006/main">
              <a:ext uri="{FF2B5EF4-FFF2-40B4-BE49-F238E27FC236}">
                <a16:creationId xmlns:a16="http://schemas.microsoft.com/office/drawing/2014/main" id="{330A4D1F-202B-410B-9401-F874440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734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여러 원본 조회와 결합으로 완료시간 7.0 s (요청 완료 신속성 ↓)</a:t>
            </a:r>
          </a:p>
        </p:txBody>
      </p:sp>
      <p:sp>
        <p:nvSpPr>
          <p:cNvPr id="25" name="dp45-comparison / n24 / text 1">
            <a:extLst xmlns:a="http://schemas.openxmlformats.org/drawingml/2006/main">
              <a:ext uri="{FF2B5EF4-FFF2-40B4-BE49-F238E27FC236}">
                <a16:creationId xmlns:a16="http://schemas.microsoft.com/office/drawing/2014/main" id="{E866EDBA-95F3-414D-B9CD-F65347FE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26" name="dp45-comparison / n25 / text 1">
            <a:extLst xmlns:a="http://schemas.openxmlformats.org/drawingml/2006/main">
              <a:ext uri="{FF2B5EF4-FFF2-40B4-BE49-F238E27FC236}">
                <a16:creationId xmlns:a16="http://schemas.microsoft.com/office/drawing/2014/main" id="{3D93BBF7-BACC-4BBB-BB1D-53ED373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27" name="dp45-comparison / n26 / text 1">
            <a:extLst xmlns:a="http://schemas.openxmlformats.org/drawingml/2006/main">
              <a:ext uri="{FF2B5EF4-FFF2-40B4-BE49-F238E27FC236}">
                <a16:creationId xmlns:a16="http://schemas.microsoft.com/office/drawing/2014/main" id="{D0D84B32-7AE6-4D41-A7FF-1D3152BF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90%</a:t>
            </a:r>
          </a:p>
        </p:txBody>
      </p:sp>
      <p:sp>
        <p:nvSpPr>
          <p:cNvPr id="28" name="dp45-comparison / n27 / text 1">
            <a:extLst xmlns:a="http://schemas.openxmlformats.org/drawingml/2006/main">
              <a:ext uri="{FF2B5EF4-FFF2-40B4-BE49-F238E27FC236}">
                <a16:creationId xmlns:a16="http://schemas.microsoft.com/office/drawing/2014/main" id="{6E0C50DC-7E3F-4F61-A7BB-53FB89F1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29" name="dp45-comparison / n28 / text 1">
            <a:extLst xmlns:a="http://schemas.openxmlformats.org/drawingml/2006/main">
              <a:ext uri="{FF2B5EF4-FFF2-40B4-BE49-F238E27FC236}">
                <a16:creationId xmlns:a16="http://schemas.microsoft.com/office/drawing/2014/main" id="{9894402C-6D4E-4C32-844D-349FA238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30" name="dp45-comparison / n29 / text 1">
            <a:extLst xmlns:a="http://schemas.openxmlformats.org/drawingml/2006/main">
              <a:ext uri="{FF2B5EF4-FFF2-40B4-BE49-F238E27FC236}">
                <a16:creationId xmlns:a16="http://schemas.microsoft.com/office/drawing/2014/main" id="{613C6DBC-EE32-4AB2-B13A-B7B5088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31" name="dp45-comparison / n30 / text 1">
            <a:extLst xmlns:a="http://schemas.openxmlformats.org/drawingml/2006/main">
              <a:ext uri="{FF2B5EF4-FFF2-40B4-BE49-F238E27FC236}">
                <a16:creationId xmlns:a16="http://schemas.microsoft.com/office/drawing/2014/main" id="{D7935085-5112-4187-A838-E0E4846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7.0 s</a:t>
            </a:r>
          </a:p>
        </p:txBody>
      </p:sp>
      <p:sp>
        <p:nvSpPr>
          <p:cNvPr id="32" name="dp45-comparison / n31 / text 1">
            <a:extLst xmlns:a="http://schemas.openxmlformats.org/drawingml/2006/main">
              <a:ext uri="{FF2B5EF4-FFF2-40B4-BE49-F238E27FC236}">
                <a16:creationId xmlns:a16="http://schemas.microsoft.com/office/drawing/2014/main" id="{1D9F3E63-478E-4156-8814-92C81E29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33" name="dp45-comparison / n32 / text 1">
            <a:extLst xmlns:a="http://schemas.openxmlformats.org/drawingml/2006/main">
              <a:ext uri="{FF2B5EF4-FFF2-40B4-BE49-F238E27FC236}">
                <a16:creationId xmlns:a16="http://schemas.microsoft.com/office/drawing/2014/main" id="{0F37BA62-E9E8-44BA-8813-2FE6E0B6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34" name="dp45-comparison / n33 / text 1">
            <a:extLst xmlns:a="http://schemas.openxmlformats.org/drawingml/2006/main">
              <a:ext uri="{FF2B5EF4-FFF2-40B4-BE49-F238E27FC236}">
                <a16:creationId xmlns:a16="http://schemas.microsoft.com/office/drawing/2014/main" id="{0E216DA8-E6AB-46AB-A5FA-EDD05076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35" name="dp45-comparison / n34 / text 1">
            <a:extLst xmlns:a="http://schemas.openxmlformats.org/drawingml/2006/main">
              <a:ext uri="{FF2B5EF4-FFF2-40B4-BE49-F238E27FC236}">
                <a16:creationId xmlns:a16="http://schemas.microsoft.com/office/drawing/2014/main" id="{DF18328D-8B88-4B14-82F6-1AB64D3C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13.2 GB</a:t>
            </a:r>
          </a:p>
        </p:txBody>
      </p:sp>
      <p:sp>
        <p:nvSpPr>
          <p:cNvPr id="36" name="dp45-comparison / n35 / text 1">
            <a:extLst xmlns:a="http://schemas.openxmlformats.org/drawingml/2006/main">
              <a:ext uri="{FF2B5EF4-FFF2-40B4-BE49-F238E27FC236}">
                <a16:creationId xmlns:a16="http://schemas.microsoft.com/office/drawing/2014/main" id="{115F0011-823D-46F0-9372-D1AF483D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37" name="dp45-comparison / n36 / text 1">
            <a:extLst xmlns:a="http://schemas.openxmlformats.org/drawingml/2006/main">
              <a:ext uri="{FF2B5EF4-FFF2-40B4-BE49-F238E27FC236}">
                <a16:creationId xmlns:a16="http://schemas.microsoft.com/office/drawing/2014/main" id="{1D5ADAA7-A342-4A9E-B50E-F737A2C5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33575"/>
            <a:ext cx="798195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B 공통 파생 기억의 생산과 조회</a:t>
            </a:r>
          </a:p>
        </p:txBody>
      </p:sp>
      <p:sp>
        <p:nvSpPr>
          <p:cNvPr id="38" name="dp45-comparison / n37 / text 1">
            <a:extLst xmlns:a="http://schemas.openxmlformats.org/drawingml/2006/main">
              <a:ext uri="{FF2B5EF4-FFF2-40B4-BE49-F238E27FC236}">
                <a16:creationId xmlns:a16="http://schemas.microsoft.com/office/drawing/2014/main" id="{F63FB456-D635-4BD0-9476-74BA20F2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696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검증된 과거 관계 재사용으로 정확 처리율 94% (기능 정확성 ↑)</a:t>
            </a:r>
          </a:p>
        </p:txBody>
      </p:sp>
      <p:sp>
        <p:nvSpPr>
          <p:cNvPr id="39" name="dp45-comparison / n38 / text 1">
            <a:extLst xmlns:a="http://schemas.openxmlformats.org/drawingml/2006/main">
              <a:ext uri="{FF2B5EF4-FFF2-40B4-BE49-F238E27FC236}">
                <a16:creationId xmlns:a16="http://schemas.microsoft.com/office/drawing/2014/main" id="{CEEE79F0-590A-4D54-B713-2E299FB2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7972425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원본별 교차 결합 축소로 완료시간 4.5 s (요청 완료 신속성 ↑)</a:t>
            </a:r>
          </a:p>
        </p:txBody>
      </p:sp>
      <p:sp>
        <p:nvSpPr>
          <p:cNvPr id="40" name="dp45-comparison / n39 / text 1">
            <a:extLst xmlns:a="http://schemas.openxmlformats.org/drawingml/2006/main">
              <a:ext uri="{FF2B5EF4-FFF2-40B4-BE49-F238E27FC236}">
                <a16:creationId xmlns:a16="http://schemas.microsoft.com/office/drawing/2014/main" id="{B09BF20D-A012-4249-BA23-CF223C90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8458200"/>
            <a:ext cx="796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▪ 관계 생산 session과 KV로 전체 메모리 14.0 GB (메모리 효율성 ↓)</a:t>
            </a:r>
          </a:p>
        </p:txBody>
      </p:sp>
      <p:sp>
        <p:nvSpPr>
          <p:cNvPr id="41" name="dp45-comparison / n40 / text 1">
            <a:extLst xmlns:a="http://schemas.openxmlformats.org/drawingml/2006/main">
              <a:ext uri="{FF2B5EF4-FFF2-40B4-BE49-F238E27FC236}">
                <a16:creationId xmlns:a16="http://schemas.microsoft.com/office/drawing/2014/main" id="{0C155792-9BE8-4ACA-BD10-EB3B297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18210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V-01 기능 정확성</a:t>
            </a:r>
          </a:p>
        </p:txBody>
      </p:sp>
      <p:sp>
        <p:nvSpPr>
          <p:cNvPr id="42" name="dp45-comparison / n41 / text 1">
            <a:extLst xmlns:a="http://schemas.openxmlformats.org/drawingml/2006/main">
              <a:ext uri="{FF2B5EF4-FFF2-40B4-BE49-F238E27FC236}">
                <a16:creationId xmlns:a16="http://schemas.microsoft.com/office/drawing/2014/main" id="{C77CC467-534A-4833-9E12-8C13AD98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17257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3" name="dp45-comparison / n42 / text 1">
            <a:extLst xmlns:a="http://schemas.openxmlformats.org/drawingml/2006/main">
              <a:ext uri="{FF2B5EF4-FFF2-40B4-BE49-F238E27FC236}">
                <a16:creationId xmlns:a16="http://schemas.microsoft.com/office/drawing/2014/main" id="{051CFC0D-E3D9-4F0A-B8F0-F5FA14DD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18210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94%</a:t>
            </a:r>
          </a:p>
        </p:txBody>
      </p:sp>
      <p:sp>
        <p:nvSpPr>
          <p:cNvPr id="44" name="dp45-comparison / n43 / text 1">
            <a:extLst xmlns:a="http://schemas.openxmlformats.org/drawingml/2006/main">
              <a:ext uri="{FF2B5EF4-FFF2-40B4-BE49-F238E27FC236}">
                <a16:creationId xmlns:a16="http://schemas.microsoft.com/office/drawing/2014/main" id="{48D27169-0D0C-40FE-AC3B-B217BBB2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20115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정확 처리율 ↑</a:t>
            </a:r>
          </a:p>
        </p:txBody>
      </p:sp>
      <p:sp>
        <p:nvSpPr>
          <p:cNvPr id="45" name="dp45-comparison / n44 / text 1">
            <a:extLst xmlns:a="http://schemas.openxmlformats.org/drawingml/2006/main">
              <a:ext uri="{FF2B5EF4-FFF2-40B4-BE49-F238E27FC236}">
                <a16:creationId xmlns:a16="http://schemas.microsoft.com/office/drawing/2014/main" id="{465564D7-8D2E-4268-9D34-CA90BF93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439275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V-05 요청 완료 신속성</a:t>
            </a:r>
          </a:p>
        </p:txBody>
      </p:sp>
      <p:sp>
        <p:nvSpPr>
          <p:cNvPr id="46" name="dp45-comparison / n45 / text 1">
            <a:extLst xmlns:a="http://schemas.openxmlformats.org/drawingml/2006/main">
              <a:ext uri="{FF2B5EF4-FFF2-40B4-BE49-F238E27FC236}">
                <a16:creationId xmlns:a16="http://schemas.microsoft.com/office/drawing/2014/main" id="{87341B1F-942A-415C-B637-567C4EB2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429750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●●●</a:t>
            </a:r>
          </a:p>
        </p:txBody>
      </p:sp>
      <p:sp>
        <p:nvSpPr>
          <p:cNvPr id="47" name="dp45-comparison / n46 / text 1">
            <a:extLst xmlns:a="http://schemas.openxmlformats.org/drawingml/2006/main">
              <a:ext uri="{FF2B5EF4-FFF2-40B4-BE49-F238E27FC236}">
                <a16:creationId xmlns:a16="http://schemas.microsoft.com/office/drawing/2014/main" id="{8610D163-DCC7-4B79-A2A9-A8DE9798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439275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4.5 s</a:t>
            </a:r>
          </a:p>
        </p:txBody>
      </p:sp>
      <p:sp>
        <p:nvSpPr>
          <p:cNvPr id="48" name="dp45-comparison / n47 / text 1">
            <a:extLst xmlns:a="http://schemas.openxmlformats.org/drawingml/2006/main">
              <a:ext uri="{FF2B5EF4-FFF2-40B4-BE49-F238E27FC236}">
                <a16:creationId xmlns:a16="http://schemas.microsoft.com/office/drawing/2014/main" id="{AF254E95-4AF7-4F7D-BF6A-35241B46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458325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p95 VIA 완료시간 ↓</a:t>
            </a:r>
          </a:p>
        </p:txBody>
      </p:sp>
      <p:sp>
        <p:nvSpPr>
          <p:cNvPr id="49" name="dp45-comparison / n48 / text 1">
            <a:extLst xmlns:a="http://schemas.openxmlformats.org/drawingml/2006/main">
              <a:ext uri="{FF2B5EF4-FFF2-40B4-BE49-F238E27FC236}">
                <a16:creationId xmlns:a16="http://schemas.microsoft.com/office/drawing/2014/main" id="{35156ED2-D35F-460B-80E9-9180683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9696450"/>
            <a:ext cx="3190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V-06 메모리 효율성</a:t>
            </a:r>
          </a:p>
        </p:txBody>
      </p:sp>
      <p:sp>
        <p:nvSpPr>
          <p:cNvPr id="50" name="dp45-comparison / n49 / text 1">
            <a:extLst xmlns:a="http://schemas.openxmlformats.org/drawingml/2006/main">
              <a:ext uri="{FF2B5EF4-FFF2-40B4-BE49-F238E27FC236}">
                <a16:creationId xmlns:a16="http://schemas.microsoft.com/office/drawing/2014/main" id="{280D845D-3480-472E-9D31-47C97CEB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9686925"/>
            <a:ext cx="106680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●●○</a:t>
            </a:r>
          </a:p>
        </p:txBody>
      </p:sp>
      <p:sp>
        <p:nvSpPr>
          <p:cNvPr id="51" name="dp45-comparison / n50 / text 1">
            <a:extLst xmlns:a="http://schemas.openxmlformats.org/drawingml/2006/main">
              <a:ext uri="{FF2B5EF4-FFF2-40B4-BE49-F238E27FC236}">
                <a16:creationId xmlns:a16="http://schemas.microsoft.com/office/drawing/2014/main" id="{D580F6C0-FFDE-4DB0-BF0A-AD0F273A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1325" y="9696450"/>
            <a:ext cx="133350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14.0 GB</a:t>
            </a:r>
          </a:p>
        </p:txBody>
      </p:sp>
      <p:sp>
        <p:nvSpPr>
          <p:cNvPr id="52" name="dp45-comparison / n51 / text 1">
            <a:extLst xmlns:a="http://schemas.openxmlformats.org/drawingml/2006/main">
              <a:ext uri="{FF2B5EF4-FFF2-40B4-BE49-F238E27FC236}">
                <a16:creationId xmlns:a16="http://schemas.microsoft.com/office/drawing/2014/main" id="{8105996A-68B9-4E5F-ADC0-4A2CDCB8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9715500"/>
            <a:ext cx="19621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최대 전체 메모리 ↓</a:t>
            </a:r>
          </a:p>
        </p:txBody>
      </p:sp>
      <p:sp>
        <p:nvSpPr>
          <p:cNvPr id="53" name="dp45-comparison / n52 / text 1">
            <a:extLst xmlns:a="http://schemas.openxmlformats.org/drawingml/2006/main">
              <a:ext uri="{FF2B5EF4-FFF2-40B4-BE49-F238E27FC236}">
                <a16:creationId xmlns:a16="http://schemas.microsoft.com/office/drawing/2014/main" id="{453BD1AE-6718-480F-9E6E-82B84064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67925"/>
            <a:ext cx="144780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비교 예시 조건: 게시 범위 안 과거 관계의 반복 재사용 / A의 index와 cache도 허용</a:t>
            </a:r>
          </a:p>
        </p:txBody>
      </p:sp>
      <p:sp>
        <p:nvSpPr>
          <p:cNvPr id="54" name="dp45-comparison / n53 / text 1">
            <a:extLst xmlns:a="http://schemas.openxmlformats.org/drawingml/2006/main">
              <a:ext uri="{FF2B5EF4-FFF2-40B4-BE49-F238E27FC236}">
                <a16:creationId xmlns:a16="http://schemas.microsoft.com/office/drawing/2014/main" id="{3EB657E9-5CEB-439F-A17E-A8DBA2BA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10067925"/>
            <a:ext cx="30003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● 많을수록 우수 / 미측정</a:t>
            </a:r>
          </a:p>
        </p:txBody>
      </p:sp>
      <p:sp>
        <p:nvSpPr>
          <p:cNvPr id="55" name="dp45-comparison / n56">
            <a:extLst xmlns:a="http://schemas.openxmlformats.org/drawingml/2006/main">
              <a:ext uri="{FF2B5EF4-FFF2-40B4-BE49-F238E27FC236}">
                <a16:creationId xmlns:a16="http://schemas.microsoft.com/office/drawing/2014/main" id="{2AD3A826-6960-4932-8717-A3FD4D7D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6" name="dp45-comparison / n57 / text 1">
            <a:extLst xmlns:a="http://schemas.openxmlformats.org/drawingml/2006/main">
              <a:ext uri="{FF2B5EF4-FFF2-40B4-BE49-F238E27FC236}">
                <a16:creationId xmlns:a16="http://schemas.microsoft.com/office/drawing/2014/main" id="{03820B1C-0001-4FA9-9B58-5EAF2895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57" name="dp45-comparison / n60">
            <a:extLst xmlns:a="http://schemas.openxmlformats.org/drawingml/2006/main">
              <a:ext uri="{FF2B5EF4-FFF2-40B4-BE49-F238E27FC236}">
                <a16:creationId xmlns:a16="http://schemas.microsoft.com/office/drawing/2014/main" id="{28CED587-2A27-4018-BEA3-CA444B76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58" name="dp45-comparison / n61 / text 1">
            <a:extLst xmlns:a="http://schemas.openxmlformats.org/drawingml/2006/main">
              <a:ext uri="{FF2B5EF4-FFF2-40B4-BE49-F238E27FC236}">
                <a16:creationId xmlns:a16="http://schemas.microsoft.com/office/drawing/2014/main" id="{92371754-E505-4431-A25A-C4362CE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59" name="dp45-comparison / n64">
            <a:extLst xmlns:a="http://schemas.openxmlformats.org/drawingml/2006/main">
              <a:ext uri="{FF2B5EF4-FFF2-40B4-BE49-F238E27FC236}">
                <a16:creationId xmlns:a16="http://schemas.microsoft.com/office/drawing/2014/main" id="{776BF349-DEA6-460D-AFA3-BACAF229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60" name="dp45-comparison / n65 / text 1">
            <a:extLst xmlns:a="http://schemas.openxmlformats.org/drawingml/2006/main">
              <a:ext uri="{FF2B5EF4-FFF2-40B4-BE49-F238E27FC236}">
                <a16:creationId xmlns:a16="http://schemas.microsoft.com/office/drawing/2014/main" id="{822D2FE8-3747-414D-9B50-F9AE2746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61" name="dp45-comparison / n68">
            <a:extLst xmlns:a="http://schemas.openxmlformats.org/drawingml/2006/main">
              <a:ext uri="{FF2B5EF4-FFF2-40B4-BE49-F238E27FC236}">
                <a16:creationId xmlns:a16="http://schemas.microsoft.com/office/drawing/2014/main" id="{BF0C6113-ED5B-4C93-B389-79BE09E1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2" name="dp45-comparison / n69 / text 1">
            <a:extLst xmlns:a="http://schemas.openxmlformats.org/drawingml/2006/main">
              <a:ext uri="{FF2B5EF4-FFF2-40B4-BE49-F238E27FC236}">
                <a16:creationId xmlns:a16="http://schemas.microsoft.com/office/drawing/2014/main" id="{DC168855-65EF-4622-BBB7-D02DDB8A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63" name="dp45-comparison / n72">
            <a:extLst xmlns:a="http://schemas.openxmlformats.org/drawingml/2006/main">
              <a:ext uri="{FF2B5EF4-FFF2-40B4-BE49-F238E27FC236}">
                <a16:creationId xmlns:a16="http://schemas.microsoft.com/office/drawing/2014/main" id="{2DB31B6F-7F22-441B-82FB-20488A54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24350"/>
            <a:ext cx="23622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58A5"/>
            </a:solidFill>
            <a:prstDash val="solid"/>
          </a:ln>
        </p:spPr>
      </p:sp>
      <p:sp>
        <p:nvSpPr>
          <p:cNvPr id="64" name="dp45-comparison / n73 / text 1">
            <a:extLst xmlns:a="http://schemas.openxmlformats.org/drawingml/2006/main">
              <a:ext uri="{FF2B5EF4-FFF2-40B4-BE49-F238E27FC236}">
                <a16:creationId xmlns:a16="http://schemas.microsoft.com/office/drawing/2014/main" id="{344B967D-F4FC-4305-AE93-A85E8B0E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1504"/>
            <a:ext cx="21907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Context Composer</a:t>
            </a:r>
          </a:p>
        </p:txBody>
      </p:sp>
      <p:sp>
        <p:nvSpPr>
          <p:cNvPr id="65" name="dp45-comparison / n74">
            <a:extLst xmlns:a="http://schemas.openxmlformats.org/drawingml/2006/main">
              <a:ext uri="{FF2B5EF4-FFF2-40B4-BE49-F238E27FC236}">
                <a16:creationId xmlns:a16="http://schemas.microsoft.com/office/drawing/2014/main" id="{04271573-3AB3-4B54-A50C-F5447EE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381625"/>
            <a:ext cx="24765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6" name="dp45-comparison / n75 / text 1">
            <a:extLst xmlns:a="http://schemas.openxmlformats.org/drawingml/2006/main">
              <a:ext uri="{FF2B5EF4-FFF2-40B4-BE49-F238E27FC236}">
                <a16:creationId xmlns:a16="http://schemas.microsoft.com/office/drawing/2014/main" id="{0CB4DBDA-5793-4D6A-9590-D29E111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43550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Source View Cache</a:t>
            </a:r>
          </a:p>
        </p:txBody>
      </p:sp>
      <p:sp>
        <p:nvSpPr>
          <p:cNvPr id="67" name="dp45-comparison / n76">
            <a:extLst xmlns:a="http://schemas.openxmlformats.org/drawingml/2006/main">
              <a:ext uri="{FF2B5EF4-FFF2-40B4-BE49-F238E27FC236}">
                <a16:creationId xmlns:a16="http://schemas.microsoft.com/office/drawing/2014/main" id="{6F4E6D6B-8718-4F71-84AA-0CA43B03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81625"/>
            <a:ext cx="22860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68" name="dp45-comparison / n77 / text 1">
            <a:extLst xmlns:a="http://schemas.openxmlformats.org/drawingml/2006/main">
              <a:ext uri="{FF2B5EF4-FFF2-40B4-BE49-F238E27FC236}">
                <a16:creationId xmlns:a16="http://schemas.microsoft.com/office/drawing/2014/main" id="{DB1604A1-0E18-4FEB-A1B1-C681DC5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543550"/>
            <a:ext cx="2114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Evidence Set</a:t>
            </a:r>
          </a:p>
        </p:txBody>
      </p:sp>
      <p:sp>
        <p:nvSpPr>
          <p:cNvPr id="69" name="dp45-comparison / n78 / path">
            <a:extLst xmlns:a="http://schemas.openxmlformats.org/drawingml/2006/main">
              <a:ext uri="{FF2B5EF4-FFF2-40B4-BE49-F238E27FC236}">
                <a16:creationId xmlns:a16="http://schemas.microsoft.com/office/drawing/2014/main" id="{E78009FA-EF67-4345-933E-9D6B9E13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1247775"/>
                </a:moveTo>
                <a:lnTo>
                  <a:pt x="2667000" y="552450"/>
                </a:lnTo>
                <a:lnTo>
                  <a:pt x="0" y="55245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0" name="dp45-comparison / n78 / arrow">
            <a:extLst xmlns:a="http://schemas.openxmlformats.org/drawingml/2006/main">
              <a:ext uri="{FF2B5EF4-FFF2-40B4-BE49-F238E27FC236}">
                <a16:creationId xmlns:a16="http://schemas.microsoft.com/office/drawing/2014/main" id="{39DBEFFE-88F7-4627-BB5C-6F894BA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1" name="dp45-comparison / n79 / path">
            <a:extLst xmlns:a="http://schemas.openxmlformats.org/drawingml/2006/main">
              <a:ext uri="{FF2B5EF4-FFF2-40B4-BE49-F238E27FC236}">
                <a16:creationId xmlns:a16="http://schemas.microsoft.com/office/drawing/2014/main" id="{C84BD4DC-31FB-4207-940D-5E527080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0"/>
                </a:moveTo>
                <a:lnTo>
                  <a:pt x="0" y="1123950"/>
                </a:lnTo>
                <a:lnTo>
                  <a:pt x="2762250" y="1123950"/>
                </a:lnTo>
                <a:lnTo>
                  <a:pt x="276225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2" name="dp45-comparison / n79 / arrow">
            <a:extLst xmlns:a="http://schemas.openxmlformats.org/drawingml/2006/main">
              <a:ext uri="{FF2B5EF4-FFF2-40B4-BE49-F238E27FC236}">
                <a16:creationId xmlns:a16="http://schemas.microsoft.com/office/drawing/2014/main" id="{A402488E-F588-46F5-843A-100DA7ED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3" name="dp45-comparison / n80 / path">
            <a:extLst xmlns:a="http://schemas.openxmlformats.org/drawingml/2006/main">
              <a:ext uri="{FF2B5EF4-FFF2-40B4-BE49-F238E27FC236}">
                <a16:creationId xmlns:a16="http://schemas.microsoft.com/office/drawing/2014/main" id="{584B1302-BCFA-450D-BD10-C971A484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1247775"/>
                </a:moveTo>
                <a:lnTo>
                  <a:pt x="0" y="552450"/>
                </a:lnTo>
                <a:lnTo>
                  <a:pt x="47625" y="552450"/>
                </a:ln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4" name="dp45-comparison / n80 / arrow">
            <a:extLst xmlns:a="http://schemas.openxmlformats.org/drawingml/2006/main">
              <a:ext uri="{FF2B5EF4-FFF2-40B4-BE49-F238E27FC236}">
                <a16:creationId xmlns:a16="http://schemas.microsoft.com/office/drawing/2014/main" id="{550C6DC0-0E24-49C2-A953-DEB95E0C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1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5" name="dp45-comparison / n81 / path">
            <a:extLst xmlns:a="http://schemas.openxmlformats.org/drawingml/2006/main">
              <a:ext uri="{FF2B5EF4-FFF2-40B4-BE49-F238E27FC236}">
                <a16:creationId xmlns:a16="http://schemas.microsoft.com/office/drawing/2014/main" id="{C09E5D07-ABF2-4A17-84F9-A0BDC53A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76575"/>
            <a:ext cx="47625" cy="1247775"/>
          </a:xfrm>
          <a:custGeom xmlns:a="http://schemas.openxmlformats.org/drawingml/2006/main">
            <a:pathLst>
              <a:path w="47625" h="1247775">
                <a:moveTo>
                  <a:pt x="0" y="0"/>
                </a:moveTo>
                <a:lnTo>
                  <a:pt x="0" y="1123950"/>
                </a:lnTo>
                <a:lnTo>
                  <a:pt x="47625" y="1123950"/>
                </a:lnTo>
                <a:lnTo>
                  <a:pt x="47625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76" name="dp45-comparison / n81 / arrow">
            <a:extLst xmlns:a="http://schemas.openxmlformats.org/drawingml/2006/main">
              <a:ext uri="{FF2B5EF4-FFF2-40B4-BE49-F238E27FC236}">
                <a16:creationId xmlns:a16="http://schemas.microsoft.com/office/drawing/2014/main" id="{1E505055-3501-43E1-9694-1110A824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7" name="dp45-comparison / n82 / path">
            <a:extLst xmlns:a="http://schemas.openxmlformats.org/drawingml/2006/main">
              <a:ext uri="{FF2B5EF4-FFF2-40B4-BE49-F238E27FC236}">
                <a16:creationId xmlns:a16="http://schemas.microsoft.com/office/drawing/2014/main" id="{710FEC08-F231-4132-9080-A95FDDE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076575"/>
            <a:ext cx="2762250" cy="1247775"/>
          </a:xfrm>
          <a:custGeom xmlns:a="http://schemas.openxmlformats.org/drawingml/2006/main">
            <a:pathLst>
              <a:path w="2762250" h="1247775">
                <a:moveTo>
                  <a:pt x="0" y="1247775"/>
                </a:moveTo>
                <a:lnTo>
                  <a:pt x="0" y="552450"/>
                </a:lnTo>
                <a:lnTo>
                  <a:pt x="2762250" y="552450"/>
                </a:ln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78" name="dp45-comparison / n82 / arrow">
            <a:extLst xmlns:a="http://schemas.openxmlformats.org/drawingml/2006/main">
              <a:ext uri="{FF2B5EF4-FFF2-40B4-BE49-F238E27FC236}">
                <a16:creationId xmlns:a16="http://schemas.microsoft.com/office/drawing/2014/main" id="{3CD6C514-AFE7-44C7-AA81-1944D78D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8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79" name="dp45-comparison / n83 / path">
            <a:extLst xmlns:a="http://schemas.openxmlformats.org/drawingml/2006/main">
              <a:ext uri="{FF2B5EF4-FFF2-40B4-BE49-F238E27FC236}">
                <a16:creationId xmlns:a16="http://schemas.microsoft.com/office/drawing/2014/main" id="{58852E2F-4243-4D2F-A57D-44C722BA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76575"/>
            <a:ext cx="2667000" cy="1247775"/>
          </a:xfrm>
          <a:custGeom xmlns:a="http://schemas.openxmlformats.org/drawingml/2006/main">
            <a:pathLst>
              <a:path w="2667000" h="1247775">
                <a:moveTo>
                  <a:pt x="2667000" y="0"/>
                </a:moveTo>
                <a:lnTo>
                  <a:pt x="2667000" y="1123950"/>
                </a:lnTo>
                <a:lnTo>
                  <a:pt x="0" y="1123950"/>
                </a:lnTo>
                <a:lnTo>
                  <a:pt x="0" y="12477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0" name="dp45-comparison / n83 / arrow">
            <a:extLst xmlns:a="http://schemas.openxmlformats.org/drawingml/2006/main">
              <a:ext uri="{FF2B5EF4-FFF2-40B4-BE49-F238E27FC236}">
                <a16:creationId xmlns:a16="http://schemas.microsoft.com/office/drawing/2014/main" id="{29FCCCCB-5E66-4149-BCE7-76A2FA1C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265" y="420243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1" name="dp45-comparison / n86 / path">
            <a:extLst xmlns:a="http://schemas.openxmlformats.org/drawingml/2006/main">
              <a:ext uri="{FF2B5EF4-FFF2-40B4-BE49-F238E27FC236}">
                <a16:creationId xmlns:a16="http://schemas.microsoft.com/office/drawing/2014/main" id="{8C713E5B-4D8F-4267-8380-3DFD5AA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24375"/>
            <a:ext cx="1285875" cy="857250"/>
          </a:xfrm>
          <a:custGeom xmlns:a="http://schemas.openxmlformats.org/drawingml/2006/main">
            <a:pathLst>
              <a:path w="1285875" h="857250">
                <a:moveTo>
                  <a:pt x="1285875" y="4763"/>
                </a:moveTo>
                <a:lnTo>
                  <a:pt x="0" y="0"/>
                </a:ln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2" name="dp45-comparison / n86 / arrow">
            <a:extLst xmlns:a="http://schemas.openxmlformats.org/drawingml/2006/main">
              <a:ext uri="{FF2B5EF4-FFF2-40B4-BE49-F238E27FC236}">
                <a16:creationId xmlns:a16="http://schemas.microsoft.com/office/drawing/2014/main" id="{DF989268-A48D-4E92-B53A-205BA39A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3" name="dp45-comparison / n87 / path">
            <a:extLst xmlns:a="http://schemas.openxmlformats.org/drawingml/2006/main">
              <a:ext uri="{FF2B5EF4-FFF2-40B4-BE49-F238E27FC236}">
                <a16:creationId xmlns:a16="http://schemas.microsoft.com/office/drawing/2014/main" id="{7F0A6861-8F20-41E3-903E-ADAF7167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33925"/>
            <a:ext cx="1228725" cy="876300"/>
          </a:xfrm>
          <a:custGeom xmlns:a="http://schemas.openxmlformats.org/drawingml/2006/main">
            <a:pathLst>
              <a:path w="1228725" h="876300">
                <a:moveTo>
                  <a:pt x="0" y="871538"/>
                </a:moveTo>
                <a:lnTo>
                  <a:pt x="1228725" y="876300"/>
                </a:ln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84" name="dp45-comparison / n87 / arrow">
            <a:extLst xmlns:a="http://schemas.openxmlformats.org/drawingml/2006/main">
              <a:ext uri="{FF2B5EF4-FFF2-40B4-BE49-F238E27FC236}">
                <a16:creationId xmlns:a16="http://schemas.microsoft.com/office/drawing/2014/main" id="{A2E9F961-B347-4E3F-B89C-D62FDF3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5" name="dp45-comparison / n88 / path">
            <a:extLst xmlns:a="http://schemas.openxmlformats.org/drawingml/2006/main">
              <a:ext uri="{FF2B5EF4-FFF2-40B4-BE49-F238E27FC236}">
                <a16:creationId xmlns:a16="http://schemas.microsoft.com/office/drawing/2014/main" id="{9F0D98A9-B4B9-4A6F-96D1-7B6EDCA6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24375"/>
            <a:ext cx="1381125" cy="857250"/>
          </a:xfrm>
          <a:custGeom xmlns:a="http://schemas.openxmlformats.org/drawingml/2006/main">
            <a:pathLst>
              <a:path w="1381125" h="857250">
                <a:moveTo>
                  <a:pt x="0" y="4763"/>
                </a:moveTo>
                <a:lnTo>
                  <a:pt x="1381125" y="0"/>
                </a:lnTo>
                <a:lnTo>
                  <a:pt x="1381125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86" name="dp45-comparison / n88 / arrow">
            <a:extLst xmlns:a="http://schemas.openxmlformats.org/drawingml/2006/main">
              <a:ext uri="{FF2B5EF4-FFF2-40B4-BE49-F238E27FC236}">
                <a16:creationId xmlns:a16="http://schemas.microsoft.com/office/drawing/2014/main" id="{745CCA93-4FDA-42A6-B90C-566F57A6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140" y="525970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87" name="dp45-comparison / n95 / path">
            <a:extLst xmlns:a="http://schemas.openxmlformats.org/drawingml/2006/main">
              <a:ext uri="{FF2B5EF4-FFF2-40B4-BE49-F238E27FC236}">
                <a16:creationId xmlns:a16="http://schemas.microsoft.com/office/drawing/2014/main" id="{DD35FC92-D92F-420E-9C7C-9D884AF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0838"/>
            <a:ext cx="323850" cy="2719388"/>
          </a:xfrm>
          <a:custGeom xmlns:a="http://schemas.openxmlformats.org/drawingml/2006/main">
            <a:pathLst>
              <a:path w="323850" h="2719388">
                <a:moveTo>
                  <a:pt x="123825" y="0"/>
                </a:moveTo>
                <a:lnTo>
                  <a:pt x="0" y="4763"/>
                </a:lnTo>
                <a:lnTo>
                  <a:pt x="0" y="2719388"/>
                </a:lnTo>
                <a:lnTo>
                  <a:pt x="32385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solid"/>
          </a:ln>
        </p:spPr>
      </p:sp>
      <p:sp>
        <p:nvSpPr>
          <p:cNvPr id="88" name="dp45-comparison / n95 / arrow">
            <a:extLst xmlns:a="http://schemas.openxmlformats.org/drawingml/2006/main">
              <a:ext uri="{FF2B5EF4-FFF2-40B4-BE49-F238E27FC236}">
                <a16:creationId xmlns:a16="http://schemas.microsoft.com/office/drawing/2014/main" id="{496C4099-A349-4522-A815-24CA9084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847" y="5546302"/>
            <a:ext cx="122803" cy="121907"/>
          </a:xfrm>
          <a:custGeom xmlns:a="http://schemas.openxmlformats.org/drawingml/2006/main">
            <a:pathLst>
              <a:path w="122803" h="121907">
                <a:moveTo>
                  <a:pt x="1793" y="121907"/>
                </a:moveTo>
                <a:lnTo>
                  <a:pt x="122803" y="5916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89" name="dp45-comparison / n96">
            <a:extLst xmlns:a="http://schemas.openxmlformats.org/drawingml/2006/main">
              <a:ext uri="{FF2B5EF4-FFF2-40B4-BE49-F238E27FC236}">
                <a16:creationId xmlns:a16="http://schemas.microsoft.com/office/drawing/2014/main" id="{A9FDD89F-29A9-40C3-BB24-787B01F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0" name="dp45-comparison / n97 / text 1">
            <a:extLst xmlns:a="http://schemas.openxmlformats.org/drawingml/2006/main">
              <a:ext uri="{FF2B5EF4-FFF2-40B4-BE49-F238E27FC236}">
                <a16:creationId xmlns:a16="http://schemas.microsoft.com/office/drawing/2014/main" id="{2F0EA288-52DD-4799-9532-CE73E20B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91" name="dp45-comparison / n98">
            <a:extLst xmlns:a="http://schemas.openxmlformats.org/drawingml/2006/main">
              <a:ext uri="{FF2B5EF4-FFF2-40B4-BE49-F238E27FC236}">
                <a16:creationId xmlns:a16="http://schemas.microsoft.com/office/drawing/2014/main" id="{A2EA8D33-E53E-455B-95D8-C51AD18B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92" name="dp45-comparison / n99 / text 1">
            <a:extLst xmlns:a="http://schemas.openxmlformats.org/drawingml/2006/main">
              <a:ext uri="{FF2B5EF4-FFF2-40B4-BE49-F238E27FC236}">
                <a16:creationId xmlns:a16="http://schemas.microsoft.com/office/drawing/2014/main" id="{E71649BA-CBE9-442B-892C-BD13A9CB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93" name="dp45-comparison / n100">
            <a:extLst xmlns:a="http://schemas.openxmlformats.org/drawingml/2006/main">
              <a:ext uri="{FF2B5EF4-FFF2-40B4-BE49-F238E27FC236}">
                <a16:creationId xmlns:a16="http://schemas.microsoft.com/office/drawing/2014/main" id="{4A4DCCB4-2350-4A7A-9EEC-0BDD10AD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94" name="dp45-comparison / n101 / text 1">
            <a:extLst xmlns:a="http://schemas.openxmlformats.org/drawingml/2006/main">
              <a:ext uri="{FF2B5EF4-FFF2-40B4-BE49-F238E27FC236}">
                <a16:creationId xmlns:a16="http://schemas.microsoft.com/office/drawing/2014/main" id="{D1502A04-436D-41FA-830C-B19E74F2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95" name="dp45-comparison / n102 / path">
            <a:extLst xmlns:a="http://schemas.openxmlformats.org/drawingml/2006/main">
              <a:ext uri="{FF2B5EF4-FFF2-40B4-BE49-F238E27FC236}">
                <a16:creationId xmlns:a16="http://schemas.microsoft.com/office/drawing/2014/main" id="{DA117C7D-3956-4B67-B3C3-9C6C326E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33925"/>
            <a:ext cx="2667000" cy="1619250"/>
          </a:xfrm>
          <a:custGeom xmlns:a="http://schemas.openxmlformats.org/drawingml/2006/main">
            <a:pathLst>
              <a:path w="2667000" h="1619250">
                <a:moveTo>
                  <a:pt x="0" y="1619250"/>
                </a:moveTo>
                <a:lnTo>
                  <a:pt x="0" y="1323975"/>
                </a:lnTo>
                <a:lnTo>
                  <a:pt x="2667000" y="1323975"/>
                </a:lnTo>
                <a:lnTo>
                  <a:pt x="266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96" name="dp45-comparison / n102 / arrow">
            <a:extLst xmlns:a="http://schemas.openxmlformats.org/drawingml/2006/main">
              <a:ext uri="{FF2B5EF4-FFF2-40B4-BE49-F238E27FC236}">
                <a16:creationId xmlns:a16="http://schemas.microsoft.com/office/drawing/2014/main" id="{6FED209A-98D4-407F-B03E-B361F5D1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591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7" name="dp45-comparison / n103 / path">
            <a:extLst xmlns:a="http://schemas.openxmlformats.org/drawingml/2006/main">
              <a:ext uri="{FF2B5EF4-FFF2-40B4-BE49-F238E27FC236}">
                <a16:creationId xmlns:a16="http://schemas.microsoft.com/office/drawing/2014/main" id="{DCB6D26B-B97C-4CB4-BDEC-D32D1BDF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29300"/>
            <a:ext cx="5029200" cy="523875"/>
          </a:xfrm>
          <a:custGeom xmlns:a="http://schemas.openxmlformats.org/drawingml/2006/main">
            <a:pathLst>
              <a:path w="5029200" h="523875">
                <a:moveTo>
                  <a:pt x="5029200" y="0"/>
                </a:moveTo>
                <a:lnTo>
                  <a:pt x="5029200" y="485775"/>
                </a:lnTo>
                <a:lnTo>
                  <a:pt x="0" y="485775"/>
                </a:lnTo>
                <a:lnTo>
                  <a:pt x="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dash"/>
          </a:ln>
        </p:spPr>
      </p:sp>
      <p:sp>
        <p:nvSpPr>
          <p:cNvPr id="98" name="dp45-comparison / n103 / arrow">
            <a:extLst xmlns:a="http://schemas.openxmlformats.org/drawingml/2006/main">
              <a:ext uri="{FF2B5EF4-FFF2-40B4-BE49-F238E27FC236}">
                <a16:creationId xmlns:a16="http://schemas.microsoft.com/office/drawing/2014/main" id="{7C44331C-E867-4AEA-9925-524505F4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99" name="dp45-comparison / n106 / path">
            <a:extLst xmlns:a="http://schemas.openxmlformats.org/drawingml/2006/main">
              <a:ext uri="{FF2B5EF4-FFF2-40B4-BE49-F238E27FC236}">
                <a16:creationId xmlns:a16="http://schemas.microsoft.com/office/drawing/2014/main" id="{7AC9E8BF-C423-4B06-8CDA-B01852C3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858A5"/>
            </a:solidFill>
            <a:prstDash val="solid"/>
          </a:ln>
        </p:spPr>
      </p:sp>
      <p:sp>
        <p:nvSpPr>
          <p:cNvPr id="100" name="dp45-comparison / n106 / arrow">
            <a:extLst xmlns:a="http://schemas.openxmlformats.org/drawingml/2006/main">
              <a:ext uri="{FF2B5EF4-FFF2-40B4-BE49-F238E27FC236}">
                <a16:creationId xmlns:a16="http://schemas.microsoft.com/office/drawing/2014/main" id="{AFE4685F-DA37-435B-BB3F-92FA29BA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80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2858A5"/>
            </a:solidFill>
            <a:prstDash val="solid"/>
          </a:ln>
        </p:spPr>
      </p:sp>
      <p:sp>
        <p:nvSpPr>
          <p:cNvPr id="101" name="dp45-comparison / n111 / path">
            <a:extLst xmlns:a="http://schemas.openxmlformats.org/drawingml/2006/main">
              <a:ext uri="{FF2B5EF4-FFF2-40B4-BE49-F238E27FC236}">
                <a16:creationId xmlns:a16="http://schemas.microsoft.com/office/drawing/2014/main" id="{A8EA2F55-DB39-4BB9-9389-D03A4081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02" name="dp45-comparison / n111 / arrow">
            <a:extLst xmlns:a="http://schemas.openxmlformats.org/drawingml/2006/main">
              <a:ext uri="{FF2B5EF4-FFF2-40B4-BE49-F238E27FC236}">
                <a16:creationId xmlns:a16="http://schemas.microsoft.com/office/drawing/2014/main" id="{6B796986-A0C5-4AA2-BD83-1E72806B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86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03" name="dp45-comparison / n54">
            <a:extLst xmlns:a="http://schemas.openxmlformats.org/drawingml/2006/main">
              <a:ext uri="{FF2B5EF4-FFF2-40B4-BE49-F238E27FC236}">
                <a16:creationId xmlns:a16="http://schemas.microsoft.com/office/drawing/2014/main" id="{68DD8F53-C3C1-497A-8096-24174E9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p45-comparison / n55 / text 1">
            <a:extLst xmlns:a="http://schemas.openxmlformats.org/drawingml/2006/main">
              <a:ext uri="{FF2B5EF4-FFF2-40B4-BE49-F238E27FC236}">
                <a16:creationId xmlns:a16="http://schemas.microsoft.com/office/drawing/2014/main" id="{F2A5E4AD-9974-421F-A2D4-6AF8D305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05" name="dp45-comparison / n58">
            <a:extLst xmlns:a="http://schemas.openxmlformats.org/drawingml/2006/main">
              <a:ext uri="{FF2B5EF4-FFF2-40B4-BE49-F238E27FC236}">
                <a16:creationId xmlns:a16="http://schemas.microsoft.com/office/drawing/2014/main" id="{0D4150C6-EB65-44EE-8396-B2E72CC7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p45-comparison / n59 / text 1">
            <a:extLst xmlns:a="http://schemas.openxmlformats.org/drawingml/2006/main">
              <a:ext uri="{FF2B5EF4-FFF2-40B4-BE49-F238E27FC236}">
                <a16:creationId xmlns:a16="http://schemas.microsoft.com/office/drawing/2014/main" id="{5E5F47FA-5362-4F55-BCEA-79E46A84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07" name="dp45-comparison / n62">
            <a:extLst xmlns:a="http://schemas.openxmlformats.org/drawingml/2006/main">
              <a:ext uri="{FF2B5EF4-FFF2-40B4-BE49-F238E27FC236}">
                <a16:creationId xmlns:a16="http://schemas.microsoft.com/office/drawing/2014/main" id="{6B78B54D-5620-4BF8-8152-34B67224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p45-comparison / n63 / text 1">
            <a:extLst xmlns:a="http://schemas.openxmlformats.org/drawingml/2006/main">
              <a:ext uri="{FF2B5EF4-FFF2-40B4-BE49-F238E27FC236}">
                <a16:creationId xmlns:a16="http://schemas.microsoft.com/office/drawing/2014/main" id="{B838D4BA-420D-4A59-9FA7-B749B0C5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09" name="dp45-comparison / n66">
            <a:extLst xmlns:a="http://schemas.openxmlformats.org/drawingml/2006/main">
              <a:ext uri="{FF2B5EF4-FFF2-40B4-BE49-F238E27FC236}">
                <a16:creationId xmlns:a16="http://schemas.microsoft.com/office/drawing/2014/main" id="{C3110F0D-3DBD-47DA-8236-F6ADEA1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p45-comparison / n67 / text 1">
            <a:extLst xmlns:a="http://schemas.openxmlformats.org/drawingml/2006/main">
              <a:ext uri="{FF2B5EF4-FFF2-40B4-BE49-F238E27FC236}">
                <a16:creationId xmlns:a16="http://schemas.microsoft.com/office/drawing/2014/main" id="{904CE438-C0A3-4265-9CB2-D442BC12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111" name="dp45-comparison / n70">
            <a:extLst xmlns:a="http://schemas.openxmlformats.org/drawingml/2006/main">
              <a:ext uri="{FF2B5EF4-FFF2-40B4-BE49-F238E27FC236}">
                <a16:creationId xmlns:a16="http://schemas.microsoft.com/office/drawing/2014/main" id="{5FC3F313-554E-4B03-B047-F1DA9658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p45-comparison / n71 / text 1">
            <a:extLst xmlns:a="http://schemas.openxmlformats.org/drawingml/2006/main">
              <a:ext uri="{FF2B5EF4-FFF2-40B4-BE49-F238E27FC236}">
                <a16:creationId xmlns:a16="http://schemas.microsoft.com/office/drawing/2014/main" id="{CDCD9815-1A7C-4BD5-879E-52237FC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113" name="dp45-comparison / n84">
            <a:extLst xmlns:a="http://schemas.openxmlformats.org/drawingml/2006/main">
              <a:ext uri="{FF2B5EF4-FFF2-40B4-BE49-F238E27FC236}">
                <a16:creationId xmlns:a16="http://schemas.microsoft.com/office/drawing/2014/main" id="{6B7AF9A5-173B-4B15-83C3-2BB5D642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095750"/>
            <a:ext cx="414375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p45-comparison / n85 / text 1">
            <a:extLst xmlns:a="http://schemas.openxmlformats.org/drawingml/2006/main">
              <a:ext uri="{FF2B5EF4-FFF2-40B4-BE49-F238E27FC236}">
                <a16:creationId xmlns:a16="http://schemas.microsoft.com/office/drawing/2014/main" id="{21D88CCE-31E8-4B10-B6AE-BF2A5286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105275"/>
            <a:ext cx="7572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1 R9의 범위 읽기 / 원문과 버전 및 누락 범위 반환</a:t>
            </a:r>
          </a:p>
        </p:txBody>
      </p:sp>
      <p:sp>
        <p:nvSpPr>
          <p:cNvPr id="115" name="dp45-comparison / n89">
            <a:extLst xmlns:a="http://schemas.openxmlformats.org/drawingml/2006/main">
              <a:ext uri="{FF2B5EF4-FFF2-40B4-BE49-F238E27FC236}">
                <a16:creationId xmlns:a16="http://schemas.microsoft.com/office/drawing/2014/main" id="{37403CB1-D561-40A7-BA1D-89C7AF6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95850"/>
            <a:ext cx="2139125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p45-comparison / n90 / text 1">
            <a:extLst xmlns:a="http://schemas.openxmlformats.org/drawingml/2006/main">
              <a:ext uri="{FF2B5EF4-FFF2-40B4-BE49-F238E27FC236}">
                <a16:creationId xmlns:a16="http://schemas.microsoft.com/office/drawing/2014/main" id="{663C98AA-6BF0-41CE-9623-45B4D00E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905375"/>
            <a:ext cx="2619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원본별 요약과 색인 재사용</a:t>
            </a:r>
          </a:p>
        </p:txBody>
      </p:sp>
      <p:sp>
        <p:nvSpPr>
          <p:cNvPr id="117" name="dp45-comparison / n91">
            <a:extLst xmlns:a="http://schemas.openxmlformats.org/drawingml/2006/main">
              <a:ext uri="{FF2B5EF4-FFF2-40B4-BE49-F238E27FC236}">
                <a16:creationId xmlns:a16="http://schemas.microsoft.com/office/drawing/2014/main" id="{02FB379D-E9AA-4FBD-AFA1-35AA3F2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95850"/>
            <a:ext cx="191890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p45-comparison / n92 / text 1">
            <a:extLst xmlns:a="http://schemas.openxmlformats.org/drawingml/2006/main">
              <a:ext uri="{FF2B5EF4-FFF2-40B4-BE49-F238E27FC236}">
                <a16:creationId xmlns:a16="http://schemas.microsoft.com/office/drawing/2014/main" id="{F0C17A5C-D069-4D8D-A958-E0FFD1EE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05375"/>
            <a:ext cx="2266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2 이번 Request에 결합</a:t>
            </a:r>
          </a:p>
        </p:txBody>
      </p:sp>
      <p:sp>
        <p:nvSpPr>
          <p:cNvPr id="119" name="dp45-comparison / n93">
            <a:extLst xmlns:a="http://schemas.openxmlformats.org/drawingml/2006/main">
              <a:ext uri="{FF2B5EF4-FFF2-40B4-BE49-F238E27FC236}">
                <a16:creationId xmlns:a16="http://schemas.microsoft.com/office/drawing/2014/main" id="{A7E4A744-D36F-4E4A-B934-2ADDD34C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48350"/>
            <a:ext cx="4145280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p45-comparison / n94 / text 1">
            <a:extLst xmlns:a="http://schemas.openxmlformats.org/drawingml/2006/main">
              <a:ext uri="{FF2B5EF4-FFF2-40B4-BE49-F238E27FC236}">
                <a16:creationId xmlns:a16="http://schemas.microsoft.com/office/drawing/2014/main" id="{47AFC77A-A0A1-4208-9F72-67FFB27B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857875"/>
            <a:ext cx="73342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변경의 부분 무효화 / cache 적중 시 재조합 축소</a:t>
            </a:r>
          </a:p>
        </p:txBody>
      </p:sp>
      <p:sp>
        <p:nvSpPr>
          <p:cNvPr id="121" name="dp45-comparison / n104">
            <a:extLst xmlns:a="http://schemas.openxmlformats.org/drawingml/2006/main">
              <a:ext uri="{FF2B5EF4-FFF2-40B4-BE49-F238E27FC236}">
                <a16:creationId xmlns:a16="http://schemas.microsoft.com/office/drawing/2014/main" id="{5FC24DC4-B0AF-46FB-95A7-207EF0F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p45-comparison / n105 / text 1">
            <a:extLst xmlns:a="http://schemas.openxmlformats.org/drawingml/2006/main">
              <a:ext uri="{FF2B5EF4-FFF2-40B4-BE49-F238E27FC236}">
                <a16:creationId xmlns:a16="http://schemas.microsoft.com/office/drawing/2014/main" id="{C159F45C-6E89-4BE0-A7EF-78E99BC4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2858A5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123" name="dp45-comparison / n107">
            <a:extLst xmlns:a="http://schemas.openxmlformats.org/drawingml/2006/main">
              <a:ext uri="{FF2B5EF4-FFF2-40B4-BE49-F238E27FC236}">
                <a16:creationId xmlns:a16="http://schemas.microsoft.com/office/drawing/2014/main" id="{1FAED5AE-FA1A-4DAD-AD81-D80802B7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p45-comparison / n108 / text 1">
            <a:extLst xmlns:a="http://schemas.openxmlformats.org/drawingml/2006/main">
              <a:ext uri="{FF2B5EF4-FFF2-40B4-BE49-F238E27FC236}">
                <a16:creationId xmlns:a16="http://schemas.microsoft.com/office/drawing/2014/main" id="{C1D80AC2-C68F-4517-9BF5-29BE7578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125" name="dp45-comparison / n109">
            <a:extLst xmlns:a="http://schemas.openxmlformats.org/drawingml/2006/main">
              <a:ext uri="{FF2B5EF4-FFF2-40B4-BE49-F238E27FC236}">
                <a16:creationId xmlns:a16="http://schemas.microsoft.com/office/drawing/2014/main" id="{E6D1F8C1-5EDD-4EAB-88BA-94CEF562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p45-comparison / n110 / text 1">
            <a:extLst xmlns:a="http://schemas.openxmlformats.org/drawingml/2006/main">
              <a:ext uri="{FF2B5EF4-FFF2-40B4-BE49-F238E27FC236}">
                <a16:creationId xmlns:a16="http://schemas.microsoft.com/office/drawing/2014/main" id="{F4C71B08-8AA6-44EE-934E-566E10F7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127" name="dp45-comparison / n110 / text 2">
            <a:extLst xmlns:a="http://schemas.openxmlformats.org/drawingml/2006/main">
              <a:ext uri="{FF2B5EF4-FFF2-40B4-BE49-F238E27FC236}">
                <a16:creationId xmlns:a16="http://schemas.microsoft.com/office/drawing/2014/main" id="{9B0F1A37-F4A1-4272-B690-D3CC89DA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128" name="dp45-comparison / n112">
            <a:extLst xmlns:a="http://schemas.openxmlformats.org/drawingml/2006/main">
              <a:ext uri="{FF2B5EF4-FFF2-40B4-BE49-F238E27FC236}">
                <a16:creationId xmlns:a16="http://schemas.microsoft.com/office/drawing/2014/main" id="{241494D6-06F8-42DF-9E66-719BE2FB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p45-comparison / n113 / text 1">
            <a:extLst xmlns:a="http://schemas.openxmlformats.org/drawingml/2006/main">
              <a:ext uri="{FF2B5EF4-FFF2-40B4-BE49-F238E27FC236}">
                <a16:creationId xmlns:a16="http://schemas.microsoft.com/office/drawing/2014/main" id="{A59A5071-D5D9-478B-A92B-4C6A9428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130" name="dp45-comparison / n114">
            <a:extLst xmlns:a="http://schemas.openxmlformats.org/drawingml/2006/main">
              <a:ext uri="{FF2B5EF4-FFF2-40B4-BE49-F238E27FC236}">
                <a16:creationId xmlns:a16="http://schemas.microsoft.com/office/drawing/2014/main" id="{569D7B85-DD73-4551-BF94-B9AED37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p45-comparison / n115 / text 1">
            <a:extLst xmlns:a="http://schemas.openxmlformats.org/drawingml/2006/main">
              <a:ext uri="{FF2B5EF4-FFF2-40B4-BE49-F238E27FC236}">
                <a16:creationId xmlns:a16="http://schemas.microsoft.com/office/drawing/2014/main" id="{199708A5-A10A-427F-A303-A638A3C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  <p:sp>
        <p:nvSpPr>
          <p:cNvPr id="132" name="dp45-comparison / n118">
            <a:extLst xmlns:a="http://schemas.openxmlformats.org/drawingml/2006/main">
              <a:ext uri="{FF2B5EF4-FFF2-40B4-BE49-F238E27FC236}">
                <a16:creationId xmlns:a16="http://schemas.microsoft.com/office/drawing/2014/main" id="{A40CC385-E61D-4FAA-AC71-C6741F30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3" name="dp45-comparison / n119 / text 1">
            <a:extLst xmlns:a="http://schemas.openxmlformats.org/drawingml/2006/main">
              <a:ext uri="{FF2B5EF4-FFF2-40B4-BE49-F238E27FC236}">
                <a16:creationId xmlns:a16="http://schemas.microsoft.com/office/drawing/2014/main" id="{23BF94E9-1312-470D-A2F7-208093B7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34" name="dp45-comparison / n122">
            <a:extLst xmlns:a="http://schemas.openxmlformats.org/drawingml/2006/main">
              <a:ext uri="{FF2B5EF4-FFF2-40B4-BE49-F238E27FC236}">
                <a16:creationId xmlns:a16="http://schemas.microsoft.com/office/drawing/2014/main" id="{E1E6971F-DFCE-4293-8412-3D52E3D1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5" name="dp45-comparison / n123 / text 1">
            <a:extLst xmlns:a="http://schemas.openxmlformats.org/drawingml/2006/main">
              <a:ext uri="{FF2B5EF4-FFF2-40B4-BE49-F238E27FC236}">
                <a16:creationId xmlns:a16="http://schemas.microsoft.com/office/drawing/2014/main" id="{C3481814-5BB5-49C8-BA44-2E184855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Task Manager</a:t>
            </a:r>
          </a:p>
        </p:txBody>
      </p:sp>
      <p:sp>
        <p:nvSpPr>
          <p:cNvPr id="136" name="dp45-comparison / n126">
            <a:extLst xmlns:a="http://schemas.openxmlformats.org/drawingml/2006/main">
              <a:ext uri="{FF2B5EF4-FFF2-40B4-BE49-F238E27FC236}">
                <a16:creationId xmlns:a16="http://schemas.microsoft.com/office/drawing/2014/main" id="{EE5CD755-45E4-4040-9FC3-D0223B2C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25" y="2705100"/>
            <a:ext cx="2381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37" name="dp45-comparison / n127 / text 1">
            <a:extLst xmlns:a="http://schemas.openxmlformats.org/drawingml/2006/main">
              <a:ext uri="{FF2B5EF4-FFF2-40B4-BE49-F238E27FC236}">
                <a16:creationId xmlns:a16="http://schemas.microsoft.com/office/drawing/2014/main" id="{72CD9F8D-262E-478A-A3A9-4FDDA59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3350" y="2779395"/>
            <a:ext cx="22098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Response Manager</a:t>
            </a:r>
          </a:p>
        </p:txBody>
      </p:sp>
      <p:sp>
        <p:nvSpPr>
          <p:cNvPr id="138" name="dp45-comparison / n130">
            <a:extLst xmlns:a="http://schemas.openxmlformats.org/drawingml/2006/main">
              <a:ext uri="{FF2B5EF4-FFF2-40B4-BE49-F238E27FC236}">
                <a16:creationId xmlns:a16="http://schemas.microsoft.com/office/drawing/2014/main" id="{A8964AF0-BDC9-4C9E-AE7D-C3F16901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733800"/>
            <a:ext cx="78009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39" name="dp45-comparison / n131 / text 1">
            <a:extLst xmlns:a="http://schemas.openxmlformats.org/drawingml/2006/main">
              <a:ext uri="{FF2B5EF4-FFF2-40B4-BE49-F238E27FC236}">
                <a16:creationId xmlns:a16="http://schemas.microsoft.com/office/drawing/2014/main" id="{B7A3964E-2F92-4070-B92D-244D45FD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29050"/>
            <a:ext cx="7553325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Context Manager</a:t>
            </a:r>
          </a:p>
        </p:txBody>
      </p:sp>
      <p:sp>
        <p:nvSpPr>
          <p:cNvPr id="140" name="dp45-comparison / n134">
            <a:extLst xmlns:a="http://schemas.openxmlformats.org/drawingml/2006/main">
              <a:ext uri="{FF2B5EF4-FFF2-40B4-BE49-F238E27FC236}">
                <a16:creationId xmlns:a16="http://schemas.microsoft.com/office/drawing/2014/main" id="{C33D882A-DAD4-4391-93E0-41DDFB1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33875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1" name="dp45-comparison / n135 / text 1">
            <a:extLst xmlns:a="http://schemas.openxmlformats.org/drawingml/2006/main">
              <a:ext uri="{FF2B5EF4-FFF2-40B4-BE49-F238E27FC236}">
                <a16:creationId xmlns:a16="http://schemas.microsoft.com/office/drawing/2014/main" id="{0D903F49-1364-4B70-94D7-1210B4ED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6266"/>
            <a:ext cx="2228850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Memory Publisher</a:t>
            </a:r>
          </a:p>
        </p:txBody>
      </p:sp>
      <p:sp>
        <p:nvSpPr>
          <p:cNvPr id="142" name="dp45-comparison / n136">
            <a:extLst xmlns:a="http://schemas.openxmlformats.org/drawingml/2006/main">
              <a:ext uri="{FF2B5EF4-FFF2-40B4-BE49-F238E27FC236}">
                <a16:creationId xmlns:a16="http://schemas.microsoft.com/office/drawing/2014/main" id="{CC72CDFD-2ACF-4599-A77D-315AD41B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295775"/>
            <a:ext cx="2667000" cy="5238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43" name="dp45-comparison / n137 / text 1">
            <a:extLst xmlns:a="http://schemas.openxmlformats.org/drawingml/2006/main">
              <a:ext uri="{FF2B5EF4-FFF2-40B4-BE49-F238E27FC236}">
                <a16:creationId xmlns:a16="http://schemas.microsoft.com/office/drawing/2014/main" id="{24177305-7906-4864-93CC-FCA40807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45770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Episodic Memory</a:t>
            </a:r>
          </a:p>
        </p:txBody>
      </p:sp>
      <p:sp>
        <p:nvSpPr>
          <p:cNvPr id="144" name="dp45-comparison / n137 / text 2">
            <a:extLst xmlns:a="http://schemas.openxmlformats.org/drawingml/2006/main">
              <a:ext uri="{FF2B5EF4-FFF2-40B4-BE49-F238E27FC236}">
                <a16:creationId xmlns:a16="http://schemas.microsoft.com/office/drawing/2014/main" id="{EE829F54-A9B9-4D11-BC5D-CED26268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4652010"/>
            <a:ext cx="24955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Repository</a:t>
            </a:r>
          </a:p>
        </p:txBody>
      </p:sp>
      <p:sp>
        <p:nvSpPr>
          <p:cNvPr id="145" name="dp45-comparison / n138">
            <a:extLst xmlns:a="http://schemas.openxmlformats.org/drawingml/2006/main">
              <a:ext uri="{FF2B5EF4-FFF2-40B4-BE49-F238E27FC236}">
                <a16:creationId xmlns:a16="http://schemas.microsoft.com/office/drawing/2014/main" id="{5FBB6E25-55FC-425C-837F-F406360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333875"/>
            <a:ext cx="16859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87E8B"/>
            </a:solidFill>
            <a:prstDash val="solid"/>
          </a:ln>
        </p:spPr>
      </p:sp>
      <p:sp>
        <p:nvSpPr>
          <p:cNvPr id="146" name="dp45-comparison / n139 / text 1">
            <a:extLst xmlns:a="http://schemas.openxmlformats.org/drawingml/2006/main">
              <a:ext uri="{FF2B5EF4-FFF2-40B4-BE49-F238E27FC236}">
                <a16:creationId xmlns:a16="http://schemas.microsoft.com/office/drawing/2014/main" id="{0432C5B2-4C02-4BE9-B340-A7B1F827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4428649"/>
            <a:ext cx="15144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Evidence Reader</a:t>
            </a:r>
          </a:p>
        </p:txBody>
      </p:sp>
      <p:sp>
        <p:nvSpPr>
          <p:cNvPr id="147" name="dp45-comparison / n140 / path">
            <a:extLst xmlns:a="http://schemas.openxmlformats.org/drawingml/2006/main">
              <a:ext uri="{FF2B5EF4-FFF2-40B4-BE49-F238E27FC236}">
                <a16:creationId xmlns:a16="http://schemas.microsoft.com/office/drawing/2014/main" id="{B0E6C0BD-3A1B-401D-9C19-54A2438E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0" y="0"/>
                </a:moveTo>
                <a:lnTo>
                  <a:pt x="0" y="619125"/>
                </a:lnTo>
                <a:lnTo>
                  <a:pt x="200025" y="619125"/>
                </a:lnTo>
                <a:lnTo>
                  <a:pt x="200025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48" name="dp45-comparison / n140 / arrow">
            <a:extLst xmlns:a="http://schemas.openxmlformats.org/drawingml/2006/main">
              <a:ext uri="{FF2B5EF4-FFF2-40B4-BE49-F238E27FC236}">
                <a16:creationId xmlns:a16="http://schemas.microsoft.com/office/drawing/2014/main" id="{56681628-5F5C-4E73-818E-AEE76EE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49" name="dp45-comparison / n141 / path">
            <a:extLst xmlns:a="http://schemas.openxmlformats.org/drawingml/2006/main">
              <a:ext uri="{FF2B5EF4-FFF2-40B4-BE49-F238E27FC236}">
                <a16:creationId xmlns:a16="http://schemas.microsoft.com/office/drawing/2014/main" id="{7A60702D-B7B9-43F8-A23E-467D717A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76575"/>
            <a:ext cx="200025" cy="1257300"/>
          </a:xfrm>
          <a:custGeom xmlns:a="http://schemas.openxmlformats.org/drawingml/2006/main">
            <a:pathLst>
              <a:path w="200025" h="1257300">
                <a:moveTo>
                  <a:pt x="200025" y="1257300"/>
                </a:moveTo>
                <a:lnTo>
                  <a:pt x="200025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0" name="dp45-comparison / n141 / arrow">
            <a:extLst xmlns:a="http://schemas.openxmlformats.org/drawingml/2006/main">
              <a:ext uri="{FF2B5EF4-FFF2-40B4-BE49-F238E27FC236}">
                <a16:creationId xmlns:a16="http://schemas.microsoft.com/office/drawing/2014/main" id="{B12BE577-D6AD-4037-8B61-BDCE247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279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1" name="dp45-comparison / n142 / path">
            <a:extLst xmlns:a="http://schemas.openxmlformats.org/drawingml/2006/main">
              <a:ext uri="{FF2B5EF4-FFF2-40B4-BE49-F238E27FC236}">
                <a16:creationId xmlns:a16="http://schemas.microsoft.com/office/drawing/2014/main" id="{AF127221-768E-4EE5-AAA6-DFE0F974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2514600" y="0"/>
                </a:moveTo>
                <a:lnTo>
                  <a:pt x="2514600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2" name="dp45-comparison / n142 / arrow">
            <a:extLst xmlns:a="http://schemas.openxmlformats.org/drawingml/2006/main">
              <a:ext uri="{FF2B5EF4-FFF2-40B4-BE49-F238E27FC236}">
                <a16:creationId xmlns:a16="http://schemas.microsoft.com/office/drawing/2014/main" id="{6C2920F1-C832-462F-90D6-F0448D99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3" name="dp45-comparison / n143 / path">
            <a:extLst xmlns:a="http://schemas.openxmlformats.org/drawingml/2006/main">
              <a:ext uri="{FF2B5EF4-FFF2-40B4-BE49-F238E27FC236}">
                <a16:creationId xmlns:a16="http://schemas.microsoft.com/office/drawing/2014/main" id="{BCF72764-3CB2-4FBB-937E-82FFE358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2514600" cy="1257300"/>
          </a:xfrm>
          <a:custGeom xmlns:a="http://schemas.openxmlformats.org/drawingml/2006/main">
            <a:pathLst>
              <a:path w="2514600" h="1257300">
                <a:moveTo>
                  <a:pt x="0" y="1257300"/>
                </a:moveTo>
                <a:lnTo>
                  <a:pt x="0" y="533400"/>
                </a:lnTo>
                <a:lnTo>
                  <a:pt x="2514600" y="533400"/>
                </a:lnTo>
                <a:lnTo>
                  <a:pt x="2514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4" name="dp45-comparison / n143 / arrow">
            <a:extLst xmlns:a="http://schemas.openxmlformats.org/drawingml/2006/main">
              <a:ext uri="{FF2B5EF4-FFF2-40B4-BE49-F238E27FC236}">
                <a16:creationId xmlns:a16="http://schemas.microsoft.com/office/drawing/2014/main" id="{C71AF50D-7176-4D05-8553-C9EA7DB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7415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5" name="dp45-comparison / n144 / path">
            <a:extLst xmlns:a="http://schemas.openxmlformats.org/drawingml/2006/main">
              <a:ext uri="{FF2B5EF4-FFF2-40B4-BE49-F238E27FC236}">
                <a16:creationId xmlns:a16="http://schemas.microsoft.com/office/drawing/2014/main" id="{01C58DA0-1C29-4202-B4BC-2E4910A1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5229225" y="0"/>
                </a:moveTo>
                <a:lnTo>
                  <a:pt x="5229225" y="619125"/>
                </a:lnTo>
                <a:lnTo>
                  <a:pt x="0" y="619125"/>
                </a:lnTo>
                <a:lnTo>
                  <a:pt x="0" y="1257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56" name="dp45-comparison / n144 / arrow">
            <a:extLst xmlns:a="http://schemas.openxmlformats.org/drawingml/2006/main">
              <a:ext uri="{FF2B5EF4-FFF2-40B4-BE49-F238E27FC236}">
                <a16:creationId xmlns:a16="http://schemas.microsoft.com/office/drawing/2014/main" id="{0061699B-3DDF-48CA-A439-0858611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3315" y="42119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7" name="dp45-comparison / n145 / path">
            <a:extLst xmlns:a="http://schemas.openxmlformats.org/drawingml/2006/main">
              <a:ext uri="{FF2B5EF4-FFF2-40B4-BE49-F238E27FC236}">
                <a16:creationId xmlns:a16="http://schemas.microsoft.com/office/drawing/2014/main" id="{24FC44DD-379E-49F7-83EC-309AA821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3076575"/>
            <a:ext cx="5229225" cy="1257300"/>
          </a:xfrm>
          <a:custGeom xmlns:a="http://schemas.openxmlformats.org/drawingml/2006/main">
            <a:pathLst>
              <a:path w="5229225" h="1257300">
                <a:moveTo>
                  <a:pt x="0" y="1257300"/>
                </a:moveTo>
                <a:lnTo>
                  <a:pt x="0" y="533400"/>
                </a:lnTo>
                <a:lnTo>
                  <a:pt x="5229225" y="533400"/>
                </a:lnTo>
                <a:lnTo>
                  <a:pt x="522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58" name="dp45-comparison / n145 / arrow">
            <a:extLst xmlns:a="http://schemas.openxmlformats.org/drawingml/2006/main">
              <a:ext uri="{FF2B5EF4-FFF2-40B4-BE49-F238E27FC236}">
                <a16:creationId xmlns:a16="http://schemas.microsoft.com/office/drawing/2014/main" id="{8EE22040-B01F-49CD-A51B-3E7256CD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22040" y="307657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59" name="dp45-comparison / n148 / path">
            <a:extLst xmlns:a="http://schemas.openxmlformats.org/drawingml/2006/main">
              <a:ext uri="{FF2B5EF4-FFF2-40B4-BE49-F238E27FC236}">
                <a16:creationId xmlns:a16="http://schemas.microsoft.com/office/drawing/2014/main" id="{8B8981BA-9FAB-4451-9266-979D10E5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4533900"/>
            <a:ext cx="400050" cy="23813"/>
          </a:xfrm>
          <a:custGeom xmlns:a="http://schemas.openxmlformats.org/drawingml/2006/main">
            <a:pathLst>
              <a:path w="400050" h="23813">
                <a:moveTo>
                  <a:pt x="0" y="0"/>
                </a:moveTo>
                <a:lnTo>
                  <a:pt x="40005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0" name="dp45-comparison / n148 / arrow">
            <a:extLst xmlns:a="http://schemas.openxmlformats.org/drawingml/2006/main">
              <a:ext uri="{FF2B5EF4-FFF2-40B4-BE49-F238E27FC236}">
                <a16:creationId xmlns:a16="http://schemas.microsoft.com/office/drawing/2014/main" id="{6EF27992-584D-444C-92C4-4E490743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3898" y="4489616"/>
            <a:ext cx="125327" cy="121705"/>
          </a:xfrm>
          <a:custGeom xmlns:a="http://schemas.openxmlformats.org/drawingml/2006/main">
            <a:pathLst>
              <a:path w="125327" h="121705">
                <a:moveTo>
                  <a:pt x="0" y="121705"/>
                </a:moveTo>
                <a:lnTo>
                  <a:pt x="125327" y="68097"/>
                </a:lnTo>
                <a:lnTo>
                  <a:pt x="724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1" name="dp45-comparison / n149 / path">
            <a:extLst xmlns:a="http://schemas.openxmlformats.org/drawingml/2006/main">
              <a:ext uri="{FF2B5EF4-FFF2-40B4-BE49-F238E27FC236}">
                <a16:creationId xmlns:a16="http://schemas.microsoft.com/office/drawing/2014/main" id="{8FBA8D78-CFBF-4348-B1B3-29396D7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48175"/>
            <a:ext cx="257175" cy="23813"/>
          </a:xfrm>
          <a:custGeom xmlns:a="http://schemas.openxmlformats.org/drawingml/2006/main">
            <a:pathLst>
              <a:path w="257175" h="23813">
                <a:moveTo>
                  <a:pt x="257175" y="0"/>
                </a:moveTo>
                <a:lnTo>
                  <a:pt x="0" y="238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62" name="dp45-comparison / n149 / arrow">
            <a:extLst xmlns:a="http://schemas.openxmlformats.org/drawingml/2006/main">
              <a:ext uri="{FF2B5EF4-FFF2-40B4-BE49-F238E27FC236}">
                <a16:creationId xmlns:a16="http://schemas.microsoft.com/office/drawing/2014/main" id="{C83B51ED-A436-4EDC-AF3A-621B3A8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400046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5780" y="0"/>
                </a:moveTo>
                <a:lnTo>
                  <a:pt x="0" y="71941"/>
                </a:lnTo>
                <a:lnTo>
                  <a:pt x="127021" y="121401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3" name="dp45-comparison / n150 / path">
            <a:extLst xmlns:a="http://schemas.openxmlformats.org/drawingml/2006/main">
              <a:ext uri="{FF2B5EF4-FFF2-40B4-BE49-F238E27FC236}">
                <a16:creationId xmlns:a16="http://schemas.microsoft.com/office/drawing/2014/main" id="{483FECAA-CC86-4AA0-A37A-A138E2DC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16225" y="4638675"/>
            <a:ext cx="257175" cy="23813"/>
          </a:xfrm>
          <a:custGeom xmlns:a="http://schemas.openxmlformats.org/drawingml/2006/main">
            <a:pathLst>
              <a:path w="257175" h="23813">
                <a:moveTo>
                  <a:pt x="0" y="23813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4" name="dp45-comparison / n150 / arrow">
            <a:extLst xmlns:a="http://schemas.openxmlformats.org/drawingml/2006/main">
              <a:ext uri="{FF2B5EF4-FFF2-40B4-BE49-F238E27FC236}">
                <a16:creationId xmlns:a16="http://schemas.microsoft.com/office/drawing/2014/main" id="{2B76ABCE-B3C9-4129-BCB8-815787E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6379" y="4589215"/>
            <a:ext cx="127021" cy="121401"/>
          </a:xfrm>
          <a:custGeom xmlns:a="http://schemas.openxmlformats.org/drawingml/2006/main">
            <a:pathLst>
              <a:path w="127021" h="121401">
                <a:moveTo>
                  <a:pt x="11241" y="121401"/>
                </a:moveTo>
                <a:lnTo>
                  <a:pt x="127021" y="494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5" name="dp45-comparison / n155 / path">
            <a:extLst xmlns:a="http://schemas.openxmlformats.org/drawingml/2006/main">
              <a:ext uri="{FF2B5EF4-FFF2-40B4-BE49-F238E27FC236}">
                <a16:creationId xmlns:a16="http://schemas.microsoft.com/office/drawing/2014/main" id="{DB45357B-6E6F-45BA-B2A7-A715A0A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733925"/>
            <a:ext cx="5367338" cy="676275"/>
          </a:xfrm>
          <a:custGeom xmlns:a="http://schemas.openxmlformats.org/drawingml/2006/main">
            <a:pathLst>
              <a:path w="5367338" h="676275">
                <a:moveTo>
                  <a:pt x="5367338" y="0"/>
                </a:moveTo>
                <a:lnTo>
                  <a:pt x="5362575" y="676275"/>
                </a:lnTo>
                <a:lnTo>
                  <a:pt x="0" y="67627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66" name="dp45-comparison / n155 / arrow">
            <a:extLst xmlns:a="http://schemas.openxmlformats.org/drawingml/2006/main">
              <a:ext uri="{FF2B5EF4-FFF2-40B4-BE49-F238E27FC236}">
                <a16:creationId xmlns:a16="http://schemas.microsoft.com/office/drawing/2014/main" id="{63ABD713-3DFA-4C38-967C-F7D4A4D1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8065" y="473392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121920"/>
                </a:moveTo>
                <a:lnTo>
                  <a:pt x="60960" y="0"/>
                </a:lnTo>
                <a:lnTo>
                  <a:pt x="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67" name="dp45-comparison / n158 / path">
            <a:extLst xmlns:a="http://schemas.openxmlformats.org/drawingml/2006/main">
              <a:ext uri="{FF2B5EF4-FFF2-40B4-BE49-F238E27FC236}">
                <a16:creationId xmlns:a16="http://schemas.microsoft.com/office/drawing/2014/main" id="{FFDA7FFB-05AD-494D-A196-EC871235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28900"/>
            <a:ext cx="6715125" cy="1905000"/>
          </a:xfrm>
          <a:custGeom xmlns:a="http://schemas.openxmlformats.org/drawingml/2006/main">
            <a:pathLst>
              <a:path w="6715125" h="1905000">
                <a:moveTo>
                  <a:pt x="6410325" y="1905000"/>
                </a:moveTo>
                <a:lnTo>
                  <a:pt x="6715125" y="1905000"/>
                </a:lnTo>
                <a:lnTo>
                  <a:pt x="671512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68" name="dp45-comparison / n158 / arrow">
            <a:extLst xmlns:a="http://schemas.openxmlformats.org/drawingml/2006/main">
              <a:ext uri="{FF2B5EF4-FFF2-40B4-BE49-F238E27FC236}">
                <a16:creationId xmlns:a16="http://schemas.microsoft.com/office/drawing/2014/main" id="{66E4A01E-DFF8-4403-8A08-A6338BA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69" name="dp45-comparison / n159 / path">
            <a:extLst xmlns:a="http://schemas.openxmlformats.org/drawingml/2006/main">
              <a:ext uri="{FF2B5EF4-FFF2-40B4-BE49-F238E27FC236}">
                <a16:creationId xmlns:a16="http://schemas.microsoft.com/office/drawing/2014/main" id="{ACBA7407-FBEF-4771-9F3A-2BC9527D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667000"/>
            <a:ext cx="6581775" cy="1943100"/>
          </a:xfrm>
          <a:custGeom xmlns:a="http://schemas.openxmlformats.org/drawingml/2006/main">
            <a:pathLst>
              <a:path w="6581775" h="1943100">
                <a:moveTo>
                  <a:pt x="0" y="38100"/>
                </a:moveTo>
                <a:lnTo>
                  <a:pt x="0" y="0"/>
                </a:lnTo>
                <a:lnTo>
                  <a:pt x="6581775" y="0"/>
                </a:lnTo>
                <a:lnTo>
                  <a:pt x="6581775" y="1943100"/>
                </a:lnTo>
                <a:lnTo>
                  <a:pt x="633412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0" name="dp45-comparison / n159 / arrow">
            <a:extLst xmlns:a="http://schemas.openxmlformats.org/drawingml/2006/main">
              <a:ext uri="{FF2B5EF4-FFF2-40B4-BE49-F238E27FC236}">
                <a16:creationId xmlns:a16="http://schemas.microsoft.com/office/drawing/2014/main" id="{3FC81F17-8D97-4AEF-8FE0-378941D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1" name="dp45-comparison / n160 / path">
            <a:extLst xmlns:a="http://schemas.openxmlformats.org/drawingml/2006/main">
              <a:ext uri="{FF2B5EF4-FFF2-40B4-BE49-F238E27FC236}">
                <a16:creationId xmlns:a16="http://schemas.microsoft.com/office/drawing/2014/main" id="{48F0E3CA-D6A0-4915-AA18-41A39723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628900"/>
            <a:ext cx="4000500" cy="1905000"/>
          </a:xfrm>
          <a:custGeom xmlns:a="http://schemas.openxmlformats.org/drawingml/2006/main">
            <a:pathLst>
              <a:path w="4000500" h="1905000">
                <a:moveTo>
                  <a:pt x="3695700" y="1905000"/>
                </a:moveTo>
                <a:lnTo>
                  <a:pt x="4000500" y="1905000"/>
                </a:lnTo>
                <a:lnTo>
                  <a:pt x="4000500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2" name="dp45-comparison / n160 / arrow">
            <a:extLst xmlns:a="http://schemas.openxmlformats.org/drawingml/2006/main">
              <a:ext uri="{FF2B5EF4-FFF2-40B4-BE49-F238E27FC236}">
                <a16:creationId xmlns:a16="http://schemas.microsoft.com/office/drawing/2014/main" id="{8124DE8A-BB77-4F26-BBF9-F40A971B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2665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3" name="dp45-comparison / n161 / path">
            <a:extLst xmlns:a="http://schemas.openxmlformats.org/drawingml/2006/main">
              <a:ext uri="{FF2B5EF4-FFF2-40B4-BE49-F238E27FC236}">
                <a16:creationId xmlns:a16="http://schemas.microsoft.com/office/drawing/2014/main" id="{BADB770B-66C8-45FE-9137-B8B84EC0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2667000"/>
            <a:ext cx="3867150" cy="1943100"/>
          </a:xfrm>
          <a:custGeom xmlns:a="http://schemas.openxmlformats.org/drawingml/2006/main">
            <a:pathLst>
              <a:path w="3867150" h="1943100">
                <a:moveTo>
                  <a:pt x="0" y="38100"/>
                </a:moveTo>
                <a:lnTo>
                  <a:pt x="0" y="0"/>
                </a:lnTo>
                <a:lnTo>
                  <a:pt x="3867150" y="0"/>
                </a:lnTo>
                <a:lnTo>
                  <a:pt x="3867150" y="1943100"/>
                </a:lnTo>
                <a:lnTo>
                  <a:pt x="3619500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4" name="dp45-comparison / n161 / arrow">
            <a:extLst xmlns:a="http://schemas.openxmlformats.org/drawingml/2006/main">
              <a:ext uri="{FF2B5EF4-FFF2-40B4-BE49-F238E27FC236}">
                <a16:creationId xmlns:a16="http://schemas.microsoft.com/office/drawing/2014/main" id="{3C4C7EA4-D8E6-4F93-93AD-DC4C53DB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5" name="dp45-comparison / n162 / path">
            <a:extLst xmlns:a="http://schemas.openxmlformats.org/drawingml/2006/main">
              <a:ext uri="{FF2B5EF4-FFF2-40B4-BE49-F238E27FC236}">
                <a16:creationId xmlns:a16="http://schemas.microsoft.com/office/drawing/2014/main" id="{17589E26-844F-49AA-A8D0-3C1B2D5F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2628900"/>
            <a:ext cx="1285875" cy="1905000"/>
          </a:xfrm>
          <a:custGeom xmlns:a="http://schemas.openxmlformats.org/drawingml/2006/main">
            <a:pathLst>
              <a:path w="1285875" h="1905000">
                <a:moveTo>
                  <a:pt x="981075" y="1905000"/>
                </a:moveTo>
                <a:lnTo>
                  <a:pt x="1285875" y="1905000"/>
                </a:lnTo>
                <a:lnTo>
                  <a:pt x="1285875" y="0"/>
                </a:lnTo>
                <a:lnTo>
                  <a:pt x="0" y="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solid"/>
          </a:ln>
        </p:spPr>
      </p:sp>
      <p:sp>
        <p:nvSpPr>
          <p:cNvPr id="176" name="dp45-comparison / n162 / arrow">
            <a:extLst xmlns:a="http://schemas.openxmlformats.org/drawingml/2006/main">
              <a:ext uri="{FF2B5EF4-FFF2-40B4-BE49-F238E27FC236}">
                <a16:creationId xmlns:a16="http://schemas.microsoft.com/office/drawing/2014/main" id="{FA03EFD1-2E92-4ACF-BFCF-F4883C9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7290" y="258318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7" name="dp45-comparison / n163 / path">
            <a:extLst xmlns:a="http://schemas.openxmlformats.org/drawingml/2006/main">
              <a:ext uri="{FF2B5EF4-FFF2-40B4-BE49-F238E27FC236}">
                <a16:creationId xmlns:a16="http://schemas.microsoft.com/office/drawing/2014/main" id="{50608F4F-6CDA-492A-8412-FC027ECD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2667000"/>
            <a:ext cx="1152525" cy="1943100"/>
          </a:xfrm>
          <a:custGeom xmlns:a="http://schemas.openxmlformats.org/drawingml/2006/main">
            <a:pathLst>
              <a:path w="1152525" h="1943100">
                <a:moveTo>
                  <a:pt x="0" y="38100"/>
                </a:moveTo>
                <a:lnTo>
                  <a:pt x="0" y="0"/>
                </a:lnTo>
                <a:lnTo>
                  <a:pt x="1152525" y="0"/>
                </a:lnTo>
                <a:lnTo>
                  <a:pt x="1152525" y="1943100"/>
                </a:lnTo>
                <a:lnTo>
                  <a:pt x="904875" y="1943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63732"/>
            </a:solidFill>
            <a:prstDash val="dash"/>
          </a:ln>
        </p:spPr>
      </p:sp>
      <p:sp>
        <p:nvSpPr>
          <p:cNvPr id="178" name="dp45-comparison / n163 / arrow">
            <a:extLst xmlns:a="http://schemas.openxmlformats.org/drawingml/2006/main">
              <a:ext uri="{FF2B5EF4-FFF2-40B4-BE49-F238E27FC236}">
                <a16:creationId xmlns:a16="http://schemas.microsoft.com/office/drawing/2014/main" id="{B6B59FCA-DD4C-445C-A08D-58E4CD06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325" y="4549140"/>
            <a:ext cx="121920" cy="121920"/>
          </a:xfrm>
          <a:custGeom xmlns:a="http://schemas.openxmlformats.org/drawingml/2006/main">
            <a:pathLst>
              <a:path w="121920" h="121920">
                <a:moveTo>
                  <a:pt x="121920" y="0"/>
                </a:moveTo>
                <a:lnTo>
                  <a:pt x="0" y="60960"/>
                </a:lnTo>
                <a:lnTo>
                  <a:pt x="121920" y="12192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B63732"/>
            </a:solidFill>
            <a:prstDash val="solid"/>
          </a:ln>
        </p:spPr>
      </p:sp>
      <p:sp>
        <p:nvSpPr>
          <p:cNvPr id="179" name="dp45-comparison / n166">
            <a:extLst xmlns:a="http://schemas.openxmlformats.org/drawingml/2006/main">
              <a:ext uri="{FF2B5EF4-FFF2-40B4-BE49-F238E27FC236}">
                <a16:creationId xmlns:a16="http://schemas.microsoft.com/office/drawing/2014/main" id="{5968F0E6-E6DC-4BF0-9F18-84026D2E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353175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0" name="dp45-comparison / n167 / text 1">
            <a:extLst xmlns:a="http://schemas.openxmlformats.org/drawingml/2006/main">
              <a:ext uri="{FF2B5EF4-FFF2-40B4-BE49-F238E27FC236}">
                <a16:creationId xmlns:a16="http://schemas.microsoft.com/office/drawing/2014/main" id="{42C48764-A8EA-4121-831E-9C769B4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432233"/>
            <a:ext cx="230505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Controller</a:t>
            </a:r>
          </a:p>
        </p:txBody>
      </p:sp>
      <p:sp>
        <p:nvSpPr>
          <p:cNvPr id="181" name="dp45-comparison / n168">
            <a:extLst xmlns:a="http://schemas.openxmlformats.org/drawingml/2006/main">
              <a:ext uri="{FF2B5EF4-FFF2-40B4-BE49-F238E27FC236}">
                <a16:creationId xmlns:a16="http://schemas.microsoft.com/office/drawing/2014/main" id="{56023587-4A16-40A0-86E6-D915654D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353175"/>
            <a:ext cx="260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8232E"/>
            </a:solidFill>
            <a:prstDash val="solid"/>
          </a:ln>
        </p:spPr>
      </p:sp>
      <p:sp>
        <p:nvSpPr>
          <p:cNvPr id="182" name="dp45-comparison / n169 / text 1">
            <a:extLst xmlns:a="http://schemas.openxmlformats.org/drawingml/2006/main">
              <a:ext uri="{FF2B5EF4-FFF2-40B4-BE49-F238E27FC236}">
                <a16:creationId xmlns:a16="http://schemas.microsoft.com/office/drawing/2014/main" id="{BB9564CD-DE96-42CF-A83D-37CAAF48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432233"/>
            <a:ext cx="2438400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Request Interpreter</a:t>
            </a:r>
          </a:p>
        </p:txBody>
      </p:sp>
      <p:sp>
        <p:nvSpPr>
          <p:cNvPr id="183" name="dp45-comparison / n170">
            <a:extLst xmlns:a="http://schemas.openxmlformats.org/drawingml/2006/main">
              <a:ext uri="{FF2B5EF4-FFF2-40B4-BE49-F238E27FC236}">
                <a16:creationId xmlns:a16="http://schemas.microsoft.com/office/drawing/2014/main" id="{71AAE093-1BFD-44F3-B52C-C2A1DE7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324600"/>
            <a:ext cx="1676400" cy="447675"/>
          </a:xfrm>
          <a:prstGeom xmlns:a="http://schemas.openxmlformats.org/drawingml/2006/main" prst="can">
            <a:avLst>
              <a:gd name="adj" fmla="val 20000"/>
            </a:avLst>
          </a:prstGeom>
          <a:solidFill xmlns:a="http://schemas.openxmlformats.org/drawingml/2006/main">
            <a:srgbClr val="FFF7DE"/>
          </a:solidFill>
          <a:ln xmlns:a="http://schemas.openxmlformats.org/drawingml/2006/main" w="16193">
            <a:solidFill>
              <a:srgbClr val="5F6B77"/>
            </a:solidFill>
            <a:prstDash val="solid"/>
          </a:ln>
        </p:spPr>
      </p:sp>
      <p:sp>
        <p:nvSpPr>
          <p:cNvPr id="184" name="dp45-comparison / n171 / text 1">
            <a:extLst xmlns:a="http://schemas.openxmlformats.org/drawingml/2006/main">
              <a:ext uri="{FF2B5EF4-FFF2-40B4-BE49-F238E27FC236}">
                <a16:creationId xmlns:a16="http://schemas.microsoft.com/office/drawing/2014/main" id="{152B7ED3-5081-4959-9C25-8515D1C8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675" y="6486525"/>
            <a:ext cx="15049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User Memory</a:t>
            </a:r>
          </a:p>
        </p:txBody>
      </p:sp>
      <p:sp>
        <p:nvSpPr>
          <p:cNvPr id="185" name="dp45-comparison / n172 / path">
            <a:extLst xmlns:a="http://schemas.openxmlformats.org/drawingml/2006/main">
              <a:ext uri="{FF2B5EF4-FFF2-40B4-BE49-F238E27FC236}">
                <a16:creationId xmlns:a16="http://schemas.microsoft.com/office/drawing/2014/main" id="{DC17BE47-50D5-4394-B39B-E9E96A1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733925"/>
            <a:ext cx="5519738" cy="1619250"/>
          </a:xfrm>
          <a:custGeom xmlns:a="http://schemas.openxmlformats.org/drawingml/2006/main">
            <a:pathLst>
              <a:path w="5519738" h="1619250">
                <a:moveTo>
                  <a:pt x="0" y="1619250"/>
                </a:moveTo>
                <a:lnTo>
                  <a:pt x="0" y="1323975"/>
                </a:lnTo>
                <a:lnTo>
                  <a:pt x="5514975" y="1323975"/>
                </a:lnTo>
                <a:lnTo>
                  <a:pt x="5519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86" name="dp45-comparison / n172 / arrow">
            <a:extLst xmlns:a="http://schemas.openxmlformats.org/drawingml/2006/main">
              <a:ext uri="{FF2B5EF4-FFF2-40B4-BE49-F238E27FC236}">
                <a16:creationId xmlns:a16="http://schemas.microsoft.com/office/drawing/2014/main" id="{FF17F630-008F-48E3-8AE1-2F10A7FE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964" y="4733925"/>
            <a:ext cx="121919" cy="122138"/>
          </a:xfrm>
          <a:custGeom xmlns:a="http://schemas.openxmlformats.org/drawingml/2006/main">
            <a:pathLst>
              <a:path w="121919" h="122138">
                <a:moveTo>
                  <a:pt x="121919" y="122138"/>
                </a:moveTo>
                <a:lnTo>
                  <a:pt x="61398" y="0"/>
                </a:lnTo>
                <a:lnTo>
                  <a:pt x="0" y="12170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7" name="dp45-comparison / n173 / path">
            <a:extLst xmlns:a="http://schemas.openxmlformats.org/drawingml/2006/main">
              <a:ext uri="{FF2B5EF4-FFF2-40B4-BE49-F238E27FC236}">
                <a16:creationId xmlns:a16="http://schemas.microsoft.com/office/drawing/2014/main" id="{3092ECD0-182A-4EAD-BEEA-9B9000BE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733925"/>
            <a:ext cx="5510213" cy="1619250"/>
          </a:xfrm>
          <a:custGeom xmlns:a="http://schemas.openxmlformats.org/drawingml/2006/main">
            <a:pathLst>
              <a:path w="5510213" h="1619250">
                <a:moveTo>
                  <a:pt x="5510213" y="0"/>
                </a:moveTo>
                <a:lnTo>
                  <a:pt x="5505450" y="1581150"/>
                </a:lnTo>
                <a:lnTo>
                  <a:pt x="0" y="1581150"/>
                </a:lnTo>
                <a:lnTo>
                  <a:pt x="0" y="1619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dash"/>
          </a:ln>
        </p:spPr>
      </p:sp>
      <p:sp>
        <p:nvSpPr>
          <p:cNvPr id="188" name="dp45-comparison / n173 / arrow">
            <a:extLst xmlns:a="http://schemas.openxmlformats.org/drawingml/2006/main">
              <a:ext uri="{FF2B5EF4-FFF2-40B4-BE49-F238E27FC236}">
                <a16:creationId xmlns:a16="http://schemas.microsoft.com/office/drawing/2014/main" id="{6D35F7CB-A0C4-46A8-9A8A-23977335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5690" y="623125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0"/>
                </a:moveTo>
                <a:lnTo>
                  <a:pt x="60960" y="121920"/>
                </a:lnTo>
                <a:lnTo>
                  <a:pt x="1219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89" name="dp45-comparison / n176 / path">
            <a:extLst xmlns:a="http://schemas.openxmlformats.org/drawingml/2006/main">
              <a:ext uri="{FF2B5EF4-FFF2-40B4-BE49-F238E27FC236}">
                <a16:creationId xmlns:a16="http://schemas.microsoft.com/office/drawing/2014/main" id="{6EB59B42-7EE6-41C1-BC39-D8778E7B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609600" cy="953"/>
          </a:xfrm>
          <a:custGeom xmlns:a="http://schemas.openxmlformats.org/drawingml/2006/main">
            <a:pathLst>
              <a:path w="609600" h="953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E8B"/>
            </a:solidFill>
            <a:prstDash val="solid"/>
          </a:ln>
        </p:spPr>
      </p:sp>
      <p:sp>
        <p:nvSpPr>
          <p:cNvPr id="190" name="dp45-comparison / n176 / arrow">
            <a:extLst xmlns:a="http://schemas.openxmlformats.org/drawingml/2006/main">
              <a:ext uri="{FF2B5EF4-FFF2-40B4-BE49-F238E27FC236}">
                <a16:creationId xmlns:a16="http://schemas.microsoft.com/office/drawing/2014/main" id="{EE474741-5221-4C0D-814F-0DBA7345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2555" y="6482715"/>
            <a:ext cx="121920" cy="121920"/>
          </a:xfrm>
          <a:custGeom xmlns:a="http://schemas.openxmlformats.org/drawingml/2006/main">
            <a:pathLst>
              <a:path w="121920" h="121920">
                <a:moveTo>
                  <a:pt x="0" y="121920"/>
                </a:moveTo>
                <a:lnTo>
                  <a:pt x="121920" y="6096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087E8B"/>
            </a:solidFill>
            <a:prstDash val="solid"/>
          </a:ln>
        </p:spPr>
      </p:sp>
      <p:sp>
        <p:nvSpPr>
          <p:cNvPr id="191" name="dp45-comparison / n181 / path">
            <a:extLst xmlns:a="http://schemas.openxmlformats.org/drawingml/2006/main">
              <a:ext uri="{FF2B5EF4-FFF2-40B4-BE49-F238E27FC236}">
                <a16:creationId xmlns:a16="http://schemas.microsoft.com/office/drawing/2014/main" id="{07AABA12-1D1B-44ED-A3DA-3B386FC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543675"/>
            <a:ext cx="3648075" cy="485775"/>
          </a:xfrm>
          <a:custGeom xmlns:a="http://schemas.openxmlformats.org/drawingml/2006/main">
            <a:pathLst>
              <a:path w="3648075" h="485775">
                <a:moveTo>
                  <a:pt x="0" y="0"/>
                </a:moveTo>
                <a:lnTo>
                  <a:pt x="180975" y="0"/>
                </a:lnTo>
                <a:lnTo>
                  <a:pt x="180975" y="485775"/>
                </a:lnTo>
                <a:lnTo>
                  <a:pt x="3448050" y="485775"/>
                </a:lnTo>
                <a:lnTo>
                  <a:pt x="3448050" y="0"/>
                </a:lnTo>
                <a:lnTo>
                  <a:pt x="3648075" y="476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5F6B77"/>
            </a:solidFill>
            <a:prstDash val="dash"/>
          </a:ln>
        </p:spPr>
      </p:sp>
      <p:sp>
        <p:nvSpPr>
          <p:cNvPr id="192" name="dp45-comparison / n181 / arrow">
            <a:extLst xmlns:a="http://schemas.openxmlformats.org/drawingml/2006/main">
              <a:ext uri="{FF2B5EF4-FFF2-40B4-BE49-F238E27FC236}">
                <a16:creationId xmlns:a16="http://schemas.microsoft.com/office/drawing/2014/main" id="{66B11397-C752-4EFF-8D12-C93D9833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614" y="6484593"/>
            <a:ext cx="123336" cy="121885"/>
          </a:xfrm>
          <a:custGeom xmlns:a="http://schemas.openxmlformats.org/drawingml/2006/main">
            <a:pathLst>
              <a:path w="123336" h="121885">
                <a:moveTo>
                  <a:pt x="0" y="121885"/>
                </a:moveTo>
                <a:lnTo>
                  <a:pt x="123336" y="63845"/>
                </a:lnTo>
                <a:lnTo>
                  <a:pt x="29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384">
            <a:solidFill>
              <a:srgbClr val="5F6B77"/>
            </a:solidFill>
            <a:prstDash val="solid"/>
          </a:ln>
        </p:spPr>
      </p:sp>
      <p:sp>
        <p:nvSpPr>
          <p:cNvPr id="193" name="dp45-comparison / n116">
            <a:extLst xmlns:a="http://schemas.openxmlformats.org/drawingml/2006/main">
              <a:ext uri="{FF2B5EF4-FFF2-40B4-BE49-F238E27FC236}">
                <a16:creationId xmlns:a16="http://schemas.microsoft.com/office/drawing/2014/main" id="{60A9DBB3-C617-458E-9E99-16D1F7DE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0300"/>
            <a:ext cx="597027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p45-comparison / n117 / text 1">
            <a:extLst xmlns:a="http://schemas.openxmlformats.org/drawingml/2006/main">
              <a:ext uri="{FF2B5EF4-FFF2-40B4-BE49-F238E27FC236}">
                <a16:creationId xmlns:a16="http://schemas.microsoft.com/office/drawing/2014/main" id="{6DBB4285-0A40-49C5-B4CC-E27B34E9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09825"/>
            <a:ext cx="78009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8232E"/>
                </a:solidFill>
                <a:latin typeface="Apple SD Gothic Neo"/>
                <a:ea typeface="Apple SD Gothic Neo"/>
                <a:cs typeface="Apple SD Gothic Neo"/>
              </a:rPr>
              <a:t>동일 이력: D2 보고서 → R7 “짧은 문장, 결론 먼저” → D3 수정 → P4 전달</a:t>
            </a:r>
          </a:p>
        </p:txBody>
      </p:sp>
      <p:sp>
        <p:nvSpPr>
          <p:cNvPr id="195" name="dp45-comparison / n120">
            <a:extLst xmlns:a="http://schemas.openxmlformats.org/drawingml/2006/main">
              <a:ext uri="{FF2B5EF4-FFF2-40B4-BE49-F238E27FC236}">
                <a16:creationId xmlns:a16="http://schemas.microsoft.com/office/drawing/2014/main" id="{1FEF29FD-25BA-4427-A134-1BB5276D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67925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p45-comparison / n121 / text 1">
            <a:extLst xmlns:a="http://schemas.openxmlformats.org/drawingml/2006/main">
              <a:ext uri="{FF2B5EF4-FFF2-40B4-BE49-F238E27FC236}">
                <a16:creationId xmlns:a16="http://schemas.microsoft.com/office/drawing/2014/main" id="{4A4BFCB2-331C-4BD6-8390-E833D60F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R7 원문과 정정 관계</a:t>
            </a:r>
          </a:p>
        </p:txBody>
      </p:sp>
      <p:sp>
        <p:nvSpPr>
          <p:cNvPr id="197" name="dp45-comparison / n124">
            <a:extLst xmlns:a="http://schemas.openxmlformats.org/drawingml/2006/main">
              <a:ext uri="{FF2B5EF4-FFF2-40B4-BE49-F238E27FC236}">
                <a16:creationId xmlns:a16="http://schemas.microsoft.com/office/drawing/2014/main" id="{547917C1-C792-44D4-AE12-E747D97F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2525" y="3124200"/>
            <a:ext cx="156914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p45-comparison / n125 / text 1">
            <a:extLst xmlns:a="http://schemas.openxmlformats.org/drawingml/2006/main">
              <a:ext uri="{FF2B5EF4-FFF2-40B4-BE49-F238E27FC236}">
                <a16:creationId xmlns:a16="http://schemas.microsoft.com/office/drawing/2014/main" id="{C20E8EE8-6FF8-43CF-9965-7FFA149E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D2 → D3 확정 결과</a:t>
            </a:r>
          </a:p>
        </p:txBody>
      </p:sp>
      <p:sp>
        <p:nvSpPr>
          <p:cNvPr id="199" name="dp45-comparison / n128">
            <a:extLst xmlns:a="http://schemas.openxmlformats.org/drawingml/2006/main">
              <a:ext uri="{FF2B5EF4-FFF2-40B4-BE49-F238E27FC236}">
                <a16:creationId xmlns:a16="http://schemas.microsoft.com/office/drawing/2014/main" id="{75A67985-B0A5-4431-87E8-F7365736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3124200"/>
            <a:ext cx="1517333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p45-comparison / n129 / text 1">
            <a:extLst xmlns:a="http://schemas.openxmlformats.org/drawingml/2006/main">
              <a:ext uri="{FF2B5EF4-FFF2-40B4-BE49-F238E27FC236}">
                <a16:creationId xmlns:a16="http://schemas.microsoft.com/office/drawing/2014/main" id="{8E17F690-B6E8-4625-AAAB-50F496F3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3133725"/>
            <a:ext cx="2362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P4 실제 전달 기록</a:t>
            </a:r>
          </a:p>
        </p:txBody>
      </p:sp>
      <p:sp>
        <p:nvSpPr>
          <p:cNvPr id="201" name="dp45-comparison / n132">
            <a:extLst xmlns:a="http://schemas.openxmlformats.org/drawingml/2006/main">
              <a:ext uri="{FF2B5EF4-FFF2-40B4-BE49-F238E27FC236}">
                <a16:creationId xmlns:a16="http://schemas.microsoft.com/office/drawing/2014/main" id="{3A9CACBD-DAC2-48E7-98EB-A62E2C8B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09950"/>
            <a:ext cx="3657981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p45-comparison / n133 / text 1">
            <a:extLst xmlns:a="http://schemas.openxmlformats.org/drawingml/2006/main">
              <a:ext uri="{FF2B5EF4-FFF2-40B4-BE49-F238E27FC236}">
                <a16:creationId xmlns:a16="http://schemas.microsoft.com/office/drawing/2014/main" id="{94D2F34F-5F6B-4625-AE39-6BC3F283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19475"/>
            <a:ext cx="76962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원본 owner 유지 / 수정과 삭제 및 권한 철회</a:t>
            </a:r>
          </a:p>
        </p:txBody>
      </p:sp>
      <p:sp>
        <p:nvSpPr>
          <p:cNvPr id="203" name="dp45-comparison / n146">
            <a:extLst xmlns:a="http://schemas.openxmlformats.org/drawingml/2006/main">
              <a:ext uri="{FF2B5EF4-FFF2-40B4-BE49-F238E27FC236}">
                <a16:creationId xmlns:a16="http://schemas.microsoft.com/office/drawing/2014/main" id="{F6697540-2060-4BDE-96F5-EC7B4414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95750"/>
            <a:ext cx="4655439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p45-comparison / n147 / text 1">
            <a:extLst xmlns:a="http://schemas.openxmlformats.org/drawingml/2006/main">
              <a:ext uri="{FF2B5EF4-FFF2-40B4-BE49-F238E27FC236}">
                <a16:creationId xmlns:a16="http://schemas.microsoft.com/office/drawing/2014/main" id="{1EC820AE-754A-4C11-9F22-F66CB130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05275"/>
            <a:ext cx="71913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1 변경 알림 → 범위 읽기 → 원문과 버전 검사 → 관계 게시</a:t>
            </a:r>
          </a:p>
        </p:txBody>
      </p:sp>
      <p:sp>
        <p:nvSpPr>
          <p:cNvPr id="205" name="dp45-comparison / n151">
            <a:extLst xmlns:a="http://schemas.openxmlformats.org/drawingml/2006/main">
              <a:ext uri="{FF2B5EF4-FFF2-40B4-BE49-F238E27FC236}">
                <a16:creationId xmlns:a16="http://schemas.microsoft.com/office/drawing/2014/main" id="{DFE4C861-B617-40C6-8BAF-EB34D3AA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4876800"/>
            <a:ext cx="2307336" cy="3848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p45-comparison / n152 / text 1">
            <a:extLst xmlns:a="http://schemas.openxmlformats.org/drawingml/2006/main">
              <a:ext uri="{FF2B5EF4-FFF2-40B4-BE49-F238E27FC236}">
                <a16:creationId xmlns:a16="http://schemas.microsoft.com/office/drawing/2014/main" id="{B18C761A-6D35-4C7E-A0B6-BFFD3DAE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88632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정정 / 결과 개정 / 실제 전달</a:t>
            </a:r>
          </a:p>
        </p:txBody>
      </p:sp>
      <p:sp>
        <p:nvSpPr>
          <p:cNvPr id="207" name="dp45-comparison / n152 / text 2">
            <a:extLst xmlns:a="http://schemas.openxmlformats.org/drawingml/2006/main">
              <a:ext uri="{FF2B5EF4-FFF2-40B4-BE49-F238E27FC236}">
                <a16:creationId xmlns:a16="http://schemas.microsoft.com/office/drawing/2014/main" id="{074F3A27-C396-4147-8887-B3E5BE4E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5069205"/>
            <a:ext cx="2705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출처와 coverage / 지속 상태</a:t>
            </a:r>
          </a:p>
        </p:txBody>
      </p:sp>
      <p:sp>
        <p:nvSpPr>
          <p:cNvPr id="208" name="dp45-comparison / n153">
            <a:extLst xmlns:a="http://schemas.openxmlformats.org/drawingml/2006/main">
              <a:ext uri="{FF2B5EF4-FFF2-40B4-BE49-F238E27FC236}">
                <a16:creationId xmlns:a16="http://schemas.microsoft.com/office/drawing/2014/main" id="{E7B37E03-F697-4FD1-9EF0-DC79E626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4914900"/>
            <a:ext cx="1496568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p45-comparison / n154 / text 1">
            <a:extLst xmlns:a="http://schemas.openxmlformats.org/drawingml/2006/main">
              <a:ext uri="{FF2B5EF4-FFF2-40B4-BE49-F238E27FC236}">
                <a16:creationId xmlns:a16="http://schemas.microsoft.com/office/drawing/2014/main" id="{E65C4322-5847-4D6E-A15B-AC142640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3400" y="4924425"/>
            <a:ext cx="168592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2 유효한 관계 조회</a:t>
            </a:r>
          </a:p>
        </p:txBody>
      </p:sp>
      <p:sp>
        <p:nvSpPr>
          <p:cNvPr id="210" name="dp45-comparison / n156">
            <a:extLst xmlns:a="http://schemas.openxmlformats.org/drawingml/2006/main">
              <a:ext uri="{FF2B5EF4-FFF2-40B4-BE49-F238E27FC236}">
                <a16:creationId xmlns:a16="http://schemas.microsoft.com/office/drawing/2014/main" id="{D9863122-9303-4106-A502-962A2C96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486400"/>
            <a:ext cx="5183314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p45-comparison / n157 / text 1">
            <a:extLst xmlns:a="http://schemas.openxmlformats.org/drawingml/2006/main">
              <a:ext uri="{FF2B5EF4-FFF2-40B4-BE49-F238E27FC236}">
                <a16:creationId xmlns:a16="http://schemas.microsoft.com/office/drawing/2014/main" id="{10D177FC-E013-4947-A72C-2ACBF5D2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495925"/>
            <a:ext cx="74104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미게시 범위의 생산 요청 / 충돌 재검증 / 표현 밖 관계의 미지원</a:t>
            </a:r>
          </a:p>
        </p:txBody>
      </p:sp>
      <p:sp>
        <p:nvSpPr>
          <p:cNvPr id="212" name="dp45-comparison / n164">
            <a:extLst xmlns:a="http://schemas.openxmlformats.org/drawingml/2006/main">
              <a:ext uri="{FF2B5EF4-FFF2-40B4-BE49-F238E27FC236}">
                <a16:creationId xmlns:a16="http://schemas.microsoft.com/office/drawing/2014/main" id="{819EE950-5D43-4147-92BF-059A1BF1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772150"/>
            <a:ext cx="4843272" cy="201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p45-comparison / n165 / text 1">
            <a:extLst xmlns:a="http://schemas.openxmlformats.org/drawingml/2006/main">
              <a:ext uri="{FF2B5EF4-FFF2-40B4-BE49-F238E27FC236}">
                <a16:creationId xmlns:a16="http://schemas.microsoft.com/office/drawing/2014/main" id="{A3A0EC2F-6CB7-4475-8D3E-9A3D25AF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781675"/>
            <a:ext cx="741045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B63732"/>
                </a:solidFill>
                <a:latin typeface="Apple SD Gothic Neo"/>
                <a:ea typeface="Apple SD Gothic Neo"/>
                <a:cs typeface="Apple SD Gothic Neo"/>
              </a:rPr>
              <a:t>모든 owner의 버전과 권한 재확인 / 수정과 삭제 즉시 사용 차단</a:t>
            </a:r>
          </a:p>
        </p:txBody>
      </p:sp>
      <p:sp>
        <p:nvSpPr>
          <p:cNvPr id="214" name="dp45-comparison / n174">
            <a:extLst xmlns:a="http://schemas.openxmlformats.org/drawingml/2006/main">
              <a:ext uri="{FF2B5EF4-FFF2-40B4-BE49-F238E27FC236}">
                <a16:creationId xmlns:a16="http://schemas.microsoft.com/office/drawing/2014/main" id="{3886A08A-7AF9-4620-AE21-9419DF6B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6096000"/>
            <a:ext cx="4273296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p45-comparison / n175 / text 1">
            <a:extLst xmlns:a="http://schemas.openxmlformats.org/drawingml/2006/main">
              <a:ext uri="{FF2B5EF4-FFF2-40B4-BE49-F238E27FC236}">
                <a16:creationId xmlns:a16="http://schemas.microsoft.com/office/drawing/2014/main" id="{A1DCEF05-B3D3-4FC6-8C8E-5A4C8D63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6105525"/>
            <a:ext cx="619125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087E8B"/>
                </a:solidFill>
                <a:latin typeface="Apple SD Gothic Neo"/>
                <a:ea typeface="Apple SD Gothic Neo"/>
                <a:cs typeface="Apple SD Gothic Neo"/>
              </a:rPr>
              <a:t>R9 조회 / Context + 출처 + 버전 + 누락 범위 반환</a:t>
            </a:r>
          </a:p>
        </p:txBody>
      </p:sp>
      <p:sp>
        <p:nvSpPr>
          <p:cNvPr id="216" name="dp45-comparison / n177">
            <a:extLst xmlns:a="http://schemas.openxmlformats.org/drawingml/2006/main">
              <a:ext uri="{FF2B5EF4-FFF2-40B4-BE49-F238E27FC236}">
                <a16:creationId xmlns:a16="http://schemas.microsoft.com/office/drawing/2014/main" id="{9282D4C2-8209-4F3A-8AE6-A1B5C7E3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6838950"/>
            <a:ext cx="2456498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p45-comparison / n178 / text 1">
            <a:extLst xmlns:a="http://schemas.openxmlformats.org/drawingml/2006/main">
              <a:ext uri="{FF2B5EF4-FFF2-40B4-BE49-F238E27FC236}">
                <a16:creationId xmlns:a16="http://schemas.microsoft.com/office/drawing/2014/main" id="{00E9ED59-1C41-4F26-B6EB-971EEDCC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848475"/>
            <a:ext cx="2771775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현재 Referent와 Task의 판단</a:t>
            </a:r>
          </a:p>
        </p:txBody>
      </p:sp>
      <p:sp>
        <p:nvSpPr>
          <p:cNvPr id="218" name="dp45-comparison / n179">
            <a:extLst xmlns:a="http://schemas.openxmlformats.org/drawingml/2006/main">
              <a:ext uri="{FF2B5EF4-FFF2-40B4-BE49-F238E27FC236}">
                <a16:creationId xmlns:a16="http://schemas.microsoft.com/office/drawing/2014/main" id="{A6B32D77-7F62-40FC-9C6E-5AA6B195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2950" y="6829425"/>
            <a:ext cx="1580388" cy="3390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p45-comparison / n180 / text 1">
            <a:extLst xmlns:a="http://schemas.openxmlformats.org/drawingml/2006/main">
              <a:ext uri="{FF2B5EF4-FFF2-40B4-BE49-F238E27FC236}">
                <a16:creationId xmlns:a16="http://schemas.microsoft.com/office/drawing/2014/main" id="{8D33FD20-E426-4531-A934-CEBC4145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83895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Context Manager 소유</a:t>
            </a:r>
          </a:p>
        </p:txBody>
      </p:sp>
      <p:sp>
        <p:nvSpPr>
          <p:cNvPr id="220" name="dp45-comparison / n180 / text 2">
            <a:extLst xmlns:a="http://schemas.openxmlformats.org/drawingml/2006/main">
              <a:ext uri="{FF2B5EF4-FFF2-40B4-BE49-F238E27FC236}">
                <a16:creationId xmlns:a16="http://schemas.microsoft.com/office/drawing/2014/main" id="{E3E039B2-FB42-4F74-83D0-7063B96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0" y="6998970"/>
            <a:ext cx="1657350" cy="193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명시 저장과 삭제</a:t>
            </a:r>
          </a:p>
        </p:txBody>
      </p:sp>
      <p:sp>
        <p:nvSpPr>
          <p:cNvPr id="221" name="dp45-comparison / n182">
            <a:extLst xmlns:a="http://schemas.openxmlformats.org/drawingml/2006/main">
              <a:ext uri="{FF2B5EF4-FFF2-40B4-BE49-F238E27FC236}">
                <a16:creationId xmlns:a16="http://schemas.microsoft.com/office/drawing/2014/main" id="{F17E0A03-E343-4A42-AEF4-C1B895D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191375"/>
            <a:ext cx="6705410" cy="213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p45-comparison / n183 / text 1">
            <a:extLst xmlns:a="http://schemas.openxmlformats.org/drawingml/2006/main">
              <a:ext uri="{FF2B5EF4-FFF2-40B4-BE49-F238E27FC236}">
                <a16:creationId xmlns:a16="http://schemas.microsoft.com/office/drawing/2014/main" id="{D54016EE-1F22-46ED-A628-8115594D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200900"/>
            <a:ext cx="7658100" cy="234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사용과 채택: 현재 권한과 버전 검사 → State Store / Response 또는 Delegation</a:t>
            </a:r>
          </a:p>
        </p:txBody>
      </p:sp>
      <p:sp>
        <p:nvSpPr>
          <p:cNvPr id="223" name="dp45-comparison / n184">
            <a:extLst xmlns:a="http://schemas.openxmlformats.org/drawingml/2006/main">
              <a:ext uri="{FF2B5EF4-FFF2-40B4-BE49-F238E27FC236}">
                <a16:creationId xmlns:a16="http://schemas.microsoft.com/office/drawing/2014/main" id="{9E53DE42-7D3F-4DCE-8FC8-D6990C5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400925"/>
            <a:ext cx="574548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p45-comparison / n185 / text 1">
            <a:extLst xmlns:a="http://schemas.openxmlformats.org/drawingml/2006/main">
              <a:ext uri="{FF2B5EF4-FFF2-40B4-BE49-F238E27FC236}">
                <a16:creationId xmlns:a16="http://schemas.microsoft.com/office/drawing/2014/main" id="{548A4BDD-7CD0-4857-9FD9-9CF83A7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7410450"/>
            <a:ext cx="765810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F6B77"/>
                </a:solidFill>
                <a:latin typeface="Apple SD Gothic Neo"/>
                <a:ea typeface="Apple SD Gothic Neo"/>
                <a:cs typeface="Apple SD Gothic Neo"/>
              </a:rPr>
              <a:t>공통: Model Access와 공유 Omni 1벌 / B의 관계 생산 session과 KV 추가</a:t>
            </a:r>
          </a:p>
        </p:txBody>
      </p:sp>
    </p:spTree>
    <p:extLst>
      <p:ext uri="{BB962C8B-B14F-4D97-AF65-F5344CB8AC3E}">
        <p14:creationId xmlns:p14="http://schemas.microsoft.com/office/powerpoint/2010/main" val="12063380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2026-10-06T14:44:04.0320000Z</dcterms:created>
  <dcterms:modified xsi:type="dcterms:W3CDTF">2026-10-06T14:44:04.0320000Z</dcterms:modified>
</coreProperties>
</file>